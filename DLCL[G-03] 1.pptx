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DC5796-0CE3-46FB-BB6D-CCB8A00EEBCA}"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0D96C24-FEC1-44B3-86BD-685F1872D335}">
      <dgm:prSet/>
      <dgm:spPr/>
      <dgm:t>
        <a:bodyPr/>
        <a:lstStyle/>
        <a:p>
          <a:pPr>
            <a:lnSpc>
              <a:spcPct val="100000"/>
            </a:lnSpc>
            <a:defRPr cap="all"/>
          </a:pPr>
          <a:r>
            <a:rPr lang="en-US"/>
            <a:t>To design and implement a sound activated switching circuit using the 555 timer IC. </a:t>
          </a:r>
          <a:endParaRPr lang="en-US" dirty="0"/>
        </a:p>
      </dgm:t>
    </dgm:pt>
    <dgm:pt modelId="{D4F33A07-4CC5-4869-A52D-4E34707B95F2}" type="parTrans" cxnId="{9C2F50B6-8A62-4F7E-BBE2-DBD3967C2428}">
      <dgm:prSet/>
      <dgm:spPr/>
      <dgm:t>
        <a:bodyPr/>
        <a:lstStyle/>
        <a:p>
          <a:endParaRPr lang="en-US"/>
        </a:p>
      </dgm:t>
    </dgm:pt>
    <dgm:pt modelId="{E910510C-422A-4840-94E9-998146DA6BAA}" type="sibTrans" cxnId="{9C2F50B6-8A62-4F7E-BBE2-DBD3967C2428}">
      <dgm:prSet/>
      <dgm:spPr/>
      <dgm:t>
        <a:bodyPr/>
        <a:lstStyle/>
        <a:p>
          <a:endParaRPr lang="en-US"/>
        </a:p>
      </dgm:t>
    </dgm:pt>
    <dgm:pt modelId="{FEB68AF5-AC83-45C7-BE0E-CD3FD866CC2E}">
      <dgm:prSet/>
      <dgm:spPr/>
      <dgm:t>
        <a:bodyPr/>
        <a:lstStyle/>
        <a:p>
          <a:pPr>
            <a:lnSpc>
              <a:spcPct val="100000"/>
            </a:lnSpc>
            <a:defRPr cap="all"/>
          </a:pPr>
          <a:r>
            <a:rPr lang="en-US"/>
            <a:t>To study the operation of the 555 timer IC in monostable mode. </a:t>
          </a:r>
        </a:p>
      </dgm:t>
    </dgm:pt>
    <dgm:pt modelId="{C3261CF2-6951-4BAB-BF86-2B872CEB0C1B}" type="parTrans" cxnId="{E99CA71B-F26B-476D-B7BA-6E13B3EA7A1B}">
      <dgm:prSet/>
      <dgm:spPr/>
      <dgm:t>
        <a:bodyPr/>
        <a:lstStyle/>
        <a:p>
          <a:endParaRPr lang="en-US"/>
        </a:p>
      </dgm:t>
    </dgm:pt>
    <dgm:pt modelId="{A26F92C6-0381-4832-B1B3-B1037B42C5F0}" type="sibTrans" cxnId="{E99CA71B-F26B-476D-B7BA-6E13B3EA7A1B}">
      <dgm:prSet/>
      <dgm:spPr/>
      <dgm:t>
        <a:bodyPr/>
        <a:lstStyle/>
        <a:p>
          <a:endParaRPr lang="en-US"/>
        </a:p>
      </dgm:t>
    </dgm:pt>
    <dgm:pt modelId="{A6FA97AD-1D13-44FD-B331-A1A2B89AB390}">
      <dgm:prSet/>
      <dgm:spPr/>
      <dgm:t>
        <a:bodyPr/>
        <a:lstStyle/>
        <a:p>
          <a:pPr>
            <a:lnSpc>
              <a:spcPct val="100000"/>
            </a:lnSpc>
            <a:defRPr cap="all"/>
          </a:pPr>
          <a:r>
            <a:rPr lang="en-US"/>
            <a:t>To detect sound signals using a condenser microphone and amplify them using a transistor. </a:t>
          </a:r>
        </a:p>
      </dgm:t>
    </dgm:pt>
    <dgm:pt modelId="{32B9B93C-0C04-4115-B85B-4B8452FF159D}" type="parTrans" cxnId="{E9E95713-3F1B-4705-8584-D03657F2FC0B}">
      <dgm:prSet/>
      <dgm:spPr/>
      <dgm:t>
        <a:bodyPr/>
        <a:lstStyle/>
        <a:p>
          <a:endParaRPr lang="en-US"/>
        </a:p>
      </dgm:t>
    </dgm:pt>
    <dgm:pt modelId="{A67FB740-C637-4109-A956-9F90A20DFDE4}" type="sibTrans" cxnId="{E9E95713-3F1B-4705-8584-D03657F2FC0B}">
      <dgm:prSet/>
      <dgm:spPr/>
      <dgm:t>
        <a:bodyPr/>
        <a:lstStyle/>
        <a:p>
          <a:endParaRPr lang="en-US"/>
        </a:p>
      </dgm:t>
    </dgm:pt>
    <dgm:pt modelId="{10BC3193-21F6-4E0E-B699-C087AAD49FB0}">
      <dgm:prSet/>
      <dgm:spPr/>
      <dgm:t>
        <a:bodyPr/>
        <a:lstStyle/>
        <a:p>
          <a:pPr>
            <a:lnSpc>
              <a:spcPct val="100000"/>
            </a:lnSpc>
            <a:defRPr cap="all"/>
          </a:pPr>
          <a:r>
            <a:rPr lang="en-US"/>
            <a:t>To control an LED using the output of the 555 timer IC. </a:t>
          </a:r>
        </a:p>
      </dgm:t>
    </dgm:pt>
    <dgm:pt modelId="{66904B0E-E482-49FD-92F4-FC835A436C14}" type="parTrans" cxnId="{D6DF1AD8-18A1-4B49-A84F-5112FC383205}">
      <dgm:prSet/>
      <dgm:spPr/>
      <dgm:t>
        <a:bodyPr/>
        <a:lstStyle/>
        <a:p>
          <a:endParaRPr lang="en-US"/>
        </a:p>
      </dgm:t>
    </dgm:pt>
    <dgm:pt modelId="{877EDB36-E105-4A89-B4AB-5675D629A516}" type="sibTrans" cxnId="{D6DF1AD8-18A1-4B49-A84F-5112FC383205}">
      <dgm:prSet/>
      <dgm:spPr/>
      <dgm:t>
        <a:bodyPr/>
        <a:lstStyle/>
        <a:p>
          <a:endParaRPr lang="en-US"/>
        </a:p>
      </dgm:t>
    </dgm:pt>
    <dgm:pt modelId="{7EF04D5C-DCB9-462C-8BC8-CE3F639EA8F4}">
      <dgm:prSet/>
      <dgm:spPr/>
      <dgm:t>
        <a:bodyPr/>
        <a:lstStyle/>
        <a:p>
          <a:pPr>
            <a:lnSpc>
              <a:spcPct val="100000"/>
            </a:lnSpc>
            <a:defRPr cap="all"/>
          </a:pPr>
          <a:r>
            <a:rPr lang="en-US"/>
            <a:t>To analyze the effect of timing capacitor value on the output pulse duration. </a:t>
          </a:r>
        </a:p>
      </dgm:t>
    </dgm:pt>
    <dgm:pt modelId="{DE3F0B54-8890-4735-A50B-19BD0B1BB633}" type="parTrans" cxnId="{E24FBD4E-2AE5-4740-918F-EBA2754770B3}">
      <dgm:prSet/>
      <dgm:spPr/>
      <dgm:t>
        <a:bodyPr/>
        <a:lstStyle/>
        <a:p>
          <a:endParaRPr lang="en-US"/>
        </a:p>
      </dgm:t>
    </dgm:pt>
    <dgm:pt modelId="{9221338D-F8A0-42BD-888C-17EDC6B3E051}" type="sibTrans" cxnId="{E24FBD4E-2AE5-4740-918F-EBA2754770B3}">
      <dgm:prSet/>
      <dgm:spPr/>
      <dgm:t>
        <a:bodyPr/>
        <a:lstStyle/>
        <a:p>
          <a:endParaRPr lang="en-US"/>
        </a:p>
      </dgm:t>
    </dgm:pt>
    <dgm:pt modelId="{365878FE-5E62-4F59-82D4-DF71B9865781}" type="pres">
      <dgm:prSet presAssocID="{F8DC5796-0CE3-46FB-BB6D-CCB8A00EEBCA}" presName="root" presStyleCnt="0">
        <dgm:presLayoutVars>
          <dgm:dir/>
          <dgm:resizeHandles val="exact"/>
        </dgm:presLayoutVars>
      </dgm:prSet>
      <dgm:spPr/>
    </dgm:pt>
    <dgm:pt modelId="{AC8B5CF1-E7DA-43D6-9812-B37FDE3EAD10}" type="pres">
      <dgm:prSet presAssocID="{D0D96C24-FEC1-44B3-86BD-685F1872D335}" presName="compNode" presStyleCnt="0"/>
      <dgm:spPr/>
    </dgm:pt>
    <dgm:pt modelId="{9413B25F-387C-475D-84DF-1A4CCCF2269F}" type="pres">
      <dgm:prSet presAssocID="{D0D96C24-FEC1-44B3-86BD-685F1872D335}" presName="iconBgRect" presStyleLbl="bgShp" presStyleIdx="0" presStyleCnt="5"/>
      <dgm:spPr/>
    </dgm:pt>
    <dgm:pt modelId="{CBCF6DB6-168A-46CE-9391-CDF186E7CD7C}" type="pres">
      <dgm:prSet presAssocID="{D0D96C24-FEC1-44B3-86BD-685F1872D33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nger"/>
        </a:ext>
      </dgm:extLst>
    </dgm:pt>
    <dgm:pt modelId="{AA5EC92E-B221-445D-8957-3B99E7956C8A}" type="pres">
      <dgm:prSet presAssocID="{D0D96C24-FEC1-44B3-86BD-685F1872D335}" presName="spaceRect" presStyleCnt="0"/>
      <dgm:spPr/>
    </dgm:pt>
    <dgm:pt modelId="{01313461-276A-4A3A-8683-1CF6C04F5C1D}" type="pres">
      <dgm:prSet presAssocID="{D0D96C24-FEC1-44B3-86BD-685F1872D335}" presName="textRect" presStyleLbl="revTx" presStyleIdx="0" presStyleCnt="5">
        <dgm:presLayoutVars>
          <dgm:chMax val="1"/>
          <dgm:chPref val="1"/>
        </dgm:presLayoutVars>
      </dgm:prSet>
      <dgm:spPr/>
    </dgm:pt>
    <dgm:pt modelId="{8493B323-5ADF-4C88-A926-BA1C720B2815}" type="pres">
      <dgm:prSet presAssocID="{E910510C-422A-4840-94E9-998146DA6BAA}" presName="sibTrans" presStyleCnt="0"/>
      <dgm:spPr/>
    </dgm:pt>
    <dgm:pt modelId="{7256373C-DCB3-4440-A1E8-B7A7FA1534FE}" type="pres">
      <dgm:prSet presAssocID="{FEB68AF5-AC83-45C7-BE0E-CD3FD866CC2E}" presName="compNode" presStyleCnt="0"/>
      <dgm:spPr/>
    </dgm:pt>
    <dgm:pt modelId="{E1A24BC6-D20F-41C1-97A2-FF60B8DFDB8E}" type="pres">
      <dgm:prSet presAssocID="{FEB68AF5-AC83-45C7-BE0E-CD3FD866CC2E}" presName="iconBgRect" presStyleLbl="bgShp" presStyleIdx="1" presStyleCnt="5"/>
      <dgm:spPr/>
    </dgm:pt>
    <dgm:pt modelId="{199EA15C-A429-4C6F-AFC9-32EF03FADCA5}" type="pres">
      <dgm:prSet presAssocID="{FEB68AF5-AC83-45C7-BE0E-CD3FD866CC2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8B08CE7F-21C2-4F19-834F-F184DF24789D}" type="pres">
      <dgm:prSet presAssocID="{FEB68AF5-AC83-45C7-BE0E-CD3FD866CC2E}" presName="spaceRect" presStyleCnt="0"/>
      <dgm:spPr/>
    </dgm:pt>
    <dgm:pt modelId="{E8682F8A-5879-4F62-880C-95DB1A7632EB}" type="pres">
      <dgm:prSet presAssocID="{FEB68AF5-AC83-45C7-BE0E-CD3FD866CC2E}" presName="textRect" presStyleLbl="revTx" presStyleIdx="1" presStyleCnt="5">
        <dgm:presLayoutVars>
          <dgm:chMax val="1"/>
          <dgm:chPref val="1"/>
        </dgm:presLayoutVars>
      </dgm:prSet>
      <dgm:spPr/>
    </dgm:pt>
    <dgm:pt modelId="{4DD055A5-28EA-474C-A64A-228F85056FDF}" type="pres">
      <dgm:prSet presAssocID="{A26F92C6-0381-4832-B1B3-B1037B42C5F0}" presName="sibTrans" presStyleCnt="0"/>
      <dgm:spPr/>
    </dgm:pt>
    <dgm:pt modelId="{8D124DCF-6E6F-4C36-A035-F388D968A3A3}" type="pres">
      <dgm:prSet presAssocID="{A6FA97AD-1D13-44FD-B331-A1A2B89AB390}" presName="compNode" presStyleCnt="0"/>
      <dgm:spPr/>
    </dgm:pt>
    <dgm:pt modelId="{1EB59C36-34C1-4FC1-8E05-747B76D35FF3}" type="pres">
      <dgm:prSet presAssocID="{A6FA97AD-1D13-44FD-B331-A1A2B89AB390}" presName="iconBgRect" presStyleLbl="bgShp" presStyleIdx="2" presStyleCnt="5"/>
      <dgm:spPr/>
    </dgm:pt>
    <dgm:pt modelId="{7DB6DC4E-FB9D-487D-903A-F7DB075AA538}" type="pres">
      <dgm:prSet presAssocID="{A6FA97AD-1D13-44FD-B331-A1A2B89AB39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ream"/>
        </a:ext>
      </dgm:extLst>
    </dgm:pt>
    <dgm:pt modelId="{2E242E27-41B8-473F-A274-A501D1408635}" type="pres">
      <dgm:prSet presAssocID="{A6FA97AD-1D13-44FD-B331-A1A2B89AB390}" presName="spaceRect" presStyleCnt="0"/>
      <dgm:spPr/>
    </dgm:pt>
    <dgm:pt modelId="{7691B036-3AAD-4F40-B113-C68C8AAE8A30}" type="pres">
      <dgm:prSet presAssocID="{A6FA97AD-1D13-44FD-B331-A1A2B89AB390}" presName="textRect" presStyleLbl="revTx" presStyleIdx="2" presStyleCnt="5">
        <dgm:presLayoutVars>
          <dgm:chMax val="1"/>
          <dgm:chPref val="1"/>
        </dgm:presLayoutVars>
      </dgm:prSet>
      <dgm:spPr/>
    </dgm:pt>
    <dgm:pt modelId="{90005A4C-74AB-4200-922C-E4FDE1FD0932}" type="pres">
      <dgm:prSet presAssocID="{A67FB740-C637-4109-A956-9F90A20DFDE4}" presName="sibTrans" presStyleCnt="0"/>
      <dgm:spPr/>
    </dgm:pt>
    <dgm:pt modelId="{BD888E9B-065B-4C80-BDDB-35C5E9E74389}" type="pres">
      <dgm:prSet presAssocID="{10BC3193-21F6-4E0E-B699-C087AAD49FB0}" presName="compNode" presStyleCnt="0"/>
      <dgm:spPr/>
    </dgm:pt>
    <dgm:pt modelId="{C23416B1-FF36-4F2A-826A-C1E6B94C6955}" type="pres">
      <dgm:prSet presAssocID="{10BC3193-21F6-4E0E-B699-C087AAD49FB0}" presName="iconBgRect" presStyleLbl="bgShp" presStyleIdx="3" presStyleCnt="5"/>
      <dgm:spPr/>
    </dgm:pt>
    <dgm:pt modelId="{FACB19A2-53E1-4DDF-911F-565D4F88BF8E}" type="pres">
      <dgm:prSet presAssocID="{10BC3193-21F6-4E0E-B699-C087AAD49FB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peed Bump"/>
        </a:ext>
      </dgm:extLst>
    </dgm:pt>
    <dgm:pt modelId="{981C2608-3112-4E27-B0BA-0C5A74CC408E}" type="pres">
      <dgm:prSet presAssocID="{10BC3193-21F6-4E0E-B699-C087AAD49FB0}" presName="spaceRect" presStyleCnt="0"/>
      <dgm:spPr/>
    </dgm:pt>
    <dgm:pt modelId="{4271545C-ACCE-4C76-AA2F-8A19862370AD}" type="pres">
      <dgm:prSet presAssocID="{10BC3193-21F6-4E0E-B699-C087AAD49FB0}" presName="textRect" presStyleLbl="revTx" presStyleIdx="3" presStyleCnt="5">
        <dgm:presLayoutVars>
          <dgm:chMax val="1"/>
          <dgm:chPref val="1"/>
        </dgm:presLayoutVars>
      </dgm:prSet>
      <dgm:spPr/>
    </dgm:pt>
    <dgm:pt modelId="{C712178C-DABD-4F49-B9A2-5DBE67B6FD33}" type="pres">
      <dgm:prSet presAssocID="{877EDB36-E105-4A89-B4AB-5675D629A516}" presName="sibTrans" presStyleCnt="0"/>
      <dgm:spPr/>
    </dgm:pt>
    <dgm:pt modelId="{9F6E3F1D-9BA4-44D7-99ED-2456ACAEE677}" type="pres">
      <dgm:prSet presAssocID="{7EF04D5C-DCB9-462C-8BC8-CE3F639EA8F4}" presName="compNode" presStyleCnt="0"/>
      <dgm:spPr/>
    </dgm:pt>
    <dgm:pt modelId="{096E90C4-968B-498D-BA8F-B804D3096225}" type="pres">
      <dgm:prSet presAssocID="{7EF04D5C-DCB9-462C-8BC8-CE3F639EA8F4}" presName="iconBgRect" presStyleLbl="bgShp" presStyleIdx="4" presStyleCnt="5"/>
      <dgm:spPr/>
    </dgm:pt>
    <dgm:pt modelId="{A4648A18-C5E3-4AF6-A4E6-DE0D40A478CD}" type="pres">
      <dgm:prSet presAssocID="{7EF04D5C-DCB9-462C-8BC8-CE3F639EA8F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isconnected"/>
        </a:ext>
      </dgm:extLst>
    </dgm:pt>
    <dgm:pt modelId="{12EB40DB-812B-41B8-AD5B-77DDDA132143}" type="pres">
      <dgm:prSet presAssocID="{7EF04D5C-DCB9-462C-8BC8-CE3F639EA8F4}" presName="spaceRect" presStyleCnt="0"/>
      <dgm:spPr/>
    </dgm:pt>
    <dgm:pt modelId="{FAE797B5-AA74-4C60-A797-E1C1808AAF9C}" type="pres">
      <dgm:prSet presAssocID="{7EF04D5C-DCB9-462C-8BC8-CE3F639EA8F4}" presName="textRect" presStyleLbl="revTx" presStyleIdx="4" presStyleCnt="5">
        <dgm:presLayoutVars>
          <dgm:chMax val="1"/>
          <dgm:chPref val="1"/>
        </dgm:presLayoutVars>
      </dgm:prSet>
      <dgm:spPr/>
    </dgm:pt>
  </dgm:ptLst>
  <dgm:cxnLst>
    <dgm:cxn modelId="{E9E95713-3F1B-4705-8584-D03657F2FC0B}" srcId="{F8DC5796-0CE3-46FB-BB6D-CCB8A00EEBCA}" destId="{A6FA97AD-1D13-44FD-B331-A1A2B89AB390}" srcOrd="2" destOrd="0" parTransId="{32B9B93C-0C04-4115-B85B-4B8452FF159D}" sibTransId="{A67FB740-C637-4109-A956-9F90A20DFDE4}"/>
    <dgm:cxn modelId="{E99CA71B-F26B-476D-B7BA-6E13B3EA7A1B}" srcId="{F8DC5796-0CE3-46FB-BB6D-CCB8A00EEBCA}" destId="{FEB68AF5-AC83-45C7-BE0E-CD3FD866CC2E}" srcOrd="1" destOrd="0" parTransId="{C3261CF2-6951-4BAB-BF86-2B872CEB0C1B}" sibTransId="{A26F92C6-0381-4832-B1B3-B1037B42C5F0}"/>
    <dgm:cxn modelId="{DAED0160-4993-45E1-8308-CC66F06C3FB4}" type="presOf" srcId="{7EF04D5C-DCB9-462C-8BC8-CE3F639EA8F4}" destId="{FAE797B5-AA74-4C60-A797-E1C1808AAF9C}" srcOrd="0" destOrd="0" presId="urn:microsoft.com/office/officeart/2018/5/layout/IconCircleLabelList"/>
    <dgm:cxn modelId="{E24FBD4E-2AE5-4740-918F-EBA2754770B3}" srcId="{F8DC5796-0CE3-46FB-BB6D-CCB8A00EEBCA}" destId="{7EF04D5C-DCB9-462C-8BC8-CE3F639EA8F4}" srcOrd="4" destOrd="0" parTransId="{DE3F0B54-8890-4735-A50B-19BD0B1BB633}" sibTransId="{9221338D-F8A0-42BD-888C-17EDC6B3E051}"/>
    <dgm:cxn modelId="{8A675B71-DDC3-4BA5-A629-B5D2E99D97AE}" type="presOf" srcId="{F8DC5796-0CE3-46FB-BB6D-CCB8A00EEBCA}" destId="{365878FE-5E62-4F59-82D4-DF71B9865781}" srcOrd="0" destOrd="0" presId="urn:microsoft.com/office/officeart/2018/5/layout/IconCircleLabelList"/>
    <dgm:cxn modelId="{5BA57180-6614-45C0-9052-293056E42E20}" type="presOf" srcId="{10BC3193-21F6-4E0E-B699-C087AAD49FB0}" destId="{4271545C-ACCE-4C76-AA2F-8A19862370AD}" srcOrd="0" destOrd="0" presId="urn:microsoft.com/office/officeart/2018/5/layout/IconCircleLabelList"/>
    <dgm:cxn modelId="{A966C583-FFB1-4A61-A21C-B237B396765F}" type="presOf" srcId="{FEB68AF5-AC83-45C7-BE0E-CD3FD866CC2E}" destId="{E8682F8A-5879-4F62-880C-95DB1A7632EB}" srcOrd="0" destOrd="0" presId="urn:microsoft.com/office/officeart/2018/5/layout/IconCircleLabelList"/>
    <dgm:cxn modelId="{E5375BA9-C244-4320-99DF-973531855EE2}" type="presOf" srcId="{A6FA97AD-1D13-44FD-B331-A1A2B89AB390}" destId="{7691B036-3AAD-4F40-B113-C68C8AAE8A30}" srcOrd="0" destOrd="0" presId="urn:microsoft.com/office/officeart/2018/5/layout/IconCircleLabelList"/>
    <dgm:cxn modelId="{9C2F50B6-8A62-4F7E-BBE2-DBD3967C2428}" srcId="{F8DC5796-0CE3-46FB-BB6D-CCB8A00EEBCA}" destId="{D0D96C24-FEC1-44B3-86BD-685F1872D335}" srcOrd="0" destOrd="0" parTransId="{D4F33A07-4CC5-4869-A52D-4E34707B95F2}" sibTransId="{E910510C-422A-4840-94E9-998146DA6BAA}"/>
    <dgm:cxn modelId="{D6DF1AD8-18A1-4B49-A84F-5112FC383205}" srcId="{F8DC5796-0CE3-46FB-BB6D-CCB8A00EEBCA}" destId="{10BC3193-21F6-4E0E-B699-C087AAD49FB0}" srcOrd="3" destOrd="0" parTransId="{66904B0E-E482-49FD-92F4-FC835A436C14}" sibTransId="{877EDB36-E105-4A89-B4AB-5675D629A516}"/>
    <dgm:cxn modelId="{E4D7EBFF-DDA3-4302-8696-FF96901A24D2}" type="presOf" srcId="{D0D96C24-FEC1-44B3-86BD-685F1872D335}" destId="{01313461-276A-4A3A-8683-1CF6C04F5C1D}" srcOrd="0" destOrd="0" presId="urn:microsoft.com/office/officeart/2018/5/layout/IconCircleLabelList"/>
    <dgm:cxn modelId="{E1F0FCB8-A441-4412-86EA-39A26C8D31EA}" type="presParOf" srcId="{365878FE-5E62-4F59-82D4-DF71B9865781}" destId="{AC8B5CF1-E7DA-43D6-9812-B37FDE3EAD10}" srcOrd="0" destOrd="0" presId="urn:microsoft.com/office/officeart/2018/5/layout/IconCircleLabelList"/>
    <dgm:cxn modelId="{D7B46766-0F67-4D39-8E6A-5F0422D8B4F1}" type="presParOf" srcId="{AC8B5CF1-E7DA-43D6-9812-B37FDE3EAD10}" destId="{9413B25F-387C-475D-84DF-1A4CCCF2269F}" srcOrd="0" destOrd="0" presId="urn:microsoft.com/office/officeart/2018/5/layout/IconCircleLabelList"/>
    <dgm:cxn modelId="{AFC4B74E-A517-4F92-AE1E-0476216D40B1}" type="presParOf" srcId="{AC8B5CF1-E7DA-43D6-9812-B37FDE3EAD10}" destId="{CBCF6DB6-168A-46CE-9391-CDF186E7CD7C}" srcOrd="1" destOrd="0" presId="urn:microsoft.com/office/officeart/2018/5/layout/IconCircleLabelList"/>
    <dgm:cxn modelId="{4F8722AD-AD6D-4CA7-B529-9DF0C0686486}" type="presParOf" srcId="{AC8B5CF1-E7DA-43D6-9812-B37FDE3EAD10}" destId="{AA5EC92E-B221-445D-8957-3B99E7956C8A}" srcOrd="2" destOrd="0" presId="urn:microsoft.com/office/officeart/2018/5/layout/IconCircleLabelList"/>
    <dgm:cxn modelId="{138A51CD-4F50-4E51-A18E-5515935BCF5E}" type="presParOf" srcId="{AC8B5CF1-E7DA-43D6-9812-B37FDE3EAD10}" destId="{01313461-276A-4A3A-8683-1CF6C04F5C1D}" srcOrd="3" destOrd="0" presId="urn:microsoft.com/office/officeart/2018/5/layout/IconCircleLabelList"/>
    <dgm:cxn modelId="{CF384CD2-5F55-46A0-B4D4-452D77440811}" type="presParOf" srcId="{365878FE-5E62-4F59-82D4-DF71B9865781}" destId="{8493B323-5ADF-4C88-A926-BA1C720B2815}" srcOrd="1" destOrd="0" presId="urn:microsoft.com/office/officeart/2018/5/layout/IconCircleLabelList"/>
    <dgm:cxn modelId="{F517B056-DF4A-4E23-91D1-644743334005}" type="presParOf" srcId="{365878FE-5E62-4F59-82D4-DF71B9865781}" destId="{7256373C-DCB3-4440-A1E8-B7A7FA1534FE}" srcOrd="2" destOrd="0" presId="urn:microsoft.com/office/officeart/2018/5/layout/IconCircleLabelList"/>
    <dgm:cxn modelId="{6B28D501-50BA-4AC8-A838-50ED3D56951E}" type="presParOf" srcId="{7256373C-DCB3-4440-A1E8-B7A7FA1534FE}" destId="{E1A24BC6-D20F-41C1-97A2-FF60B8DFDB8E}" srcOrd="0" destOrd="0" presId="urn:microsoft.com/office/officeart/2018/5/layout/IconCircleLabelList"/>
    <dgm:cxn modelId="{75B7E47D-1AF3-4697-AC64-83F4B149E9F8}" type="presParOf" srcId="{7256373C-DCB3-4440-A1E8-B7A7FA1534FE}" destId="{199EA15C-A429-4C6F-AFC9-32EF03FADCA5}" srcOrd="1" destOrd="0" presId="urn:microsoft.com/office/officeart/2018/5/layout/IconCircleLabelList"/>
    <dgm:cxn modelId="{E280007A-85B8-4B15-895E-8C7B9EC078AC}" type="presParOf" srcId="{7256373C-DCB3-4440-A1E8-B7A7FA1534FE}" destId="{8B08CE7F-21C2-4F19-834F-F184DF24789D}" srcOrd="2" destOrd="0" presId="urn:microsoft.com/office/officeart/2018/5/layout/IconCircleLabelList"/>
    <dgm:cxn modelId="{378B8642-AF78-4BBF-9836-B4BA3CC61BC6}" type="presParOf" srcId="{7256373C-DCB3-4440-A1E8-B7A7FA1534FE}" destId="{E8682F8A-5879-4F62-880C-95DB1A7632EB}" srcOrd="3" destOrd="0" presId="urn:microsoft.com/office/officeart/2018/5/layout/IconCircleLabelList"/>
    <dgm:cxn modelId="{4ED73571-9AA3-4CFB-AB2F-E5FED6645A3F}" type="presParOf" srcId="{365878FE-5E62-4F59-82D4-DF71B9865781}" destId="{4DD055A5-28EA-474C-A64A-228F85056FDF}" srcOrd="3" destOrd="0" presId="urn:microsoft.com/office/officeart/2018/5/layout/IconCircleLabelList"/>
    <dgm:cxn modelId="{F0C72027-ED2F-4B14-9DBF-CDB9A54E89E1}" type="presParOf" srcId="{365878FE-5E62-4F59-82D4-DF71B9865781}" destId="{8D124DCF-6E6F-4C36-A035-F388D968A3A3}" srcOrd="4" destOrd="0" presId="urn:microsoft.com/office/officeart/2018/5/layout/IconCircleLabelList"/>
    <dgm:cxn modelId="{348711DE-1EE0-42E6-BF55-CEF085D4BC3F}" type="presParOf" srcId="{8D124DCF-6E6F-4C36-A035-F388D968A3A3}" destId="{1EB59C36-34C1-4FC1-8E05-747B76D35FF3}" srcOrd="0" destOrd="0" presId="urn:microsoft.com/office/officeart/2018/5/layout/IconCircleLabelList"/>
    <dgm:cxn modelId="{18E1A207-4C57-43E5-B552-F78F08966812}" type="presParOf" srcId="{8D124DCF-6E6F-4C36-A035-F388D968A3A3}" destId="{7DB6DC4E-FB9D-487D-903A-F7DB075AA538}" srcOrd="1" destOrd="0" presId="urn:microsoft.com/office/officeart/2018/5/layout/IconCircleLabelList"/>
    <dgm:cxn modelId="{2EBD3142-9FE4-429E-83DC-7879B799FE2E}" type="presParOf" srcId="{8D124DCF-6E6F-4C36-A035-F388D968A3A3}" destId="{2E242E27-41B8-473F-A274-A501D1408635}" srcOrd="2" destOrd="0" presId="urn:microsoft.com/office/officeart/2018/5/layout/IconCircleLabelList"/>
    <dgm:cxn modelId="{3ABF950A-1375-421B-9CB0-9559DA5342AF}" type="presParOf" srcId="{8D124DCF-6E6F-4C36-A035-F388D968A3A3}" destId="{7691B036-3AAD-4F40-B113-C68C8AAE8A30}" srcOrd="3" destOrd="0" presId="urn:microsoft.com/office/officeart/2018/5/layout/IconCircleLabelList"/>
    <dgm:cxn modelId="{B76928A6-DC5A-4ABA-944D-BC6EA79FFD88}" type="presParOf" srcId="{365878FE-5E62-4F59-82D4-DF71B9865781}" destId="{90005A4C-74AB-4200-922C-E4FDE1FD0932}" srcOrd="5" destOrd="0" presId="urn:microsoft.com/office/officeart/2018/5/layout/IconCircleLabelList"/>
    <dgm:cxn modelId="{97D24E0A-A36B-4474-9301-A0E81311183B}" type="presParOf" srcId="{365878FE-5E62-4F59-82D4-DF71B9865781}" destId="{BD888E9B-065B-4C80-BDDB-35C5E9E74389}" srcOrd="6" destOrd="0" presId="urn:microsoft.com/office/officeart/2018/5/layout/IconCircleLabelList"/>
    <dgm:cxn modelId="{48D07AF7-A413-4FB7-82DB-5140BDB92869}" type="presParOf" srcId="{BD888E9B-065B-4C80-BDDB-35C5E9E74389}" destId="{C23416B1-FF36-4F2A-826A-C1E6B94C6955}" srcOrd="0" destOrd="0" presId="urn:microsoft.com/office/officeart/2018/5/layout/IconCircleLabelList"/>
    <dgm:cxn modelId="{BF5EE8A5-03C4-4D78-BF2D-BF374B1A7200}" type="presParOf" srcId="{BD888E9B-065B-4C80-BDDB-35C5E9E74389}" destId="{FACB19A2-53E1-4DDF-911F-565D4F88BF8E}" srcOrd="1" destOrd="0" presId="urn:microsoft.com/office/officeart/2018/5/layout/IconCircleLabelList"/>
    <dgm:cxn modelId="{4A44C697-C6D9-4B43-8341-2A87A0E8757A}" type="presParOf" srcId="{BD888E9B-065B-4C80-BDDB-35C5E9E74389}" destId="{981C2608-3112-4E27-B0BA-0C5A74CC408E}" srcOrd="2" destOrd="0" presId="urn:microsoft.com/office/officeart/2018/5/layout/IconCircleLabelList"/>
    <dgm:cxn modelId="{2458FCFE-BAF7-43C8-83B1-150303054790}" type="presParOf" srcId="{BD888E9B-065B-4C80-BDDB-35C5E9E74389}" destId="{4271545C-ACCE-4C76-AA2F-8A19862370AD}" srcOrd="3" destOrd="0" presId="urn:microsoft.com/office/officeart/2018/5/layout/IconCircleLabelList"/>
    <dgm:cxn modelId="{682C7255-1FDE-4FF6-98AE-AC4341200558}" type="presParOf" srcId="{365878FE-5E62-4F59-82D4-DF71B9865781}" destId="{C712178C-DABD-4F49-B9A2-5DBE67B6FD33}" srcOrd="7" destOrd="0" presId="urn:microsoft.com/office/officeart/2018/5/layout/IconCircleLabelList"/>
    <dgm:cxn modelId="{96B063D4-2D98-4E7A-BE32-D5F725C23464}" type="presParOf" srcId="{365878FE-5E62-4F59-82D4-DF71B9865781}" destId="{9F6E3F1D-9BA4-44D7-99ED-2456ACAEE677}" srcOrd="8" destOrd="0" presId="urn:microsoft.com/office/officeart/2018/5/layout/IconCircleLabelList"/>
    <dgm:cxn modelId="{D2D70867-A0B1-4645-8EFA-9C2A7CFA5180}" type="presParOf" srcId="{9F6E3F1D-9BA4-44D7-99ED-2456ACAEE677}" destId="{096E90C4-968B-498D-BA8F-B804D3096225}" srcOrd="0" destOrd="0" presId="urn:microsoft.com/office/officeart/2018/5/layout/IconCircleLabelList"/>
    <dgm:cxn modelId="{CFBBC26C-D198-4A92-B312-99575908BF95}" type="presParOf" srcId="{9F6E3F1D-9BA4-44D7-99ED-2456ACAEE677}" destId="{A4648A18-C5E3-4AF6-A4E6-DE0D40A478CD}" srcOrd="1" destOrd="0" presId="urn:microsoft.com/office/officeart/2018/5/layout/IconCircleLabelList"/>
    <dgm:cxn modelId="{482F04CB-5DE7-400B-8DE1-1846B031E78E}" type="presParOf" srcId="{9F6E3F1D-9BA4-44D7-99ED-2456ACAEE677}" destId="{12EB40DB-812B-41B8-AD5B-77DDDA132143}" srcOrd="2" destOrd="0" presId="urn:microsoft.com/office/officeart/2018/5/layout/IconCircleLabelList"/>
    <dgm:cxn modelId="{BD54EFC4-312B-417D-8955-8D6BC5C13C5E}" type="presParOf" srcId="{9F6E3F1D-9BA4-44D7-99ED-2456ACAEE677}" destId="{FAE797B5-AA74-4C60-A797-E1C1808AAF9C}"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252410-3873-42E0-A0E6-F48476A9A79D}"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1F53A1C1-6DBC-4593-B9E3-4FCAC768887E}">
      <dgm:prSet/>
      <dgm:spPr/>
      <dgm:t>
        <a:bodyPr/>
        <a:lstStyle/>
        <a:p>
          <a:r>
            <a:rPr lang="en-US"/>
            <a:t>555 Timer IC</a:t>
          </a:r>
        </a:p>
      </dgm:t>
    </dgm:pt>
    <dgm:pt modelId="{BA080D50-3422-4898-9A90-F68271D85F0E}" type="parTrans" cxnId="{FA68C3AC-D95E-42E8-8B62-8BDE0ED19444}">
      <dgm:prSet/>
      <dgm:spPr/>
      <dgm:t>
        <a:bodyPr/>
        <a:lstStyle/>
        <a:p>
          <a:endParaRPr lang="en-US"/>
        </a:p>
      </dgm:t>
    </dgm:pt>
    <dgm:pt modelId="{F59B7FB8-673D-4C22-9743-F2160017B1A7}" type="sibTrans" cxnId="{FA68C3AC-D95E-42E8-8B62-8BDE0ED19444}">
      <dgm:prSet/>
      <dgm:spPr/>
      <dgm:t>
        <a:bodyPr/>
        <a:lstStyle/>
        <a:p>
          <a:endParaRPr lang="en-US"/>
        </a:p>
      </dgm:t>
    </dgm:pt>
    <dgm:pt modelId="{E3BEBAE3-AC9E-4FFA-854D-6904044CFC65}">
      <dgm:prSet/>
      <dgm:spPr/>
      <dgm:t>
        <a:bodyPr/>
        <a:lstStyle/>
        <a:p>
          <a:r>
            <a:rPr lang="en-US"/>
            <a:t>Condenser Microphone</a:t>
          </a:r>
        </a:p>
      </dgm:t>
    </dgm:pt>
    <dgm:pt modelId="{3836E4BB-B515-476E-AB86-0F3E628ADA3E}" type="parTrans" cxnId="{54AF8745-3EFC-4101-B54E-B02B4A0E5507}">
      <dgm:prSet/>
      <dgm:spPr/>
      <dgm:t>
        <a:bodyPr/>
        <a:lstStyle/>
        <a:p>
          <a:endParaRPr lang="en-US"/>
        </a:p>
      </dgm:t>
    </dgm:pt>
    <dgm:pt modelId="{DB1F0E75-5709-4D6B-A51D-005D5B1AE593}" type="sibTrans" cxnId="{54AF8745-3EFC-4101-B54E-B02B4A0E5507}">
      <dgm:prSet/>
      <dgm:spPr/>
      <dgm:t>
        <a:bodyPr/>
        <a:lstStyle/>
        <a:p>
          <a:endParaRPr lang="en-US"/>
        </a:p>
      </dgm:t>
    </dgm:pt>
    <dgm:pt modelId="{2DB01A25-C635-4675-8F70-F106149912CC}">
      <dgm:prSet/>
      <dgm:spPr/>
      <dgm:t>
        <a:bodyPr/>
        <a:lstStyle/>
        <a:p>
          <a:r>
            <a:rPr lang="en-US"/>
            <a:t>Transistor: BC547</a:t>
          </a:r>
        </a:p>
      </dgm:t>
    </dgm:pt>
    <dgm:pt modelId="{527694DF-101D-4BE1-9D55-74DB70C137E8}" type="parTrans" cxnId="{D2115ADD-DF96-4BC3-8114-CB3ED6BD782D}">
      <dgm:prSet/>
      <dgm:spPr/>
      <dgm:t>
        <a:bodyPr/>
        <a:lstStyle/>
        <a:p>
          <a:endParaRPr lang="en-US"/>
        </a:p>
      </dgm:t>
    </dgm:pt>
    <dgm:pt modelId="{FC36E000-DFDB-43AE-8BCC-169D9DB301E8}" type="sibTrans" cxnId="{D2115ADD-DF96-4BC3-8114-CB3ED6BD782D}">
      <dgm:prSet/>
      <dgm:spPr/>
      <dgm:t>
        <a:bodyPr/>
        <a:lstStyle/>
        <a:p>
          <a:endParaRPr lang="en-US"/>
        </a:p>
      </dgm:t>
    </dgm:pt>
    <dgm:pt modelId="{678FBA9E-8A70-4EFA-9DC3-CFD5C5BEB3A8}">
      <dgm:prSet/>
      <dgm:spPr/>
      <dgm:t>
        <a:bodyPr/>
        <a:lstStyle/>
        <a:p>
          <a:r>
            <a:rPr lang="en-US"/>
            <a:t>Resistors: 100K, 47K, 1K, 330</a:t>
          </a:r>
          <a:r>
            <a:rPr lang="el-GR"/>
            <a:t>Ω </a:t>
          </a:r>
          <a:endParaRPr lang="en-US"/>
        </a:p>
      </dgm:t>
    </dgm:pt>
    <dgm:pt modelId="{0A6867A8-CC9E-4F4F-9C58-4956F7EFCB3C}" type="parTrans" cxnId="{17328B3B-1103-4979-8D27-F3F50D9DFA95}">
      <dgm:prSet/>
      <dgm:spPr/>
      <dgm:t>
        <a:bodyPr/>
        <a:lstStyle/>
        <a:p>
          <a:endParaRPr lang="en-US"/>
        </a:p>
      </dgm:t>
    </dgm:pt>
    <dgm:pt modelId="{9ADF07EB-9B2E-4E0F-B7BC-9254E7806863}" type="sibTrans" cxnId="{17328B3B-1103-4979-8D27-F3F50D9DFA95}">
      <dgm:prSet/>
      <dgm:spPr/>
      <dgm:t>
        <a:bodyPr/>
        <a:lstStyle/>
        <a:p>
          <a:endParaRPr lang="en-US"/>
        </a:p>
      </dgm:t>
    </dgm:pt>
    <dgm:pt modelId="{9277E6E9-DFE9-4BE7-9FA5-A2C2BAC70EDC}">
      <dgm:prSet/>
      <dgm:spPr/>
      <dgm:t>
        <a:bodyPr/>
        <a:lstStyle/>
        <a:p>
          <a:r>
            <a:rPr lang="en-US"/>
            <a:t>Capacitor: 10 µF</a:t>
          </a:r>
        </a:p>
      </dgm:t>
    </dgm:pt>
    <dgm:pt modelId="{F6739F31-7997-4A5B-9147-AB23C2B693EC}" type="parTrans" cxnId="{2414FEC5-9C24-4C52-B661-F294C47E9089}">
      <dgm:prSet/>
      <dgm:spPr/>
      <dgm:t>
        <a:bodyPr/>
        <a:lstStyle/>
        <a:p>
          <a:endParaRPr lang="en-US"/>
        </a:p>
      </dgm:t>
    </dgm:pt>
    <dgm:pt modelId="{9DB764ED-9F3A-43EA-84C4-D626909C359C}" type="sibTrans" cxnId="{2414FEC5-9C24-4C52-B661-F294C47E9089}">
      <dgm:prSet/>
      <dgm:spPr/>
      <dgm:t>
        <a:bodyPr/>
        <a:lstStyle/>
        <a:p>
          <a:endParaRPr lang="en-US"/>
        </a:p>
      </dgm:t>
    </dgm:pt>
    <dgm:pt modelId="{84599F64-6D31-4B68-B28C-1B1DC19453E0}">
      <dgm:prSet/>
      <dgm:spPr/>
      <dgm:t>
        <a:bodyPr/>
        <a:lstStyle/>
        <a:p>
          <a:r>
            <a:rPr lang="en-US"/>
            <a:t>LED</a:t>
          </a:r>
        </a:p>
      </dgm:t>
    </dgm:pt>
    <dgm:pt modelId="{2816EF41-A6B1-4B19-98CE-C7376EB319E7}" type="parTrans" cxnId="{3CA014DE-E2C4-436E-A36E-096DF7BC4C91}">
      <dgm:prSet/>
      <dgm:spPr/>
      <dgm:t>
        <a:bodyPr/>
        <a:lstStyle/>
        <a:p>
          <a:endParaRPr lang="en-US"/>
        </a:p>
      </dgm:t>
    </dgm:pt>
    <dgm:pt modelId="{5EA7FA3E-16DF-4665-A4E0-AF4BA38947B0}" type="sibTrans" cxnId="{3CA014DE-E2C4-436E-A36E-096DF7BC4C91}">
      <dgm:prSet/>
      <dgm:spPr/>
      <dgm:t>
        <a:bodyPr/>
        <a:lstStyle/>
        <a:p>
          <a:endParaRPr lang="en-US"/>
        </a:p>
      </dgm:t>
    </dgm:pt>
    <dgm:pt modelId="{BF7A3E6D-ED43-4ABB-9690-6FE33B52F1CD}">
      <dgm:prSet/>
      <dgm:spPr/>
      <dgm:t>
        <a:bodyPr/>
        <a:lstStyle/>
        <a:p>
          <a:r>
            <a:rPr lang="en-US"/>
            <a:t>9V Battery</a:t>
          </a:r>
        </a:p>
      </dgm:t>
    </dgm:pt>
    <dgm:pt modelId="{F74C7D10-0FA0-4E92-977C-6FBF36DDCB8F}" type="parTrans" cxnId="{AAF2D1AA-8CD5-48D3-B07B-E6B8F8E0810A}">
      <dgm:prSet/>
      <dgm:spPr/>
      <dgm:t>
        <a:bodyPr/>
        <a:lstStyle/>
        <a:p>
          <a:endParaRPr lang="en-US"/>
        </a:p>
      </dgm:t>
    </dgm:pt>
    <dgm:pt modelId="{A54CCC1A-DAD2-423E-B6BB-792E3CE402C0}" type="sibTrans" cxnId="{AAF2D1AA-8CD5-48D3-B07B-E6B8F8E0810A}">
      <dgm:prSet/>
      <dgm:spPr/>
      <dgm:t>
        <a:bodyPr/>
        <a:lstStyle/>
        <a:p>
          <a:endParaRPr lang="en-US"/>
        </a:p>
      </dgm:t>
    </dgm:pt>
    <dgm:pt modelId="{859ADCF5-22F4-4F6C-B412-003FF63D2C5F}">
      <dgm:prSet/>
      <dgm:spPr/>
      <dgm:t>
        <a:bodyPr/>
        <a:lstStyle/>
        <a:p>
          <a:r>
            <a:rPr lang="en-US"/>
            <a:t>Breadboard and Connector Wires</a:t>
          </a:r>
        </a:p>
      </dgm:t>
    </dgm:pt>
    <dgm:pt modelId="{CED1F186-49E8-4ACA-9559-3CCBDE259F46}" type="parTrans" cxnId="{6BCF8D6C-E880-47CB-B54C-AFFD0F2D31FD}">
      <dgm:prSet/>
      <dgm:spPr/>
      <dgm:t>
        <a:bodyPr/>
        <a:lstStyle/>
        <a:p>
          <a:endParaRPr lang="en-US"/>
        </a:p>
      </dgm:t>
    </dgm:pt>
    <dgm:pt modelId="{77037575-D143-456D-8490-6C82882C126F}" type="sibTrans" cxnId="{6BCF8D6C-E880-47CB-B54C-AFFD0F2D31FD}">
      <dgm:prSet/>
      <dgm:spPr/>
      <dgm:t>
        <a:bodyPr/>
        <a:lstStyle/>
        <a:p>
          <a:endParaRPr lang="en-US"/>
        </a:p>
      </dgm:t>
    </dgm:pt>
    <dgm:pt modelId="{1C27D5BC-3E54-4A4C-9D21-4D7D040A5544}" type="pres">
      <dgm:prSet presAssocID="{91252410-3873-42E0-A0E6-F48476A9A79D}" presName="diagram" presStyleCnt="0">
        <dgm:presLayoutVars>
          <dgm:dir/>
          <dgm:resizeHandles val="exact"/>
        </dgm:presLayoutVars>
      </dgm:prSet>
      <dgm:spPr/>
    </dgm:pt>
    <dgm:pt modelId="{884E709E-5931-480D-A8F3-292BF415A1FE}" type="pres">
      <dgm:prSet presAssocID="{1F53A1C1-6DBC-4593-B9E3-4FCAC768887E}" presName="node" presStyleLbl="node1" presStyleIdx="0" presStyleCnt="8">
        <dgm:presLayoutVars>
          <dgm:bulletEnabled val="1"/>
        </dgm:presLayoutVars>
      </dgm:prSet>
      <dgm:spPr/>
    </dgm:pt>
    <dgm:pt modelId="{95E492E5-F986-43FB-830F-C65E4330F6C8}" type="pres">
      <dgm:prSet presAssocID="{F59B7FB8-673D-4C22-9743-F2160017B1A7}" presName="sibTrans" presStyleCnt="0"/>
      <dgm:spPr/>
    </dgm:pt>
    <dgm:pt modelId="{4DEA0E6D-3F2E-40B3-9DEA-D6ABCE1A70B9}" type="pres">
      <dgm:prSet presAssocID="{E3BEBAE3-AC9E-4FFA-854D-6904044CFC65}" presName="node" presStyleLbl="node1" presStyleIdx="1" presStyleCnt="8">
        <dgm:presLayoutVars>
          <dgm:bulletEnabled val="1"/>
        </dgm:presLayoutVars>
      </dgm:prSet>
      <dgm:spPr/>
    </dgm:pt>
    <dgm:pt modelId="{7BAC2F72-3853-4581-AC4C-7DA40E999A18}" type="pres">
      <dgm:prSet presAssocID="{DB1F0E75-5709-4D6B-A51D-005D5B1AE593}" presName="sibTrans" presStyleCnt="0"/>
      <dgm:spPr/>
    </dgm:pt>
    <dgm:pt modelId="{1FB80BF9-578C-44CE-ADE0-1112F3A801AA}" type="pres">
      <dgm:prSet presAssocID="{2DB01A25-C635-4675-8F70-F106149912CC}" presName="node" presStyleLbl="node1" presStyleIdx="2" presStyleCnt="8">
        <dgm:presLayoutVars>
          <dgm:bulletEnabled val="1"/>
        </dgm:presLayoutVars>
      </dgm:prSet>
      <dgm:spPr/>
    </dgm:pt>
    <dgm:pt modelId="{83A826AF-E7AE-49A5-8E6E-9C08E55BB71C}" type="pres">
      <dgm:prSet presAssocID="{FC36E000-DFDB-43AE-8BCC-169D9DB301E8}" presName="sibTrans" presStyleCnt="0"/>
      <dgm:spPr/>
    </dgm:pt>
    <dgm:pt modelId="{FA54EEED-CCC8-4A1B-9DA4-DC4FD08BAC3F}" type="pres">
      <dgm:prSet presAssocID="{678FBA9E-8A70-4EFA-9DC3-CFD5C5BEB3A8}" presName="node" presStyleLbl="node1" presStyleIdx="3" presStyleCnt="8">
        <dgm:presLayoutVars>
          <dgm:bulletEnabled val="1"/>
        </dgm:presLayoutVars>
      </dgm:prSet>
      <dgm:spPr/>
    </dgm:pt>
    <dgm:pt modelId="{0F1D2C5E-1D87-4097-8D6B-4CEC677A3426}" type="pres">
      <dgm:prSet presAssocID="{9ADF07EB-9B2E-4E0F-B7BC-9254E7806863}" presName="sibTrans" presStyleCnt="0"/>
      <dgm:spPr/>
    </dgm:pt>
    <dgm:pt modelId="{EB3B9052-AD33-40DF-8BBF-0E5CB0E926F1}" type="pres">
      <dgm:prSet presAssocID="{9277E6E9-DFE9-4BE7-9FA5-A2C2BAC70EDC}" presName="node" presStyleLbl="node1" presStyleIdx="4" presStyleCnt="8">
        <dgm:presLayoutVars>
          <dgm:bulletEnabled val="1"/>
        </dgm:presLayoutVars>
      </dgm:prSet>
      <dgm:spPr/>
    </dgm:pt>
    <dgm:pt modelId="{8737F44E-8316-4E1A-9263-B63793202209}" type="pres">
      <dgm:prSet presAssocID="{9DB764ED-9F3A-43EA-84C4-D626909C359C}" presName="sibTrans" presStyleCnt="0"/>
      <dgm:spPr/>
    </dgm:pt>
    <dgm:pt modelId="{FCF465F0-4338-42C2-A30A-CFF385695055}" type="pres">
      <dgm:prSet presAssocID="{84599F64-6D31-4B68-B28C-1B1DC19453E0}" presName="node" presStyleLbl="node1" presStyleIdx="5" presStyleCnt="8">
        <dgm:presLayoutVars>
          <dgm:bulletEnabled val="1"/>
        </dgm:presLayoutVars>
      </dgm:prSet>
      <dgm:spPr/>
    </dgm:pt>
    <dgm:pt modelId="{9E0B77B6-2B7F-477F-BE9F-9C604C8E0878}" type="pres">
      <dgm:prSet presAssocID="{5EA7FA3E-16DF-4665-A4E0-AF4BA38947B0}" presName="sibTrans" presStyleCnt="0"/>
      <dgm:spPr/>
    </dgm:pt>
    <dgm:pt modelId="{098E9999-EFA6-43E3-B441-092C12AB1676}" type="pres">
      <dgm:prSet presAssocID="{BF7A3E6D-ED43-4ABB-9690-6FE33B52F1CD}" presName="node" presStyleLbl="node1" presStyleIdx="6" presStyleCnt="8">
        <dgm:presLayoutVars>
          <dgm:bulletEnabled val="1"/>
        </dgm:presLayoutVars>
      </dgm:prSet>
      <dgm:spPr/>
    </dgm:pt>
    <dgm:pt modelId="{7CE55107-127E-4370-B833-4D64973050D9}" type="pres">
      <dgm:prSet presAssocID="{A54CCC1A-DAD2-423E-B6BB-792E3CE402C0}" presName="sibTrans" presStyleCnt="0"/>
      <dgm:spPr/>
    </dgm:pt>
    <dgm:pt modelId="{FB6B0E51-899E-4FB0-9A72-88D701A70737}" type="pres">
      <dgm:prSet presAssocID="{859ADCF5-22F4-4F6C-B412-003FF63D2C5F}" presName="node" presStyleLbl="node1" presStyleIdx="7" presStyleCnt="8">
        <dgm:presLayoutVars>
          <dgm:bulletEnabled val="1"/>
        </dgm:presLayoutVars>
      </dgm:prSet>
      <dgm:spPr/>
    </dgm:pt>
  </dgm:ptLst>
  <dgm:cxnLst>
    <dgm:cxn modelId="{2B04AD25-FA63-4756-A0CF-EA6B1D9CAA8E}" type="presOf" srcId="{678FBA9E-8A70-4EFA-9DC3-CFD5C5BEB3A8}" destId="{FA54EEED-CCC8-4A1B-9DA4-DC4FD08BAC3F}" srcOrd="0" destOrd="0" presId="urn:microsoft.com/office/officeart/2005/8/layout/default"/>
    <dgm:cxn modelId="{D3CAB927-F372-4BD5-90C0-0EBFDF8C2DD9}" type="presOf" srcId="{E3BEBAE3-AC9E-4FFA-854D-6904044CFC65}" destId="{4DEA0E6D-3F2E-40B3-9DEA-D6ABCE1A70B9}" srcOrd="0" destOrd="0" presId="urn:microsoft.com/office/officeart/2005/8/layout/default"/>
    <dgm:cxn modelId="{F1E0103A-2B0F-4E9E-B8D5-43B8229B32CA}" type="presOf" srcId="{91252410-3873-42E0-A0E6-F48476A9A79D}" destId="{1C27D5BC-3E54-4A4C-9D21-4D7D040A5544}" srcOrd="0" destOrd="0" presId="urn:microsoft.com/office/officeart/2005/8/layout/default"/>
    <dgm:cxn modelId="{17328B3B-1103-4979-8D27-F3F50D9DFA95}" srcId="{91252410-3873-42E0-A0E6-F48476A9A79D}" destId="{678FBA9E-8A70-4EFA-9DC3-CFD5C5BEB3A8}" srcOrd="3" destOrd="0" parTransId="{0A6867A8-CC9E-4F4F-9C58-4956F7EFCB3C}" sibTransId="{9ADF07EB-9B2E-4E0F-B7BC-9254E7806863}"/>
    <dgm:cxn modelId="{E041A33E-DDE9-4126-9DCE-895BEC8D6B50}" type="presOf" srcId="{9277E6E9-DFE9-4BE7-9FA5-A2C2BAC70EDC}" destId="{EB3B9052-AD33-40DF-8BBF-0E5CB0E926F1}" srcOrd="0" destOrd="0" presId="urn:microsoft.com/office/officeart/2005/8/layout/default"/>
    <dgm:cxn modelId="{DFE8C642-975F-4C4F-AFE1-3115D161AEE0}" type="presOf" srcId="{859ADCF5-22F4-4F6C-B412-003FF63D2C5F}" destId="{FB6B0E51-899E-4FB0-9A72-88D701A70737}" srcOrd="0" destOrd="0" presId="urn:microsoft.com/office/officeart/2005/8/layout/default"/>
    <dgm:cxn modelId="{54AF8745-3EFC-4101-B54E-B02B4A0E5507}" srcId="{91252410-3873-42E0-A0E6-F48476A9A79D}" destId="{E3BEBAE3-AC9E-4FFA-854D-6904044CFC65}" srcOrd="1" destOrd="0" parTransId="{3836E4BB-B515-476E-AB86-0F3E628ADA3E}" sibTransId="{DB1F0E75-5709-4D6B-A51D-005D5B1AE593}"/>
    <dgm:cxn modelId="{6BCF8D6C-E880-47CB-B54C-AFFD0F2D31FD}" srcId="{91252410-3873-42E0-A0E6-F48476A9A79D}" destId="{859ADCF5-22F4-4F6C-B412-003FF63D2C5F}" srcOrd="7" destOrd="0" parTransId="{CED1F186-49E8-4ACA-9559-3CCBDE259F46}" sibTransId="{77037575-D143-456D-8490-6C82882C126F}"/>
    <dgm:cxn modelId="{D2145583-4576-499B-A901-0CC9A3EE1C96}" type="presOf" srcId="{1F53A1C1-6DBC-4593-B9E3-4FCAC768887E}" destId="{884E709E-5931-480D-A8F3-292BF415A1FE}" srcOrd="0" destOrd="0" presId="urn:microsoft.com/office/officeart/2005/8/layout/default"/>
    <dgm:cxn modelId="{AAF2D1AA-8CD5-48D3-B07B-E6B8F8E0810A}" srcId="{91252410-3873-42E0-A0E6-F48476A9A79D}" destId="{BF7A3E6D-ED43-4ABB-9690-6FE33B52F1CD}" srcOrd="6" destOrd="0" parTransId="{F74C7D10-0FA0-4E92-977C-6FBF36DDCB8F}" sibTransId="{A54CCC1A-DAD2-423E-B6BB-792E3CE402C0}"/>
    <dgm:cxn modelId="{FA68C3AC-D95E-42E8-8B62-8BDE0ED19444}" srcId="{91252410-3873-42E0-A0E6-F48476A9A79D}" destId="{1F53A1C1-6DBC-4593-B9E3-4FCAC768887E}" srcOrd="0" destOrd="0" parTransId="{BA080D50-3422-4898-9A90-F68271D85F0E}" sibTransId="{F59B7FB8-673D-4C22-9743-F2160017B1A7}"/>
    <dgm:cxn modelId="{2414FEC5-9C24-4C52-B661-F294C47E9089}" srcId="{91252410-3873-42E0-A0E6-F48476A9A79D}" destId="{9277E6E9-DFE9-4BE7-9FA5-A2C2BAC70EDC}" srcOrd="4" destOrd="0" parTransId="{F6739F31-7997-4A5B-9147-AB23C2B693EC}" sibTransId="{9DB764ED-9F3A-43EA-84C4-D626909C359C}"/>
    <dgm:cxn modelId="{D2115ADD-DF96-4BC3-8114-CB3ED6BD782D}" srcId="{91252410-3873-42E0-A0E6-F48476A9A79D}" destId="{2DB01A25-C635-4675-8F70-F106149912CC}" srcOrd="2" destOrd="0" parTransId="{527694DF-101D-4BE1-9D55-74DB70C137E8}" sibTransId="{FC36E000-DFDB-43AE-8BCC-169D9DB301E8}"/>
    <dgm:cxn modelId="{3CA014DE-E2C4-436E-A36E-096DF7BC4C91}" srcId="{91252410-3873-42E0-A0E6-F48476A9A79D}" destId="{84599F64-6D31-4B68-B28C-1B1DC19453E0}" srcOrd="5" destOrd="0" parTransId="{2816EF41-A6B1-4B19-98CE-C7376EB319E7}" sibTransId="{5EA7FA3E-16DF-4665-A4E0-AF4BA38947B0}"/>
    <dgm:cxn modelId="{991B0FEF-B5F9-4ACB-B69C-4C5FAC25ACAB}" type="presOf" srcId="{2DB01A25-C635-4675-8F70-F106149912CC}" destId="{1FB80BF9-578C-44CE-ADE0-1112F3A801AA}" srcOrd="0" destOrd="0" presId="urn:microsoft.com/office/officeart/2005/8/layout/default"/>
    <dgm:cxn modelId="{F007A7F6-FB97-417C-B3E1-5E684200D785}" type="presOf" srcId="{84599F64-6D31-4B68-B28C-1B1DC19453E0}" destId="{FCF465F0-4338-42C2-A30A-CFF385695055}" srcOrd="0" destOrd="0" presId="urn:microsoft.com/office/officeart/2005/8/layout/default"/>
    <dgm:cxn modelId="{4B9E2FFD-9BF2-4EC8-8F29-A70D0B4D2758}" type="presOf" srcId="{BF7A3E6D-ED43-4ABB-9690-6FE33B52F1CD}" destId="{098E9999-EFA6-43E3-B441-092C12AB1676}" srcOrd="0" destOrd="0" presId="urn:microsoft.com/office/officeart/2005/8/layout/default"/>
    <dgm:cxn modelId="{0887DF0E-AEA5-4539-8606-AEA96759B02A}" type="presParOf" srcId="{1C27D5BC-3E54-4A4C-9D21-4D7D040A5544}" destId="{884E709E-5931-480D-A8F3-292BF415A1FE}" srcOrd="0" destOrd="0" presId="urn:microsoft.com/office/officeart/2005/8/layout/default"/>
    <dgm:cxn modelId="{4D1FDD82-4B47-4A3B-B799-58B0CF88109E}" type="presParOf" srcId="{1C27D5BC-3E54-4A4C-9D21-4D7D040A5544}" destId="{95E492E5-F986-43FB-830F-C65E4330F6C8}" srcOrd="1" destOrd="0" presId="urn:microsoft.com/office/officeart/2005/8/layout/default"/>
    <dgm:cxn modelId="{BAFBED8B-2326-45B0-9A95-1BBA77520A19}" type="presParOf" srcId="{1C27D5BC-3E54-4A4C-9D21-4D7D040A5544}" destId="{4DEA0E6D-3F2E-40B3-9DEA-D6ABCE1A70B9}" srcOrd="2" destOrd="0" presId="urn:microsoft.com/office/officeart/2005/8/layout/default"/>
    <dgm:cxn modelId="{010B2B63-0A46-41BF-ACEF-D8CAA69B646E}" type="presParOf" srcId="{1C27D5BC-3E54-4A4C-9D21-4D7D040A5544}" destId="{7BAC2F72-3853-4581-AC4C-7DA40E999A18}" srcOrd="3" destOrd="0" presId="urn:microsoft.com/office/officeart/2005/8/layout/default"/>
    <dgm:cxn modelId="{4C3EB705-33EB-4B5B-AFE4-3729ABAC6B7A}" type="presParOf" srcId="{1C27D5BC-3E54-4A4C-9D21-4D7D040A5544}" destId="{1FB80BF9-578C-44CE-ADE0-1112F3A801AA}" srcOrd="4" destOrd="0" presId="urn:microsoft.com/office/officeart/2005/8/layout/default"/>
    <dgm:cxn modelId="{739ABB87-60BE-495A-A804-C9497EDAE75C}" type="presParOf" srcId="{1C27D5BC-3E54-4A4C-9D21-4D7D040A5544}" destId="{83A826AF-E7AE-49A5-8E6E-9C08E55BB71C}" srcOrd="5" destOrd="0" presId="urn:microsoft.com/office/officeart/2005/8/layout/default"/>
    <dgm:cxn modelId="{FCA33F57-A38E-4E08-B940-8F16C5D30089}" type="presParOf" srcId="{1C27D5BC-3E54-4A4C-9D21-4D7D040A5544}" destId="{FA54EEED-CCC8-4A1B-9DA4-DC4FD08BAC3F}" srcOrd="6" destOrd="0" presId="urn:microsoft.com/office/officeart/2005/8/layout/default"/>
    <dgm:cxn modelId="{3041126F-A244-4129-A516-DE3476404221}" type="presParOf" srcId="{1C27D5BC-3E54-4A4C-9D21-4D7D040A5544}" destId="{0F1D2C5E-1D87-4097-8D6B-4CEC677A3426}" srcOrd="7" destOrd="0" presId="urn:microsoft.com/office/officeart/2005/8/layout/default"/>
    <dgm:cxn modelId="{1F01DFE4-8A0F-463E-9E88-80B40B24F682}" type="presParOf" srcId="{1C27D5BC-3E54-4A4C-9D21-4D7D040A5544}" destId="{EB3B9052-AD33-40DF-8BBF-0E5CB0E926F1}" srcOrd="8" destOrd="0" presId="urn:microsoft.com/office/officeart/2005/8/layout/default"/>
    <dgm:cxn modelId="{9061A316-C4FA-406D-BD03-BA04E1D5625C}" type="presParOf" srcId="{1C27D5BC-3E54-4A4C-9D21-4D7D040A5544}" destId="{8737F44E-8316-4E1A-9263-B63793202209}" srcOrd="9" destOrd="0" presId="urn:microsoft.com/office/officeart/2005/8/layout/default"/>
    <dgm:cxn modelId="{6AB7BDAC-B8A5-4FA4-8E1D-770738D7BDAE}" type="presParOf" srcId="{1C27D5BC-3E54-4A4C-9D21-4D7D040A5544}" destId="{FCF465F0-4338-42C2-A30A-CFF385695055}" srcOrd="10" destOrd="0" presId="urn:microsoft.com/office/officeart/2005/8/layout/default"/>
    <dgm:cxn modelId="{C8F6B9EA-C285-4741-B5E7-A6C4A0BF3D5F}" type="presParOf" srcId="{1C27D5BC-3E54-4A4C-9D21-4D7D040A5544}" destId="{9E0B77B6-2B7F-477F-BE9F-9C604C8E0878}" srcOrd="11" destOrd="0" presId="urn:microsoft.com/office/officeart/2005/8/layout/default"/>
    <dgm:cxn modelId="{7F54FF2F-9A9D-456D-A992-0B457DF3ADB1}" type="presParOf" srcId="{1C27D5BC-3E54-4A4C-9D21-4D7D040A5544}" destId="{098E9999-EFA6-43E3-B441-092C12AB1676}" srcOrd="12" destOrd="0" presId="urn:microsoft.com/office/officeart/2005/8/layout/default"/>
    <dgm:cxn modelId="{ABD497EC-6094-419A-8DC7-82FBB15A13FC}" type="presParOf" srcId="{1C27D5BC-3E54-4A4C-9D21-4D7D040A5544}" destId="{7CE55107-127E-4370-B833-4D64973050D9}" srcOrd="13" destOrd="0" presId="urn:microsoft.com/office/officeart/2005/8/layout/default"/>
    <dgm:cxn modelId="{AB516354-0023-4B16-88E7-E4C813BB425A}" type="presParOf" srcId="{1C27D5BC-3E54-4A4C-9D21-4D7D040A5544}" destId="{FB6B0E51-899E-4FB0-9A72-88D701A70737}"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BF2E20-2152-429E-BD9E-D4AADCF8ED78}"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A8D7A35-184F-49BE-9DC7-0ACDA7F3B3FE}">
      <dgm:prSet/>
      <dgm:spPr/>
      <dgm:t>
        <a:bodyPr/>
        <a:lstStyle/>
        <a:p>
          <a:r>
            <a:rPr lang="en-US"/>
            <a:t>Acts as a </a:t>
          </a:r>
          <a:r>
            <a:rPr lang="en-US" b="1"/>
            <a:t>monostable pulse generator</a:t>
          </a:r>
          <a:r>
            <a:rPr lang="en-US"/>
            <a:t> in the circuit.</a:t>
          </a:r>
        </a:p>
      </dgm:t>
    </dgm:pt>
    <dgm:pt modelId="{CBC387D9-C243-4167-A278-ED0D41BBCEA0}" type="parTrans" cxnId="{04282C93-D8AC-4BDB-85F3-7A48A7485D60}">
      <dgm:prSet/>
      <dgm:spPr/>
      <dgm:t>
        <a:bodyPr/>
        <a:lstStyle/>
        <a:p>
          <a:endParaRPr lang="en-US"/>
        </a:p>
      </dgm:t>
    </dgm:pt>
    <dgm:pt modelId="{BD44ACD0-7F32-457C-92F2-60CE926993C5}" type="sibTrans" cxnId="{04282C93-D8AC-4BDB-85F3-7A48A7485D60}">
      <dgm:prSet/>
      <dgm:spPr/>
      <dgm:t>
        <a:bodyPr/>
        <a:lstStyle/>
        <a:p>
          <a:endParaRPr lang="en-US"/>
        </a:p>
      </dgm:t>
    </dgm:pt>
    <dgm:pt modelId="{D3814E48-0CEF-46C3-8B69-FE516E990FF7}">
      <dgm:prSet/>
      <dgm:spPr/>
      <dgm:t>
        <a:bodyPr/>
        <a:lstStyle/>
        <a:p>
          <a:r>
            <a:rPr lang="en-US"/>
            <a:t>Receives a </a:t>
          </a:r>
          <a:r>
            <a:rPr lang="en-US" b="1"/>
            <a:t>trigger pulse</a:t>
          </a:r>
          <a:r>
            <a:rPr lang="en-US"/>
            <a:t> from the amplified sound signal.</a:t>
          </a:r>
        </a:p>
      </dgm:t>
    </dgm:pt>
    <dgm:pt modelId="{FCE51F41-E306-4B69-B921-F8A0A794504B}" type="parTrans" cxnId="{4E32E65C-1998-40DE-AA07-522D58E8C49D}">
      <dgm:prSet/>
      <dgm:spPr/>
      <dgm:t>
        <a:bodyPr/>
        <a:lstStyle/>
        <a:p>
          <a:endParaRPr lang="en-US"/>
        </a:p>
      </dgm:t>
    </dgm:pt>
    <dgm:pt modelId="{3E37E4C8-1D5E-4994-B79A-B27634311F49}" type="sibTrans" cxnId="{4E32E65C-1998-40DE-AA07-522D58E8C49D}">
      <dgm:prSet/>
      <dgm:spPr/>
      <dgm:t>
        <a:bodyPr/>
        <a:lstStyle/>
        <a:p>
          <a:endParaRPr lang="en-US"/>
        </a:p>
      </dgm:t>
    </dgm:pt>
    <dgm:pt modelId="{069CC5EB-CA71-4494-90DF-1489FB85221D}">
      <dgm:prSet/>
      <dgm:spPr/>
      <dgm:t>
        <a:bodyPr/>
        <a:lstStyle/>
        <a:p>
          <a:r>
            <a:rPr lang="en-US"/>
            <a:t>Produces a </a:t>
          </a:r>
          <a:r>
            <a:rPr lang="en-US" b="1"/>
            <a:t>single output pulse</a:t>
          </a:r>
          <a:r>
            <a:rPr lang="en-US"/>
            <a:t> to control the LED.</a:t>
          </a:r>
        </a:p>
      </dgm:t>
    </dgm:pt>
    <dgm:pt modelId="{5C3E54CF-2BF6-44D4-975F-034FDCE7E960}" type="parTrans" cxnId="{3AF51450-57A1-465A-BD6C-EB7296C63BC5}">
      <dgm:prSet/>
      <dgm:spPr/>
      <dgm:t>
        <a:bodyPr/>
        <a:lstStyle/>
        <a:p>
          <a:endParaRPr lang="en-US"/>
        </a:p>
      </dgm:t>
    </dgm:pt>
    <dgm:pt modelId="{86035C48-384C-4A2A-89A6-7D72320C2338}" type="sibTrans" cxnId="{3AF51450-57A1-465A-BD6C-EB7296C63BC5}">
      <dgm:prSet/>
      <dgm:spPr/>
      <dgm:t>
        <a:bodyPr/>
        <a:lstStyle/>
        <a:p>
          <a:endParaRPr lang="en-US"/>
        </a:p>
      </dgm:t>
    </dgm:pt>
    <dgm:pt modelId="{E66FC552-A801-467D-A075-66AC335B740B}">
      <dgm:prSet/>
      <dgm:spPr/>
      <dgm:t>
        <a:bodyPr/>
        <a:lstStyle/>
        <a:p>
          <a:r>
            <a:rPr lang="en-US" b="1"/>
            <a:t>Determines the ON duration</a:t>
          </a:r>
          <a:r>
            <a:rPr lang="en-US"/>
            <a:t> of the LED based on external resistor and capacitor values.</a:t>
          </a:r>
        </a:p>
      </dgm:t>
    </dgm:pt>
    <dgm:pt modelId="{21D4C515-62B0-47E4-BA3F-F3D03A3378E5}" type="parTrans" cxnId="{CC677DD7-8E8F-4788-9979-8BF84F634E44}">
      <dgm:prSet/>
      <dgm:spPr/>
      <dgm:t>
        <a:bodyPr/>
        <a:lstStyle/>
        <a:p>
          <a:endParaRPr lang="en-US"/>
        </a:p>
      </dgm:t>
    </dgm:pt>
    <dgm:pt modelId="{04833AC6-5469-4B5D-851F-E6182D0049FA}" type="sibTrans" cxnId="{CC677DD7-8E8F-4788-9979-8BF84F634E44}">
      <dgm:prSet/>
      <dgm:spPr/>
      <dgm:t>
        <a:bodyPr/>
        <a:lstStyle/>
        <a:p>
          <a:endParaRPr lang="en-US"/>
        </a:p>
      </dgm:t>
    </dgm:pt>
    <dgm:pt modelId="{EDDD01EE-372E-453B-8B2D-2CC91D908D36}">
      <dgm:prSet/>
      <dgm:spPr/>
      <dgm:t>
        <a:bodyPr/>
        <a:lstStyle/>
        <a:p>
          <a:r>
            <a:rPr lang="en-US"/>
            <a:t>Serves as the </a:t>
          </a:r>
          <a:r>
            <a:rPr lang="en-US" b="1"/>
            <a:t>core component for timing and switching</a:t>
          </a:r>
          <a:r>
            <a:rPr lang="en-US"/>
            <a:t> in the sound-activated circuit.</a:t>
          </a:r>
        </a:p>
      </dgm:t>
    </dgm:pt>
    <dgm:pt modelId="{09C97EF1-3A6A-4E15-9FD6-B1D9B9A7F79C}" type="parTrans" cxnId="{E37EB405-2228-464D-A6DC-8939F59C039B}">
      <dgm:prSet/>
      <dgm:spPr/>
      <dgm:t>
        <a:bodyPr/>
        <a:lstStyle/>
        <a:p>
          <a:endParaRPr lang="en-US"/>
        </a:p>
      </dgm:t>
    </dgm:pt>
    <dgm:pt modelId="{C2729029-0846-4630-BF7A-799938009610}" type="sibTrans" cxnId="{E37EB405-2228-464D-A6DC-8939F59C039B}">
      <dgm:prSet/>
      <dgm:spPr/>
      <dgm:t>
        <a:bodyPr/>
        <a:lstStyle/>
        <a:p>
          <a:endParaRPr lang="en-US"/>
        </a:p>
      </dgm:t>
    </dgm:pt>
    <dgm:pt modelId="{1E8B79BC-4DAC-449B-A19D-52C03CA6B61C}" type="pres">
      <dgm:prSet presAssocID="{1ABF2E20-2152-429E-BD9E-D4AADCF8ED78}" presName="root" presStyleCnt="0">
        <dgm:presLayoutVars>
          <dgm:dir/>
          <dgm:resizeHandles val="exact"/>
        </dgm:presLayoutVars>
      </dgm:prSet>
      <dgm:spPr/>
    </dgm:pt>
    <dgm:pt modelId="{90E02FE5-FF3D-424B-A459-21F5EECC731F}" type="pres">
      <dgm:prSet presAssocID="{7A8D7A35-184F-49BE-9DC7-0ACDA7F3B3FE}" presName="compNode" presStyleCnt="0"/>
      <dgm:spPr/>
    </dgm:pt>
    <dgm:pt modelId="{21C6768D-018C-4B80-8C24-9BCF4737B82F}" type="pres">
      <dgm:prSet presAssocID="{7A8D7A35-184F-49BE-9DC7-0ACDA7F3B3FE}" presName="bgRect" presStyleLbl="bgShp" presStyleIdx="0" presStyleCnt="5"/>
      <dgm:spPr/>
    </dgm:pt>
    <dgm:pt modelId="{E7F77414-19B3-4C61-B5B3-2F7704355E5A}" type="pres">
      <dgm:prSet presAssocID="{7A8D7A35-184F-49BE-9DC7-0ACDA7F3B3F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rt with Pulse"/>
        </a:ext>
      </dgm:extLst>
    </dgm:pt>
    <dgm:pt modelId="{FD0E0763-466E-4534-AD16-66B659A58900}" type="pres">
      <dgm:prSet presAssocID="{7A8D7A35-184F-49BE-9DC7-0ACDA7F3B3FE}" presName="spaceRect" presStyleCnt="0"/>
      <dgm:spPr/>
    </dgm:pt>
    <dgm:pt modelId="{2DA89CCB-8E9D-4753-A571-AC50894BB424}" type="pres">
      <dgm:prSet presAssocID="{7A8D7A35-184F-49BE-9DC7-0ACDA7F3B3FE}" presName="parTx" presStyleLbl="revTx" presStyleIdx="0" presStyleCnt="5">
        <dgm:presLayoutVars>
          <dgm:chMax val="0"/>
          <dgm:chPref val="0"/>
        </dgm:presLayoutVars>
      </dgm:prSet>
      <dgm:spPr/>
    </dgm:pt>
    <dgm:pt modelId="{A645F773-CC4E-4766-BB32-1CAEE30ECBFE}" type="pres">
      <dgm:prSet presAssocID="{BD44ACD0-7F32-457C-92F2-60CE926993C5}" presName="sibTrans" presStyleCnt="0"/>
      <dgm:spPr/>
    </dgm:pt>
    <dgm:pt modelId="{41EED66B-E496-4991-A851-C1D5D7233C7C}" type="pres">
      <dgm:prSet presAssocID="{D3814E48-0CEF-46C3-8B69-FE516E990FF7}" presName="compNode" presStyleCnt="0"/>
      <dgm:spPr/>
    </dgm:pt>
    <dgm:pt modelId="{9B13F2E9-AB75-4F5B-A199-A53FF77EB3AF}" type="pres">
      <dgm:prSet presAssocID="{D3814E48-0CEF-46C3-8B69-FE516E990FF7}" presName="bgRect" presStyleLbl="bgShp" presStyleIdx="1" presStyleCnt="5"/>
      <dgm:spPr/>
    </dgm:pt>
    <dgm:pt modelId="{7A78B3CD-00F3-4C9B-8F24-D26007EC0956}" type="pres">
      <dgm:prSet presAssocID="{D3814E48-0CEF-46C3-8B69-FE516E990FF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oice"/>
        </a:ext>
      </dgm:extLst>
    </dgm:pt>
    <dgm:pt modelId="{72ACE5D4-11B5-4CC6-82FC-285673ABAC51}" type="pres">
      <dgm:prSet presAssocID="{D3814E48-0CEF-46C3-8B69-FE516E990FF7}" presName="spaceRect" presStyleCnt="0"/>
      <dgm:spPr/>
    </dgm:pt>
    <dgm:pt modelId="{541AC695-DCE6-4235-8CEB-6E5B770392F0}" type="pres">
      <dgm:prSet presAssocID="{D3814E48-0CEF-46C3-8B69-FE516E990FF7}" presName="parTx" presStyleLbl="revTx" presStyleIdx="1" presStyleCnt="5">
        <dgm:presLayoutVars>
          <dgm:chMax val="0"/>
          <dgm:chPref val="0"/>
        </dgm:presLayoutVars>
      </dgm:prSet>
      <dgm:spPr/>
    </dgm:pt>
    <dgm:pt modelId="{F0B5F56F-B428-4605-AA87-F91516507945}" type="pres">
      <dgm:prSet presAssocID="{3E37E4C8-1D5E-4994-B79A-B27634311F49}" presName="sibTrans" presStyleCnt="0"/>
      <dgm:spPr/>
    </dgm:pt>
    <dgm:pt modelId="{951D4D4E-40A2-4F38-B213-4A0FEE1D1002}" type="pres">
      <dgm:prSet presAssocID="{069CC5EB-CA71-4494-90DF-1489FB85221D}" presName="compNode" presStyleCnt="0"/>
      <dgm:spPr/>
    </dgm:pt>
    <dgm:pt modelId="{A3407563-E932-4BA5-8AC5-C97F34CFA84F}" type="pres">
      <dgm:prSet presAssocID="{069CC5EB-CA71-4494-90DF-1489FB85221D}" presName="bgRect" presStyleLbl="bgShp" presStyleIdx="2" presStyleCnt="5"/>
      <dgm:spPr/>
    </dgm:pt>
    <dgm:pt modelId="{08468F44-4191-43D0-A80D-35E1F5426F9B}" type="pres">
      <dgm:prSet presAssocID="{069CC5EB-CA71-4494-90DF-1489FB85221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beat"/>
        </a:ext>
      </dgm:extLst>
    </dgm:pt>
    <dgm:pt modelId="{90FC8DB7-E05E-46EA-AE94-C9030E30B64C}" type="pres">
      <dgm:prSet presAssocID="{069CC5EB-CA71-4494-90DF-1489FB85221D}" presName="spaceRect" presStyleCnt="0"/>
      <dgm:spPr/>
    </dgm:pt>
    <dgm:pt modelId="{687F6309-F992-43A8-BEE2-08954A8DA764}" type="pres">
      <dgm:prSet presAssocID="{069CC5EB-CA71-4494-90DF-1489FB85221D}" presName="parTx" presStyleLbl="revTx" presStyleIdx="2" presStyleCnt="5">
        <dgm:presLayoutVars>
          <dgm:chMax val="0"/>
          <dgm:chPref val="0"/>
        </dgm:presLayoutVars>
      </dgm:prSet>
      <dgm:spPr/>
    </dgm:pt>
    <dgm:pt modelId="{F21DE074-F4DA-4342-9635-3507A5A9F733}" type="pres">
      <dgm:prSet presAssocID="{86035C48-384C-4A2A-89A6-7D72320C2338}" presName="sibTrans" presStyleCnt="0"/>
      <dgm:spPr/>
    </dgm:pt>
    <dgm:pt modelId="{BE5A892A-2F00-491A-BB86-1556DC3C989F}" type="pres">
      <dgm:prSet presAssocID="{E66FC552-A801-467D-A075-66AC335B740B}" presName="compNode" presStyleCnt="0"/>
      <dgm:spPr/>
    </dgm:pt>
    <dgm:pt modelId="{55B19D1F-3BAF-4564-9C61-4E39FEAD8913}" type="pres">
      <dgm:prSet presAssocID="{E66FC552-A801-467D-A075-66AC335B740B}" presName="bgRect" presStyleLbl="bgShp" presStyleIdx="3" presStyleCnt="5"/>
      <dgm:spPr/>
    </dgm:pt>
    <dgm:pt modelId="{C78A3FED-26E9-4AA6-AB13-5AF575EC776A}" type="pres">
      <dgm:prSet presAssocID="{E66FC552-A801-467D-A075-66AC335B740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connected"/>
        </a:ext>
      </dgm:extLst>
    </dgm:pt>
    <dgm:pt modelId="{FF22E785-6CF7-46C4-9D71-86571EEF860B}" type="pres">
      <dgm:prSet presAssocID="{E66FC552-A801-467D-A075-66AC335B740B}" presName="spaceRect" presStyleCnt="0"/>
      <dgm:spPr/>
    </dgm:pt>
    <dgm:pt modelId="{1DFCEE68-1353-49A9-A30F-02A25FBC3197}" type="pres">
      <dgm:prSet presAssocID="{E66FC552-A801-467D-A075-66AC335B740B}" presName="parTx" presStyleLbl="revTx" presStyleIdx="3" presStyleCnt="5">
        <dgm:presLayoutVars>
          <dgm:chMax val="0"/>
          <dgm:chPref val="0"/>
        </dgm:presLayoutVars>
      </dgm:prSet>
      <dgm:spPr/>
    </dgm:pt>
    <dgm:pt modelId="{846C6BFA-2A34-4843-BFE6-AAC8AB8105B8}" type="pres">
      <dgm:prSet presAssocID="{04833AC6-5469-4B5D-851F-E6182D0049FA}" presName="sibTrans" presStyleCnt="0"/>
      <dgm:spPr/>
    </dgm:pt>
    <dgm:pt modelId="{E8545957-351C-452F-A387-E65E1D887051}" type="pres">
      <dgm:prSet presAssocID="{EDDD01EE-372E-453B-8B2D-2CC91D908D36}" presName="compNode" presStyleCnt="0"/>
      <dgm:spPr/>
    </dgm:pt>
    <dgm:pt modelId="{23E4EF89-B0BD-446D-882F-ECFC652F3D48}" type="pres">
      <dgm:prSet presAssocID="{EDDD01EE-372E-453B-8B2D-2CC91D908D36}" presName="bgRect" presStyleLbl="bgShp" presStyleIdx="4" presStyleCnt="5"/>
      <dgm:spPr/>
    </dgm:pt>
    <dgm:pt modelId="{A1BDC5E3-C273-46C2-A050-E7781D9911FB}" type="pres">
      <dgm:prSet presAssocID="{EDDD01EE-372E-453B-8B2D-2CC91D908D3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ream"/>
        </a:ext>
      </dgm:extLst>
    </dgm:pt>
    <dgm:pt modelId="{E2577EC9-54AE-4541-B18D-05083574F1C3}" type="pres">
      <dgm:prSet presAssocID="{EDDD01EE-372E-453B-8B2D-2CC91D908D36}" presName="spaceRect" presStyleCnt="0"/>
      <dgm:spPr/>
    </dgm:pt>
    <dgm:pt modelId="{75341FA0-238C-445B-9E54-C1FC585FF616}" type="pres">
      <dgm:prSet presAssocID="{EDDD01EE-372E-453B-8B2D-2CC91D908D36}" presName="parTx" presStyleLbl="revTx" presStyleIdx="4" presStyleCnt="5">
        <dgm:presLayoutVars>
          <dgm:chMax val="0"/>
          <dgm:chPref val="0"/>
        </dgm:presLayoutVars>
      </dgm:prSet>
      <dgm:spPr/>
    </dgm:pt>
  </dgm:ptLst>
  <dgm:cxnLst>
    <dgm:cxn modelId="{E37EB405-2228-464D-A6DC-8939F59C039B}" srcId="{1ABF2E20-2152-429E-BD9E-D4AADCF8ED78}" destId="{EDDD01EE-372E-453B-8B2D-2CC91D908D36}" srcOrd="4" destOrd="0" parTransId="{09C97EF1-3A6A-4E15-9FD6-B1D9B9A7F79C}" sibTransId="{C2729029-0846-4630-BF7A-799938009610}"/>
    <dgm:cxn modelId="{090AD320-F17D-4A09-8EA9-E5F041C7ED86}" type="presOf" srcId="{D3814E48-0CEF-46C3-8B69-FE516E990FF7}" destId="{541AC695-DCE6-4235-8CEB-6E5B770392F0}" srcOrd="0" destOrd="0" presId="urn:microsoft.com/office/officeart/2018/2/layout/IconVerticalSolidList"/>
    <dgm:cxn modelId="{53977E31-955A-492B-9955-04EF3EA5229E}" type="presOf" srcId="{EDDD01EE-372E-453B-8B2D-2CC91D908D36}" destId="{75341FA0-238C-445B-9E54-C1FC585FF616}" srcOrd="0" destOrd="0" presId="urn:microsoft.com/office/officeart/2018/2/layout/IconVerticalSolidList"/>
    <dgm:cxn modelId="{4E32E65C-1998-40DE-AA07-522D58E8C49D}" srcId="{1ABF2E20-2152-429E-BD9E-D4AADCF8ED78}" destId="{D3814E48-0CEF-46C3-8B69-FE516E990FF7}" srcOrd="1" destOrd="0" parTransId="{FCE51F41-E306-4B69-B921-F8A0A794504B}" sibTransId="{3E37E4C8-1D5E-4994-B79A-B27634311F49}"/>
    <dgm:cxn modelId="{3AF51450-57A1-465A-BD6C-EB7296C63BC5}" srcId="{1ABF2E20-2152-429E-BD9E-D4AADCF8ED78}" destId="{069CC5EB-CA71-4494-90DF-1489FB85221D}" srcOrd="2" destOrd="0" parTransId="{5C3E54CF-2BF6-44D4-975F-034FDCE7E960}" sibTransId="{86035C48-384C-4A2A-89A6-7D72320C2338}"/>
    <dgm:cxn modelId="{04282C93-D8AC-4BDB-85F3-7A48A7485D60}" srcId="{1ABF2E20-2152-429E-BD9E-D4AADCF8ED78}" destId="{7A8D7A35-184F-49BE-9DC7-0ACDA7F3B3FE}" srcOrd="0" destOrd="0" parTransId="{CBC387D9-C243-4167-A278-ED0D41BBCEA0}" sibTransId="{BD44ACD0-7F32-457C-92F2-60CE926993C5}"/>
    <dgm:cxn modelId="{B1E439C9-513D-44B6-AF87-91B731F73B6B}" type="presOf" srcId="{069CC5EB-CA71-4494-90DF-1489FB85221D}" destId="{687F6309-F992-43A8-BEE2-08954A8DA764}" srcOrd="0" destOrd="0" presId="urn:microsoft.com/office/officeart/2018/2/layout/IconVerticalSolidList"/>
    <dgm:cxn modelId="{CC677DD7-8E8F-4788-9979-8BF84F634E44}" srcId="{1ABF2E20-2152-429E-BD9E-D4AADCF8ED78}" destId="{E66FC552-A801-467D-A075-66AC335B740B}" srcOrd="3" destOrd="0" parTransId="{21D4C515-62B0-47E4-BA3F-F3D03A3378E5}" sibTransId="{04833AC6-5469-4B5D-851F-E6182D0049FA}"/>
    <dgm:cxn modelId="{40B3DBDF-2C13-4ADA-B136-56E123154B3C}" type="presOf" srcId="{7A8D7A35-184F-49BE-9DC7-0ACDA7F3B3FE}" destId="{2DA89CCB-8E9D-4753-A571-AC50894BB424}" srcOrd="0" destOrd="0" presId="urn:microsoft.com/office/officeart/2018/2/layout/IconVerticalSolidList"/>
    <dgm:cxn modelId="{4AAFB8E7-8463-4FBD-920D-9E66F5413636}" type="presOf" srcId="{E66FC552-A801-467D-A075-66AC335B740B}" destId="{1DFCEE68-1353-49A9-A30F-02A25FBC3197}" srcOrd="0" destOrd="0" presId="urn:microsoft.com/office/officeart/2018/2/layout/IconVerticalSolidList"/>
    <dgm:cxn modelId="{DEA583F1-65A1-4539-9AD5-86C473AC172D}" type="presOf" srcId="{1ABF2E20-2152-429E-BD9E-D4AADCF8ED78}" destId="{1E8B79BC-4DAC-449B-A19D-52C03CA6B61C}" srcOrd="0" destOrd="0" presId="urn:microsoft.com/office/officeart/2018/2/layout/IconVerticalSolidList"/>
    <dgm:cxn modelId="{45395413-A5B7-494B-86A8-430D98159A64}" type="presParOf" srcId="{1E8B79BC-4DAC-449B-A19D-52C03CA6B61C}" destId="{90E02FE5-FF3D-424B-A459-21F5EECC731F}" srcOrd="0" destOrd="0" presId="urn:microsoft.com/office/officeart/2018/2/layout/IconVerticalSolidList"/>
    <dgm:cxn modelId="{9599A77F-8206-4E43-9783-EAD6A95A7644}" type="presParOf" srcId="{90E02FE5-FF3D-424B-A459-21F5EECC731F}" destId="{21C6768D-018C-4B80-8C24-9BCF4737B82F}" srcOrd="0" destOrd="0" presId="urn:microsoft.com/office/officeart/2018/2/layout/IconVerticalSolidList"/>
    <dgm:cxn modelId="{BE5F127F-AE60-4E0F-AAE3-86409770180D}" type="presParOf" srcId="{90E02FE5-FF3D-424B-A459-21F5EECC731F}" destId="{E7F77414-19B3-4C61-B5B3-2F7704355E5A}" srcOrd="1" destOrd="0" presId="urn:microsoft.com/office/officeart/2018/2/layout/IconVerticalSolidList"/>
    <dgm:cxn modelId="{92694484-944D-4820-BFC0-D8DAFA35D71A}" type="presParOf" srcId="{90E02FE5-FF3D-424B-A459-21F5EECC731F}" destId="{FD0E0763-466E-4534-AD16-66B659A58900}" srcOrd="2" destOrd="0" presId="urn:microsoft.com/office/officeart/2018/2/layout/IconVerticalSolidList"/>
    <dgm:cxn modelId="{61659DB4-9CB3-4E77-9E66-609C4E30DF68}" type="presParOf" srcId="{90E02FE5-FF3D-424B-A459-21F5EECC731F}" destId="{2DA89CCB-8E9D-4753-A571-AC50894BB424}" srcOrd="3" destOrd="0" presId="urn:microsoft.com/office/officeart/2018/2/layout/IconVerticalSolidList"/>
    <dgm:cxn modelId="{4D9616ED-1A46-4A92-9D3B-F6F7BE4FB5C9}" type="presParOf" srcId="{1E8B79BC-4DAC-449B-A19D-52C03CA6B61C}" destId="{A645F773-CC4E-4766-BB32-1CAEE30ECBFE}" srcOrd="1" destOrd="0" presId="urn:microsoft.com/office/officeart/2018/2/layout/IconVerticalSolidList"/>
    <dgm:cxn modelId="{FE276153-B5CC-4C73-966E-2C2B21A79BF5}" type="presParOf" srcId="{1E8B79BC-4DAC-449B-A19D-52C03CA6B61C}" destId="{41EED66B-E496-4991-A851-C1D5D7233C7C}" srcOrd="2" destOrd="0" presId="urn:microsoft.com/office/officeart/2018/2/layout/IconVerticalSolidList"/>
    <dgm:cxn modelId="{D892B9AD-EC0F-481B-BC6E-A7A6E2852966}" type="presParOf" srcId="{41EED66B-E496-4991-A851-C1D5D7233C7C}" destId="{9B13F2E9-AB75-4F5B-A199-A53FF77EB3AF}" srcOrd="0" destOrd="0" presId="urn:microsoft.com/office/officeart/2018/2/layout/IconVerticalSolidList"/>
    <dgm:cxn modelId="{3733FC62-A9F4-412F-AFD0-D51EFD5E0EDE}" type="presParOf" srcId="{41EED66B-E496-4991-A851-C1D5D7233C7C}" destId="{7A78B3CD-00F3-4C9B-8F24-D26007EC0956}" srcOrd="1" destOrd="0" presId="urn:microsoft.com/office/officeart/2018/2/layout/IconVerticalSolidList"/>
    <dgm:cxn modelId="{0D004139-E9C4-4037-95FC-A8E63F0F1FC2}" type="presParOf" srcId="{41EED66B-E496-4991-A851-C1D5D7233C7C}" destId="{72ACE5D4-11B5-4CC6-82FC-285673ABAC51}" srcOrd="2" destOrd="0" presId="urn:microsoft.com/office/officeart/2018/2/layout/IconVerticalSolidList"/>
    <dgm:cxn modelId="{47EF0454-8E71-4F12-8447-1D7E0E6C8129}" type="presParOf" srcId="{41EED66B-E496-4991-A851-C1D5D7233C7C}" destId="{541AC695-DCE6-4235-8CEB-6E5B770392F0}" srcOrd="3" destOrd="0" presId="urn:microsoft.com/office/officeart/2018/2/layout/IconVerticalSolidList"/>
    <dgm:cxn modelId="{6877BCDA-9100-468E-A835-684DDFAA0390}" type="presParOf" srcId="{1E8B79BC-4DAC-449B-A19D-52C03CA6B61C}" destId="{F0B5F56F-B428-4605-AA87-F91516507945}" srcOrd="3" destOrd="0" presId="urn:microsoft.com/office/officeart/2018/2/layout/IconVerticalSolidList"/>
    <dgm:cxn modelId="{37EA3837-A7F9-443D-8E6D-FFF3A9CFA8DB}" type="presParOf" srcId="{1E8B79BC-4DAC-449B-A19D-52C03CA6B61C}" destId="{951D4D4E-40A2-4F38-B213-4A0FEE1D1002}" srcOrd="4" destOrd="0" presId="urn:microsoft.com/office/officeart/2018/2/layout/IconVerticalSolidList"/>
    <dgm:cxn modelId="{3A5941AE-E82D-49BE-845A-F70FC760554B}" type="presParOf" srcId="{951D4D4E-40A2-4F38-B213-4A0FEE1D1002}" destId="{A3407563-E932-4BA5-8AC5-C97F34CFA84F}" srcOrd="0" destOrd="0" presId="urn:microsoft.com/office/officeart/2018/2/layout/IconVerticalSolidList"/>
    <dgm:cxn modelId="{A0D0DF30-A585-413D-A050-B75543F4673F}" type="presParOf" srcId="{951D4D4E-40A2-4F38-B213-4A0FEE1D1002}" destId="{08468F44-4191-43D0-A80D-35E1F5426F9B}" srcOrd="1" destOrd="0" presId="urn:microsoft.com/office/officeart/2018/2/layout/IconVerticalSolidList"/>
    <dgm:cxn modelId="{3A3E8458-AC5C-4592-9615-8D492CEE9D21}" type="presParOf" srcId="{951D4D4E-40A2-4F38-B213-4A0FEE1D1002}" destId="{90FC8DB7-E05E-46EA-AE94-C9030E30B64C}" srcOrd="2" destOrd="0" presId="urn:microsoft.com/office/officeart/2018/2/layout/IconVerticalSolidList"/>
    <dgm:cxn modelId="{23B49668-B671-440F-93D7-9A541815F86F}" type="presParOf" srcId="{951D4D4E-40A2-4F38-B213-4A0FEE1D1002}" destId="{687F6309-F992-43A8-BEE2-08954A8DA764}" srcOrd="3" destOrd="0" presId="urn:microsoft.com/office/officeart/2018/2/layout/IconVerticalSolidList"/>
    <dgm:cxn modelId="{FFE63761-5CD8-41B7-960F-E6769564BC47}" type="presParOf" srcId="{1E8B79BC-4DAC-449B-A19D-52C03CA6B61C}" destId="{F21DE074-F4DA-4342-9635-3507A5A9F733}" srcOrd="5" destOrd="0" presId="urn:microsoft.com/office/officeart/2018/2/layout/IconVerticalSolidList"/>
    <dgm:cxn modelId="{1276BCEA-3C1E-4B97-870C-921B992818EB}" type="presParOf" srcId="{1E8B79BC-4DAC-449B-A19D-52C03CA6B61C}" destId="{BE5A892A-2F00-491A-BB86-1556DC3C989F}" srcOrd="6" destOrd="0" presId="urn:microsoft.com/office/officeart/2018/2/layout/IconVerticalSolidList"/>
    <dgm:cxn modelId="{ACE64E00-278F-43B8-83E0-7F22A3238880}" type="presParOf" srcId="{BE5A892A-2F00-491A-BB86-1556DC3C989F}" destId="{55B19D1F-3BAF-4564-9C61-4E39FEAD8913}" srcOrd="0" destOrd="0" presId="urn:microsoft.com/office/officeart/2018/2/layout/IconVerticalSolidList"/>
    <dgm:cxn modelId="{F3E854DA-DB71-4E14-8107-311F838071D2}" type="presParOf" srcId="{BE5A892A-2F00-491A-BB86-1556DC3C989F}" destId="{C78A3FED-26E9-4AA6-AB13-5AF575EC776A}" srcOrd="1" destOrd="0" presId="urn:microsoft.com/office/officeart/2018/2/layout/IconVerticalSolidList"/>
    <dgm:cxn modelId="{059DCC31-BCDB-4ADF-8E81-DA10490F55B4}" type="presParOf" srcId="{BE5A892A-2F00-491A-BB86-1556DC3C989F}" destId="{FF22E785-6CF7-46C4-9D71-86571EEF860B}" srcOrd="2" destOrd="0" presId="urn:microsoft.com/office/officeart/2018/2/layout/IconVerticalSolidList"/>
    <dgm:cxn modelId="{F8432CC7-96E7-4DF5-B752-BB8605736588}" type="presParOf" srcId="{BE5A892A-2F00-491A-BB86-1556DC3C989F}" destId="{1DFCEE68-1353-49A9-A30F-02A25FBC3197}" srcOrd="3" destOrd="0" presId="urn:microsoft.com/office/officeart/2018/2/layout/IconVerticalSolidList"/>
    <dgm:cxn modelId="{EFF79A6E-83CC-4265-963B-2534C36C4D1E}" type="presParOf" srcId="{1E8B79BC-4DAC-449B-A19D-52C03CA6B61C}" destId="{846C6BFA-2A34-4843-BFE6-AAC8AB8105B8}" srcOrd="7" destOrd="0" presId="urn:microsoft.com/office/officeart/2018/2/layout/IconVerticalSolidList"/>
    <dgm:cxn modelId="{A8F7C023-A5CA-4BEF-BD5C-16F9A14D7E38}" type="presParOf" srcId="{1E8B79BC-4DAC-449B-A19D-52C03CA6B61C}" destId="{E8545957-351C-452F-A387-E65E1D887051}" srcOrd="8" destOrd="0" presId="urn:microsoft.com/office/officeart/2018/2/layout/IconVerticalSolidList"/>
    <dgm:cxn modelId="{543624C9-0BD8-46BB-9168-5981851E5563}" type="presParOf" srcId="{E8545957-351C-452F-A387-E65E1D887051}" destId="{23E4EF89-B0BD-446D-882F-ECFC652F3D48}" srcOrd="0" destOrd="0" presId="urn:microsoft.com/office/officeart/2018/2/layout/IconVerticalSolidList"/>
    <dgm:cxn modelId="{025AA8C7-D59A-41DE-97C8-FF53ADF4CE8B}" type="presParOf" srcId="{E8545957-351C-452F-A387-E65E1D887051}" destId="{A1BDC5E3-C273-46C2-A050-E7781D9911FB}" srcOrd="1" destOrd="0" presId="urn:microsoft.com/office/officeart/2018/2/layout/IconVerticalSolidList"/>
    <dgm:cxn modelId="{E36266BF-B0B4-44FF-9B59-2F62147B251F}" type="presParOf" srcId="{E8545957-351C-452F-A387-E65E1D887051}" destId="{E2577EC9-54AE-4541-B18D-05083574F1C3}" srcOrd="2" destOrd="0" presId="urn:microsoft.com/office/officeart/2018/2/layout/IconVerticalSolidList"/>
    <dgm:cxn modelId="{5FAC0DF5-9325-41BD-8CF3-75FF4BBF3836}" type="presParOf" srcId="{E8545957-351C-452F-A387-E65E1D887051}" destId="{75341FA0-238C-445B-9E54-C1FC585FF61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8FA59A1-1259-4666-8766-30C815FDEEB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A33622F-6353-46DB-9E9D-F23DE91B72BC}">
      <dgm:prSet/>
      <dgm:spPr/>
      <dgm:t>
        <a:bodyPr/>
        <a:lstStyle/>
        <a:p>
          <a:r>
            <a:rPr lang="en-US"/>
            <a:t>Clap-operated lighting systems</a:t>
          </a:r>
        </a:p>
      </dgm:t>
    </dgm:pt>
    <dgm:pt modelId="{FA2348A6-928E-4691-917C-05B44D98A690}" type="parTrans" cxnId="{A281F0AB-7C61-4410-9871-B552809F6E70}">
      <dgm:prSet/>
      <dgm:spPr/>
      <dgm:t>
        <a:bodyPr/>
        <a:lstStyle/>
        <a:p>
          <a:endParaRPr lang="en-US"/>
        </a:p>
      </dgm:t>
    </dgm:pt>
    <dgm:pt modelId="{DF0ADFA5-0B5A-4C3C-847D-7F9E50CBD7E7}" type="sibTrans" cxnId="{A281F0AB-7C61-4410-9871-B552809F6E70}">
      <dgm:prSet/>
      <dgm:spPr/>
      <dgm:t>
        <a:bodyPr/>
        <a:lstStyle/>
        <a:p>
          <a:endParaRPr lang="en-US"/>
        </a:p>
      </dgm:t>
    </dgm:pt>
    <dgm:pt modelId="{546043AE-9E34-4137-B8A7-25AE9CB7F1B6}">
      <dgm:prSet/>
      <dgm:spPr/>
      <dgm:t>
        <a:bodyPr/>
        <a:lstStyle/>
        <a:p>
          <a:r>
            <a:rPr lang="en-US"/>
            <a:t>Home automation projects</a:t>
          </a:r>
        </a:p>
      </dgm:t>
    </dgm:pt>
    <dgm:pt modelId="{58A9CD30-8972-41AE-B043-F6071ACC60A7}" type="parTrans" cxnId="{3A6AE247-664D-4EED-821F-CFA327BC7FD6}">
      <dgm:prSet/>
      <dgm:spPr/>
      <dgm:t>
        <a:bodyPr/>
        <a:lstStyle/>
        <a:p>
          <a:endParaRPr lang="en-US"/>
        </a:p>
      </dgm:t>
    </dgm:pt>
    <dgm:pt modelId="{2D561606-D825-40BA-A992-F8ABF09AD173}" type="sibTrans" cxnId="{3A6AE247-664D-4EED-821F-CFA327BC7FD6}">
      <dgm:prSet/>
      <dgm:spPr/>
      <dgm:t>
        <a:bodyPr/>
        <a:lstStyle/>
        <a:p>
          <a:endParaRPr lang="en-US"/>
        </a:p>
      </dgm:t>
    </dgm:pt>
    <dgm:pt modelId="{A69DBD27-90E3-4F9F-8B58-EF23D1193D47}">
      <dgm:prSet/>
      <dgm:spPr/>
      <dgm:t>
        <a:bodyPr/>
        <a:lstStyle/>
        <a:p>
          <a:r>
            <a:rPr lang="en-US"/>
            <a:t>Assistive devices for physically challenged people</a:t>
          </a:r>
        </a:p>
      </dgm:t>
    </dgm:pt>
    <dgm:pt modelId="{772DC28D-0A80-4D87-8199-6CE819EFC70B}" type="parTrans" cxnId="{7AB49132-6236-48DC-8E46-DF53C3667A54}">
      <dgm:prSet/>
      <dgm:spPr/>
      <dgm:t>
        <a:bodyPr/>
        <a:lstStyle/>
        <a:p>
          <a:endParaRPr lang="en-US"/>
        </a:p>
      </dgm:t>
    </dgm:pt>
    <dgm:pt modelId="{AFB41C59-4239-4521-8C7C-3818E138930B}" type="sibTrans" cxnId="{7AB49132-6236-48DC-8E46-DF53C3667A54}">
      <dgm:prSet/>
      <dgm:spPr/>
      <dgm:t>
        <a:bodyPr/>
        <a:lstStyle/>
        <a:p>
          <a:endParaRPr lang="en-US"/>
        </a:p>
      </dgm:t>
    </dgm:pt>
    <dgm:pt modelId="{EFD1E2AC-89A9-44D0-BF40-E5DA68432BC7}">
      <dgm:prSet/>
      <dgm:spPr/>
      <dgm:t>
        <a:bodyPr/>
        <a:lstStyle/>
        <a:p>
          <a:r>
            <a:rPr lang="en-US"/>
            <a:t>Educational electronics experiments</a:t>
          </a:r>
        </a:p>
      </dgm:t>
    </dgm:pt>
    <dgm:pt modelId="{A3120C04-E9A8-4EE1-8642-553641FBB2BC}" type="parTrans" cxnId="{A40BF979-4019-4F73-AA4C-4715343CC5C3}">
      <dgm:prSet/>
      <dgm:spPr/>
      <dgm:t>
        <a:bodyPr/>
        <a:lstStyle/>
        <a:p>
          <a:endParaRPr lang="en-US"/>
        </a:p>
      </dgm:t>
    </dgm:pt>
    <dgm:pt modelId="{28C84A6F-CAD6-4D30-B197-1636EBBE12D0}" type="sibTrans" cxnId="{A40BF979-4019-4F73-AA4C-4715343CC5C3}">
      <dgm:prSet/>
      <dgm:spPr/>
      <dgm:t>
        <a:bodyPr/>
        <a:lstStyle/>
        <a:p>
          <a:endParaRPr lang="en-US"/>
        </a:p>
      </dgm:t>
    </dgm:pt>
    <dgm:pt modelId="{C2A1C140-F9BA-4587-80DD-DD14D463BD18}" type="pres">
      <dgm:prSet presAssocID="{E8FA59A1-1259-4666-8766-30C815FDEEBD}" presName="linear" presStyleCnt="0">
        <dgm:presLayoutVars>
          <dgm:animLvl val="lvl"/>
          <dgm:resizeHandles val="exact"/>
        </dgm:presLayoutVars>
      </dgm:prSet>
      <dgm:spPr/>
    </dgm:pt>
    <dgm:pt modelId="{C181341D-A3C2-448B-9492-90BED4786BD2}" type="pres">
      <dgm:prSet presAssocID="{DA33622F-6353-46DB-9E9D-F23DE91B72BC}" presName="parentText" presStyleLbl="node1" presStyleIdx="0" presStyleCnt="4">
        <dgm:presLayoutVars>
          <dgm:chMax val="0"/>
          <dgm:bulletEnabled val="1"/>
        </dgm:presLayoutVars>
      </dgm:prSet>
      <dgm:spPr/>
    </dgm:pt>
    <dgm:pt modelId="{2A6B79D8-49C9-4491-9A9A-E408308273D0}" type="pres">
      <dgm:prSet presAssocID="{DF0ADFA5-0B5A-4C3C-847D-7F9E50CBD7E7}" presName="spacer" presStyleCnt="0"/>
      <dgm:spPr/>
    </dgm:pt>
    <dgm:pt modelId="{8C2DF322-8B55-4D3A-8D56-99E20D7D439A}" type="pres">
      <dgm:prSet presAssocID="{546043AE-9E34-4137-B8A7-25AE9CB7F1B6}" presName="parentText" presStyleLbl="node1" presStyleIdx="1" presStyleCnt="4">
        <dgm:presLayoutVars>
          <dgm:chMax val="0"/>
          <dgm:bulletEnabled val="1"/>
        </dgm:presLayoutVars>
      </dgm:prSet>
      <dgm:spPr/>
    </dgm:pt>
    <dgm:pt modelId="{55395812-E6DA-4AE4-9F43-24C9680CAC74}" type="pres">
      <dgm:prSet presAssocID="{2D561606-D825-40BA-A992-F8ABF09AD173}" presName="spacer" presStyleCnt="0"/>
      <dgm:spPr/>
    </dgm:pt>
    <dgm:pt modelId="{88FE6889-D2B9-407E-8F43-ADBDE0670560}" type="pres">
      <dgm:prSet presAssocID="{A69DBD27-90E3-4F9F-8B58-EF23D1193D47}" presName="parentText" presStyleLbl="node1" presStyleIdx="2" presStyleCnt="4">
        <dgm:presLayoutVars>
          <dgm:chMax val="0"/>
          <dgm:bulletEnabled val="1"/>
        </dgm:presLayoutVars>
      </dgm:prSet>
      <dgm:spPr/>
    </dgm:pt>
    <dgm:pt modelId="{BF0AC48D-C96F-4233-87C5-4C487B67F0D4}" type="pres">
      <dgm:prSet presAssocID="{AFB41C59-4239-4521-8C7C-3818E138930B}" presName="spacer" presStyleCnt="0"/>
      <dgm:spPr/>
    </dgm:pt>
    <dgm:pt modelId="{9FC7BF2B-C32B-4130-B55D-E1412E85AF1E}" type="pres">
      <dgm:prSet presAssocID="{EFD1E2AC-89A9-44D0-BF40-E5DA68432BC7}" presName="parentText" presStyleLbl="node1" presStyleIdx="3" presStyleCnt="4">
        <dgm:presLayoutVars>
          <dgm:chMax val="0"/>
          <dgm:bulletEnabled val="1"/>
        </dgm:presLayoutVars>
      </dgm:prSet>
      <dgm:spPr/>
    </dgm:pt>
  </dgm:ptLst>
  <dgm:cxnLst>
    <dgm:cxn modelId="{5B940B2A-9FF7-43DA-9D4B-39444A64FCE9}" type="presOf" srcId="{E8FA59A1-1259-4666-8766-30C815FDEEBD}" destId="{C2A1C140-F9BA-4587-80DD-DD14D463BD18}" srcOrd="0" destOrd="0" presId="urn:microsoft.com/office/officeart/2005/8/layout/vList2"/>
    <dgm:cxn modelId="{3C2E6C31-85F3-45FF-909B-2B853198667C}" type="presOf" srcId="{DA33622F-6353-46DB-9E9D-F23DE91B72BC}" destId="{C181341D-A3C2-448B-9492-90BED4786BD2}" srcOrd="0" destOrd="0" presId="urn:microsoft.com/office/officeart/2005/8/layout/vList2"/>
    <dgm:cxn modelId="{7AB49132-6236-48DC-8E46-DF53C3667A54}" srcId="{E8FA59A1-1259-4666-8766-30C815FDEEBD}" destId="{A69DBD27-90E3-4F9F-8B58-EF23D1193D47}" srcOrd="2" destOrd="0" parTransId="{772DC28D-0A80-4D87-8199-6CE819EFC70B}" sibTransId="{AFB41C59-4239-4521-8C7C-3818E138930B}"/>
    <dgm:cxn modelId="{9132713D-BF4F-4B12-A843-977FC124DDDD}" type="presOf" srcId="{546043AE-9E34-4137-B8A7-25AE9CB7F1B6}" destId="{8C2DF322-8B55-4D3A-8D56-99E20D7D439A}" srcOrd="0" destOrd="0" presId="urn:microsoft.com/office/officeart/2005/8/layout/vList2"/>
    <dgm:cxn modelId="{6063095B-2A3F-43C6-882D-599E1B1E3697}" type="presOf" srcId="{EFD1E2AC-89A9-44D0-BF40-E5DA68432BC7}" destId="{9FC7BF2B-C32B-4130-B55D-E1412E85AF1E}" srcOrd="0" destOrd="0" presId="urn:microsoft.com/office/officeart/2005/8/layout/vList2"/>
    <dgm:cxn modelId="{3A6AE247-664D-4EED-821F-CFA327BC7FD6}" srcId="{E8FA59A1-1259-4666-8766-30C815FDEEBD}" destId="{546043AE-9E34-4137-B8A7-25AE9CB7F1B6}" srcOrd="1" destOrd="0" parTransId="{58A9CD30-8972-41AE-B043-F6071ACC60A7}" sibTransId="{2D561606-D825-40BA-A992-F8ABF09AD173}"/>
    <dgm:cxn modelId="{3A9F2173-0020-47B1-AA95-68499F8C4AFE}" type="presOf" srcId="{A69DBD27-90E3-4F9F-8B58-EF23D1193D47}" destId="{88FE6889-D2B9-407E-8F43-ADBDE0670560}" srcOrd="0" destOrd="0" presId="urn:microsoft.com/office/officeart/2005/8/layout/vList2"/>
    <dgm:cxn modelId="{A40BF979-4019-4F73-AA4C-4715343CC5C3}" srcId="{E8FA59A1-1259-4666-8766-30C815FDEEBD}" destId="{EFD1E2AC-89A9-44D0-BF40-E5DA68432BC7}" srcOrd="3" destOrd="0" parTransId="{A3120C04-E9A8-4EE1-8642-553641FBB2BC}" sibTransId="{28C84A6F-CAD6-4D30-B197-1636EBBE12D0}"/>
    <dgm:cxn modelId="{A281F0AB-7C61-4410-9871-B552809F6E70}" srcId="{E8FA59A1-1259-4666-8766-30C815FDEEBD}" destId="{DA33622F-6353-46DB-9E9D-F23DE91B72BC}" srcOrd="0" destOrd="0" parTransId="{FA2348A6-928E-4691-917C-05B44D98A690}" sibTransId="{DF0ADFA5-0B5A-4C3C-847D-7F9E50CBD7E7}"/>
    <dgm:cxn modelId="{5F4A800E-DEBB-4A7E-8D61-BA5859E6D2E6}" type="presParOf" srcId="{C2A1C140-F9BA-4587-80DD-DD14D463BD18}" destId="{C181341D-A3C2-448B-9492-90BED4786BD2}" srcOrd="0" destOrd="0" presId="urn:microsoft.com/office/officeart/2005/8/layout/vList2"/>
    <dgm:cxn modelId="{634CC8E2-A84F-4956-ADFA-02A842419E82}" type="presParOf" srcId="{C2A1C140-F9BA-4587-80DD-DD14D463BD18}" destId="{2A6B79D8-49C9-4491-9A9A-E408308273D0}" srcOrd="1" destOrd="0" presId="urn:microsoft.com/office/officeart/2005/8/layout/vList2"/>
    <dgm:cxn modelId="{81C7D85D-9230-4CE9-A4EF-1C1FB3DABBD8}" type="presParOf" srcId="{C2A1C140-F9BA-4587-80DD-DD14D463BD18}" destId="{8C2DF322-8B55-4D3A-8D56-99E20D7D439A}" srcOrd="2" destOrd="0" presId="urn:microsoft.com/office/officeart/2005/8/layout/vList2"/>
    <dgm:cxn modelId="{AB83475D-BD30-4432-A173-AAC5F4C9E1E1}" type="presParOf" srcId="{C2A1C140-F9BA-4587-80DD-DD14D463BD18}" destId="{55395812-E6DA-4AE4-9F43-24C9680CAC74}" srcOrd="3" destOrd="0" presId="urn:microsoft.com/office/officeart/2005/8/layout/vList2"/>
    <dgm:cxn modelId="{BEA8B762-CA2A-4886-B6DD-774C4125E615}" type="presParOf" srcId="{C2A1C140-F9BA-4587-80DD-DD14D463BD18}" destId="{88FE6889-D2B9-407E-8F43-ADBDE0670560}" srcOrd="4" destOrd="0" presId="urn:microsoft.com/office/officeart/2005/8/layout/vList2"/>
    <dgm:cxn modelId="{961BBE4F-908A-4C76-877F-337306AEE0A0}" type="presParOf" srcId="{C2A1C140-F9BA-4587-80DD-DD14D463BD18}" destId="{BF0AC48D-C96F-4233-87C5-4C487B67F0D4}" srcOrd="5" destOrd="0" presId="urn:microsoft.com/office/officeart/2005/8/layout/vList2"/>
    <dgm:cxn modelId="{43820A91-BB9B-46D5-96E6-B4935CE0EECF}" type="presParOf" srcId="{C2A1C140-F9BA-4587-80DD-DD14D463BD18}" destId="{9FC7BF2B-C32B-4130-B55D-E1412E85AF1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13B25F-387C-475D-84DF-1A4CCCF2269F}">
      <dsp:nvSpPr>
        <dsp:cNvPr id="0" name=""/>
        <dsp:cNvSpPr/>
      </dsp:nvSpPr>
      <dsp:spPr>
        <a:xfrm>
          <a:off x="684914" y="101640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CF6DB6-168A-46CE-9391-CDF186E7CD7C}">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313461-276A-4A3A-8683-1CF6C04F5C1D}">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To design and implement a sound activated switching circuit using the 555 timer IC. </a:t>
          </a:r>
          <a:endParaRPr lang="en-US" sz="1100" kern="1200" dirty="0"/>
        </a:p>
      </dsp:txBody>
      <dsp:txXfrm>
        <a:off x="333914" y="2456402"/>
        <a:ext cx="1800000" cy="720000"/>
      </dsp:txXfrm>
    </dsp:sp>
    <dsp:sp modelId="{E1A24BC6-D20F-41C1-97A2-FF60B8DFDB8E}">
      <dsp:nvSpPr>
        <dsp:cNvPr id="0" name=""/>
        <dsp:cNvSpPr/>
      </dsp:nvSpPr>
      <dsp:spPr>
        <a:xfrm>
          <a:off x="2799914" y="101640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9EA15C-A429-4C6F-AFC9-32EF03FADCA5}">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682F8A-5879-4F62-880C-95DB1A7632EB}">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To study the operation of the 555 timer IC in monostable mode. </a:t>
          </a:r>
        </a:p>
      </dsp:txBody>
      <dsp:txXfrm>
        <a:off x="2448914" y="2456402"/>
        <a:ext cx="1800000" cy="720000"/>
      </dsp:txXfrm>
    </dsp:sp>
    <dsp:sp modelId="{1EB59C36-34C1-4FC1-8E05-747B76D35FF3}">
      <dsp:nvSpPr>
        <dsp:cNvPr id="0" name=""/>
        <dsp:cNvSpPr/>
      </dsp:nvSpPr>
      <dsp:spPr>
        <a:xfrm>
          <a:off x="4914914" y="101640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B6DC4E-FB9D-487D-903A-F7DB075AA538}">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91B036-3AAD-4F40-B113-C68C8AAE8A30}">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To detect sound signals using a condenser microphone and amplify them using a transistor. </a:t>
          </a:r>
        </a:p>
      </dsp:txBody>
      <dsp:txXfrm>
        <a:off x="4563914" y="2456402"/>
        <a:ext cx="1800000" cy="720000"/>
      </dsp:txXfrm>
    </dsp:sp>
    <dsp:sp modelId="{C23416B1-FF36-4F2A-826A-C1E6B94C6955}">
      <dsp:nvSpPr>
        <dsp:cNvPr id="0" name=""/>
        <dsp:cNvSpPr/>
      </dsp:nvSpPr>
      <dsp:spPr>
        <a:xfrm>
          <a:off x="7029914" y="101640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CB19A2-53E1-4DDF-911F-565D4F88BF8E}">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71545C-ACCE-4C76-AA2F-8A19862370AD}">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To control an LED using the output of the 555 timer IC. </a:t>
          </a:r>
        </a:p>
      </dsp:txBody>
      <dsp:txXfrm>
        <a:off x="6678914" y="2456402"/>
        <a:ext cx="1800000" cy="720000"/>
      </dsp:txXfrm>
    </dsp:sp>
    <dsp:sp modelId="{096E90C4-968B-498D-BA8F-B804D3096225}">
      <dsp:nvSpPr>
        <dsp:cNvPr id="0" name=""/>
        <dsp:cNvSpPr/>
      </dsp:nvSpPr>
      <dsp:spPr>
        <a:xfrm>
          <a:off x="9144914" y="1016402"/>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648A18-C5E3-4AF6-A4E6-DE0D40A478CD}">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E797B5-AA74-4C60-A797-E1C1808AAF9C}">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To analyze the effect of timing capacitor value on the output pulse duration. </a:t>
          </a:r>
        </a:p>
      </dsp:txBody>
      <dsp:txXfrm>
        <a:off x="8793914" y="2456402"/>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4E709E-5931-480D-A8F3-292BF415A1FE}">
      <dsp:nvSpPr>
        <dsp:cNvPr id="0" name=""/>
        <dsp:cNvSpPr/>
      </dsp:nvSpPr>
      <dsp:spPr>
        <a:xfrm>
          <a:off x="3080" y="587032"/>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555 Timer IC</a:t>
          </a:r>
        </a:p>
      </dsp:txBody>
      <dsp:txXfrm>
        <a:off x="3080" y="587032"/>
        <a:ext cx="2444055" cy="1466433"/>
      </dsp:txXfrm>
    </dsp:sp>
    <dsp:sp modelId="{4DEA0E6D-3F2E-40B3-9DEA-D6ABCE1A70B9}">
      <dsp:nvSpPr>
        <dsp:cNvPr id="0" name=""/>
        <dsp:cNvSpPr/>
      </dsp:nvSpPr>
      <dsp:spPr>
        <a:xfrm>
          <a:off x="2691541" y="587032"/>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Condenser Microphone</a:t>
          </a:r>
        </a:p>
      </dsp:txBody>
      <dsp:txXfrm>
        <a:off x="2691541" y="587032"/>
        <a:ext cx="2444055" cy="1466433"/>
      </dsp:txXfrm>
    </dsp:sp>
    <dsp:sp modelId="{1FB80BF9-578C-44CE-ADE0-1112F3A801AA}">
      <dsp:nvSpPr>
        <dsp:cNvPr id="0" name=""/>
        <dsp:cNvSpPr/>
      </dsp:nvSpPr>
      <dsp:spPr>
        <a:xfrm>
          <a:off x="5380002" y="587032"/>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Transistor: BC547</a:t>
          </a:r>
        </a:p>
      </dsp:txBody>
      <dsp:txXfrm>
        <a:off x="5380002" y="587032"/>
        <a:ext cx="2444055" cy="1466433"/>
      </dsp:txXfrm>
    </dsp:sp>
    <dsp:sp modelId="{FA54EEED-CCC8-4A1B-9DA4-DC4FD08BAC3F}">
      <dsp:nvSpPr>
        <dsp:cNvPr id="0" name=""/>
        <dsp:cNvSpPr/>
      </dsp:nvSpPr>
      <dsp:spPr>
        <a:xfrm>
          <a:off x="8068463" y="587032"/>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Resistors: 100K, 47K, 1K, 330</a:t>
          </a:r>
          <a:r>
            <a:rPr lang="el-GR" sz="2700" kern="1200"/>
            <a:t>Ω </a:t>
          </a:r>
          <a:endParaRPr lang="en-US" sz="2700" kern="1200"/>
        </a:p>
      </dsp:txBody>
      <dsp:txXfrm>
        <a:off x="8068463" y="587032"/>
        <a:ext cx="2444055" cy="1466433"/>
      </dsp:txXfrm>
    </dsp:sp>
    <dsp:sp modelId="{EB3B9052-AD33-40DF-8BBF-0E5CB0E926F1}">
      <dsp:nvSpPr>
        <dsp:cNvPr id="0" name=""/>
        <dsp:cNvSpPr/>
      </dsp:nvSpPr>
      <dsp:spPr>
        <a:xfrm>
          <a:off x="3080" y="2297871"/>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Capacitor: 10 µF</a:t>
          </a:r>
        </a:p>
      </dsp:txBody>
      <dsp:txXfrm>
        <a:off x="3080" y="2297871"/>
        <a:ext cx="2444055" cy="1466433"/>
      </dsp:txXfrm>
    </dsp:sp>
    <dsp:sp modelId="{FCF465F0-4338-42C2-A30A-CFF385695055}">
      <dsp:nvSpPr>
        <dsp:cNvPr id="0" name=""/>
        <dsp:cNvSpPr/>
      </dsp:nvSpPr>
      <dsp:spPr>
        <a:xfrm>
          <a:off x="2691541" y="2297871"/>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LED</a:t>
          </a:r>
        </a:p>
      </dsp:txBody>
      <dsp:txXfrm>
        <a:off x="2691541" y="2297871"/>
        <a:ext cx="2444055" cy="1466433"/>
      </dsp:txXfrm>
    </dsp:sp>
    <dsp:sp modelId="{098E9999-EFA6-43E3-B441-092C12AB1676}">
      <dsp:nvSpPr>
        <dsp:cNvPr id="0" name=""/>
        <dsp:cNvSpPr/>
      </dsp:nvSpPr>
      <dsp:spPr>
        <a:xfrm>
          <a:off x="5380002" y="2297871"/>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9V Battery</a:t>
          </a:r>
        </a:p>
      </dsp:txBody>
      <dsp:txXfrm>
        <a:off x="5380002" y="2297871"/>
        <a:ext cx="2444055" cy="1466433"/>
      </dsp:txXfrm>
    </dsp:sp>
    <dsp:sp modelId="{FB6B0E51-899E-4FB0-9A72-88D701A70737}">
      <dsp:nvSpPr>
        <dsp:cNvPr id="0" name=""/>
        <dsp:cNvSpPr/>
      </dsp:nvSpPr>
      <dsp:spPr>
        <a:xfrm>
          <a:off x="8068463" y="2297871"/>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Breadboard and Connector Wires</a:t>
          </a:r>
        </a:p>
      </dsp:txBody>
      <dsp:txXfrm>
        <a:off x="8068463" y="2297871"/>
        <a:ext cx="2444055" cy="14664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C6768D-018C-4B80-8C24-9BCF4737B82F}">
      <dsp:nvSpPr>
        <dsp:cNvPr id="0" name=""/>
        <dsp:cNvSpPr/>
      </dsp:nvSpPr>
      <dsp:spPr>
        <a:xfrm>
          <a:off x="0" y="4300"/>
          <a:ext cx="6263640" cy="916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F77414-19B3-4C61-B5B3-2F7704355E5A}">
      <dsp:nvSpPr>
        <dsp:cNvPr id="0" name=""/>
        <dsp:cNvSpPr/>
      </dsp:nvSpPr>
      <dsp:spPr>
        <a:xfrm>
          <a:off x="277094" y="210403"/>
          <a:ext cx="503807" cy="5038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A89CCB-8E9D-4753-A571-AC50894BB424}">
      <dsp:nvSpPr>
        <dsp:cNvPr id="0" name=""/>
        <dsp:cNvSpPr/>
      </dsp:nvSpPr>
      <dsp:spPr>
        <a:xfrm>
          <a:off x="1057996" y="4300"/>
          <a:ext cx="5205643" cy="91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45" tIns="96945" rIns="96945" bIns="96945" numCol="1" spcCol="1270" anchor="ctr" anchorCtr="0">
          <a:noAutofit/>
        </a:bodyPr>
        <a:lstStyle/>
        <a:p>
          <a:pPr marL="0" lvl="0" indent="0" algn="l" defTabSz="844550">
            <a:lnSpc>
              <a:spcPct val="90000"/>
            </a:lnSpc>
            <a:spcBef>
              <a:spcPct val="0"/>
            </a:spcBef>
            <a:spcAft>
              <a:spcPct val="35000"/>
            </a:spcAft>
            <a:buNone/>
          </a:pPr>
          <a:r>
            <a:rPr lang="en-US" sz="1900" kern="1200"/>
            <a:t>Acts as a </a:t>
          </a:r>
          <a:r>
            <a:rPr lang="en-US" sz="1900" b="1" kern="1200"/>
            <a:t>monostable pulse generator</a:t>
          </a:r>
          <a:r>
            <a:rPr lang="en-US" sz="1900" kern="1200"/>
            <a:t> in the circuit.</a:t>
          </a:r>
        </a:p>
      </dsp:txBody>
      <dsp:txXfrm>
        <a:off x="1057996" y="4300"/>
        <a:ext cx="5205643" cy="916014"/>
      </dsp:txXfrm>
    </dsp:sp>
    <dsp:sp modelId="{9B13F2E9-AB75-4F5B-A199-A53FF77EB3AF}">
      <dsp:nvSpPr>
        <dsp:cNvPr id="0" name=""/>
        <dsp:cNvSpPr/>
      </dsp:nvSpPr>
      <dsp:spPr>
        <a:xfrm>
          <a:off x="0" y="1149318"/>
          <a:ext cx="6263640" cy="916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78B3CD-00F3-4C9B-8F24-D26007EC0956}">
      <dsp:nvSpPr>
        <dsp:cNvPr id="0" name=""/>
        <dsp:cNvSpPr/>
      </dsp:nvSpPr>
      <dsp:spPr>
        <a:xfrm>
          <a:off x="277094" y="1355421"/>
          <a:ext cx="503807" cy="5038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1AC695-DCE6-4235-8CEB-6E5B770392F0}">
      <dsp:nvSpPr>
        <dsp:cNvPr id="0" name=""/>
        <dsp:cNvSpPr/>
      </dsp:nvSpPr>
      <dsp:spPr>
        <a:xfrm>
          <a:off x="1057996" y="1149318"/>
          <a:ext cx="5205643" cy="91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45" tIns="96945" rIns="96945" bIns="96945" numCol="1" spcCol="1270" anchor="ctr" anchorCtr="0">
          <a:noAutofit/>
        </a:bodyPr>
        <a:lstStyle/>
        <a:p>
          <a:pPr marL="0" lvl="0" indent="0" algn="l" defTabSz="844550">
            <a:lnSpc>
              <a:spcPct val="90000"/>
            </a:lnSpc>
            <a:spcBef>
              <a:spcPct val="0"/>
            </a:spcBef>
            <a:spcAft>
              <a:spcPct val="35000"/>
            </a:spcAft>
            <a:buNone/>
          </a:pPr>
          <a:r>
            <a:rPr lang="en-US" sz="1900" kern="1200"/>
            <a:t>Receives a </a:t>
          </a:r>
          <a:r>
            <a:rPr lang="en-US" sz="1900" b="1" kern="1200"/>
            <a:t>trigger pulse</a:t>
          </a:r>
          <a:r>
            <a:rPr lang="en-US" sz="1900" kern="1200"/>
            <a:t> from the amplified sound signal.</a:t>
          </a:r>
        </a:p>
      </dsp:txBody>
      <dsp:txXfrm>
        <a:off x="1057996" y="1149318"/>
        <a:ext cx="5205643" cy="916014"/>
      </dsp:txXfrm>
    </dsp:sp>
    <dsp:sp modelId="{A3407563-E932-4BA5-8AC5-C97F34CFA84F}">
      <dsp:nvSpPr>
        <dsp:cNvPr id="0" name=""/>
        <dsp:cNvSpPr/>
      </dsp:nvSpPr>
      <dsp:spPr>
        <a:xfrm>
          <a:off x="0" y="2294336"/>
          <a:ext cx="6263640" cy="916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468F44-4191-43D0-A80D-35E1F5426F9B}">
      <dsp:nvSpPr>
        <dsp:cNvPr id="0" name=""/>
        <dsp:cNvSpPr/>
      </dsp:nvSpPr>
      <dsp:spPr>
        <a:xfrm>
          <a:off x="277094" y="2500440"/>
          <a:ext cx="503807" cy="5038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7F6309-F992-43A8-BEE2-08954A8DA764}">
      <dsp:nvSpPr>
        <dsp:cNvPr id="0" name=""/>
        <dsp:cNvSpPr/>
      </dsp:nvSpPr>
      <dsp:spPr>
        <a:xfrm>
          <a:off x="1057996" y="2294336"/>
          <a:ext cx="5205643" cy="91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45" tIns="96945" rIns="96945" bIns="96945" numCol="1" spcCol="1270" anchor="ctr" anchorCtr="0">
          <a:noAutofit/>
        </a:bodyPr>
        <a:lstStyle/>
        <a:p>
          <a:pPr marL="0" lvl="0" indent="0" algn="l" defTabSz="844550">
            <a:lnSpc>
              <a:spcPct val="90000"/>
            </a:lnSpc>
            <a:spcBef>
              <a:spcPct val="0"/>
            </a:spcBef>
            <a:spcAft>
              <a:spcPct val="35000"/>
            </a:spcAft>
            <a:buNone/>
          </a:pPr>
          <a:r>
            <a:rPr lang="en-US" sz="1900" kern="1200"/>
            <a:t>Produces a </a:t>
          </a:r>
          <a:r>
            <a:rPr lang="en-US" sz="1900" b="1" kern="1200"/>
            <a:t>single output pulse</a:t>
          </a:r>
          <a:r>
            <a:rPr lang="en-US" sz="1900" kern="1200"/>
            <a:t> to control the LED.</a:t>
          </a:r>
        </a:p>
      </dsp:txBody>
      <dsp:txXfrm>
        <a:off x="1057996" y="2294336"/>
        <a:ext cx="5205643" cy="916014"/>
      </dsp:txXfrm>
    </dsp:sp>
    <dsp:sp modelId="{55B19D1F-3BAF-4564-9C61-4E39FEAD8913}">
      <dsp:nvSpPr>
        <dsp:cNvPr id="0" name=""/>
        <dsp:cNvSpPr/>
      </dsp:nvSpPr>
      <dsp:spPr>
        <a:xfrm>
          <a:off x="0" y="3439354"/>
          <a:ext cx="6263640" cy="916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8A3FED-26E9-4AA6-AB13-5AF575EC776A}">
      <dsp:nvSpPr>
        <dsp:cNvPr id="0" name=""/>
        <dsp:cNvSpPr/>
      </dsp:nvSpPr>
      <dsp:spPr>
        <a:xfrm>
          <a:off x="277094" y="3645458"/>
          <a:ext cx="503807" cy="50380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FCEE68-1353-49A9-A30F-02A25FBC3197}">
      <dsp:nvSpPr>
        <dsp:cNvPr id="0" name=""/>
        <dsp:cNvSpPr/>
      </dsp:nvSpPr>
      <dsp:spPr>
        <a:xfrm>
          <a:off x="1057996" y="3439354"/>
          <a:ext cx="5205643" cy="91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45" tIns="96945" rIns="96945" bIns="96945" numCol="1" spcCol="1270" anchor="ctr" anchorCtr="0">
          <a:noAutofit/>
        </a:bodyPr>
        <a:lstStyle/>
        <a:p>
          <a:pPr marL="0" lvl="0" indent="0" algn="l" defTabSz="844550">
            <a:lnSpc>
              <a:spcPct val="90000"/>
            </a:lnSpc>
            <a:spcBef>
              <a:spcPct val="0"/>
            </a:spcBef>
            <a:spcAft>
              <a:spcPct val="35000"/>
            </a:spcAft>
            <a:buNone/>
          </a:pPr>
          <a:r>
            <a:rPr lang="en-US" sz="1900" b="1" kern="1200"/>
            <a:t>Determines the ON duration</a:t>
          </a:r>
          <a:r>
            <a:rPr lang="en-US" sz="1900" kern="1200"/>
            <a:t> of the LED based on external resistor and capacitor values.</a:t>
          </a:r>
        </a:p>
      </dsp:txBody>
      <dsp:txXfrm>
        <a:off x="1057996" y="3439354"/>
        <a:ext cx="5205643" cy="916014"/>
      </dsp:txXfrm>
    </dsp:sp>
    <dsp:sp modelId="{23E4EF89-B0BD-446D-882F-ECFC652F3D48}">
      <dsp:nvSpPr>
        <dsp:cNvPr id="0" name=""/>
        <dsp:cNvSpPr/>
      </dsp:nvSpPr>
      <dsp:spPr>
        <a:xfrm>
          <a:off x="0" y="4584372"/>
          <a:ext cx="6263640" cy="9160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BDC5E3-C273-46C2-A050-E7781D9911FB}">
      <dsp:nvSpPr>
        <dsp:cNvPr id="0" name=""/>
        <dsp:cNvSpPr/>
      </dsp:nvSpPr>
      <dsp:spPr>
        <a:xfrm>
          <a:off x="277094" y="4790476"/>
          <a:ext cx="503807" cy="50380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5341FA0-238C-445B-9E54-C1FC585FF616}">
      <dsp:nvSpPr>
        <dsp:cNvPr id="0" name=""/>
        <dsp:cNvSpPr/>
      </dsp:nvSpPr>
      <dsp:spPr>
        <a:xfrm>
          <a:off x="1057996" y="4584372"/>
          <a:ext cx="5205643" cy="916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45" tIns="96945" rIns="96945" bIns="96945" numCol="1" spcCol="1270" anchor="ctr" anchorCtr="0">
          <a:noAutofit/>
        </a:bodyPr>
        <a:lstStyle/>
        <a:p>
          <a:pPr marL="0" lvl="0" indent="0" algn="l" defTabSz="844550">
            <a:lnSpc>
              <a:spcPct val="90000"/>
            </a:lnSpc>
            <a:spcBef>
              <a:spcPct val="0"/>
            </a:spcBef>
            <a:spcAft>
              <a:spcPct val="35000"/>
            </a:spcAft>
            <a:buNone/>
          </a:pPr>
          <a:r>
            <a:rPr lang="en-US" sz="1900" kern="1200"/>
            <a:t>Serves as the </a:t>
          </a:r>
          <a:r>
            <a:rPr lang="en-US" sz="1900" b="1" kern="1200"/>
            <a:t>core component for timing and switching</a:t>
          </a:r>
          <a:r>
            <a:rPr lang="en-US" sz="1900" kern="1200"/>
            <a:t> in the sound-activated circuit.</a:t>
          </a:r>
        </a:p>
      </dsp:txBody>
      <dsp:txXfrm>
        <a:off x="1057996" y="4584372"/>
        <a:ext cx="5205643" cy="9160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1341D-A3C2-448B-9492-90BED4786BD2}">
      <dsp:nvSpPr>
        <dsp:cNvPr id="0" name=""/>
        <dsp:cNvSpPr/>
      </dsp:nvSpPr>
      <dsp:spPr>
        <a:xfrm>
          <a:off x="0" y="197648"/>
          <a:ext cx="10515600"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Clap-operated lighting systems</a:t>
          </a:r>
        </a:p>
      </dsp:txBody>
      <dsp:txXfrm>
        <a:off x="44378" y="242026"/>
        <a:ext cx="10426844" cy="820334"/>
      </dsp:txXfrm>
    </dsp:sp>
    <dsp:sp modelId="{8C2DF322-8B55-4D3A-8D56-99E20D7D439A}">
      <dsp:nvSpPr>
        <dsp:cNvPr id="0" name=""/>
        <dsp:cNvSpPr/>
      </dsp:nvSpPr>
      <dsp:spPr>
        <a:xfrm>
          <a:off x="0" y="1213299"/>
          <a:ext cx="10515600"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Home automation projects</a:t>
          </a:r>
        </a:p>
      </dsp:txBody>
      <dsp:txXfrm>
        <a:off x="44378" y="1257677"/>
        <a:ext cx="10426844" cy="820334"/>
      </dsp:txXfrm>
    </dsp:sp>
    <dsp:sp modelId="{88FE6889-D2B9-407E-8F43-ADBDE0670560}">
      <dsp:nvSpPr>
        <dsp:cNvPr id="0" name=""/>
        <dsp:cNvSpPr/>
      </dsp:nvSpPr>
      <dsp:spPr>
        <a:xfrm>
          <a:off x="0" y="2228949"/>
          <a:ext cx="10515600"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Assistive devices for physically challenged people</a:t>
          </a:r>
        </a:p>
      </dsp:txBody>
      <dsp:txXfrm>
        <a:off x="44378" y="2273327"/>
        <a:ext cx="10426844" cy="820334"/>
      </dsp:txXfrm>
    </dsp:sp>
    <dsp:sp modelId="{9FC7BF2B-C32B-4130-B55D-E1412E85AF1E}">
      <dsp:nvSpPr>
        <dsp:cNvPr id="0" name=""/>
        <dsp:cNvSpPr/>
      </dsp:nvSpPr>
      <dsp:spPr>
        <a:xfrm>
          <a:off x="0" y="3244598"/>
          <a:ext cx="10515600"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Educational electronics experiments</a:t>
          </a:r>
        </a:p>
      </dsp:txBody>
      <dsp:txXfrm>
        <a:off x="44378" y="3288976"/>
        <a:ext cx="10426844" cy="82033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FEA26-9EBC-2643-685E-AEB2A4F616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E87624-3A96-54A6-CE6C-012F4DF9CF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8D618D-155F-80C6-E0CD-B02811A2B291}"/>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5" name="Footer Placeholder 4">
            <a:extLst>
              <a:ext uri="{FF2B5EF4-FFF2-40B4-BE49-F238E27FC236}">
                <a16:creationId xmlns:a16="http://schemas.microsoft.com/office/drawing/2014/main" id="{D4E95B6F-3BA9-EF3C-3318-DA3B1E690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7C848A-E25C-0785-A58B-BC1CA7F2D09A}"/>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3385237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BEF9-F3CD-697E-1CDB-0ADC230A00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37464C-07D0-3EA0-134E-D993BE33C7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9D6DFB-FA88-C1CB-031C-73B6ADB5C3E2}"/>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5" name="Footer Placeholder 4">
            <a:extLst>
              <a:ext uri="{FF2B5EF4-FFF2-40B4-BE49-F238E27FC236}">
                <a16:creationId xmlns:a16="http://schemas.microsoft.com/office/drawing/2014/main" id="{8486DD48-EFAE-D5C9-C993-3B97AFFA6C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353B1-774B-DE4A-D7FE-263274CCE097}"/>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1473749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F1023-9023-5FFD-8212-0B480D36AB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30544D-ED2C-174C-1BFC-64355FBCE2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95AD33-85BE-EB8A-2186-FE8D14248840}"/>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5" name="Footer Placeholder 4">
            <a:extLst>
              <a:ext uri="{FF2B5EF4-FFF2-40B4-BE49-F238E27FC236}">
                <a16:creationId xmlns:a16="http://schemas.microsoft.com/office/drawing/2014/main" id="{EF6134D9-CF9C-D967-0790-7A4ECBEF15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F2C4E-A6CB-4BF0-50D4-6B399B760351}"/>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3896186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7C9-C5E7-5D3E-FCEA-E8F0E32E23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B3949D-29A4-B07C-A002-E15BAACBA0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3E77A2-2D93-F876-A8D6-A64BA1AF9A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C3F0C0-96FC-123C-676B-5A65A5B6C6BD}"/>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6" name="Footer Placeholder 5">
            <a:extLst>
              <a:ext uri="{FF2B5EF4-FFF2-40B4-BE49-F238E27FC236}">
                <a16:creationId xmlns:a16="http://schemas.microsoft.com/office/drawing/2014/main" id="{C1E9C4EC-D105-77DB-C905-BA03FC040C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55B422-1B29-E6F1-910E-901331CA7748}"/>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3923920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664B-2851-2646-45C5-B729440FD4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C169DF-2520-AD55-0954-24E685226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ADF798-F4FD-EFC5-9137-BE10805E6F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5ED447-FB18-D5BE-0BD0-C72F8B0842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5CAC46-4D79-5336-792C-6166C0474B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56D10D-B07F-910D-39F7-B345D9E6D5EB}"/>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8" name="Footer Placeholder 7">
            <a:extLst>
              <a:ext uri="{FF2B5EF4-FFF2-40B4-BE49-F238E27FC236}">
                <a16:creationId xmlns:a16="http://schemas.microsoft.com/office/drawing/2014/main" id="{A3E377C7-08A3-F666-5BBA-61B8B9212E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164CBC-8D87-9241-EB83-9165E0459CA1}"/>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1862977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95688-267A-7118-CDC8-284B43E468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B0DF57-0451-F420-F030-4BF666EC3D02}"/>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4" name="Footer Placeholder 3">
            <a:extLst>
              <a:ext uri="{FF2B5EF4-FFF2-40B4-BE49-F238E27FC236}">
                <a16:creationId xmlns:a16="http://schemas.microsoft.com/office/drawing/2014/main" id="{7A2A404C-7708-C37F-24DD-609013EF88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EDF7FB-2330-F152-6F99-7153DBD7BA32}"/>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1466469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4585E-D266-46DD-2A5A-60FDA20B2EF5}"/>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3" name="Footer Placeholder 2">
            <a:extLst>
              <a:ext uri="{FF2B5EF4-FFF2-40B4-BE49-F238E27FC236}">
                <a16:creationId xmlns:a16="http://schemas.microsoft.com/office/drawing/2014/main" id="{922B49EB-24C8-CD24-98C8-E0CAEB2E17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2E9E6B-2EE2-37F3-24C0-A091C438DCE1}"/>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1322963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8EA5-471D-1698-8FE3-83FE868AE7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A923E0-AAB7-30F4-7A4F-3A13AFF190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CAC01A-AB9A-1959-2886-09B37700F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51AC0E-4F1D-561C-F5DC-4DFF7B6AF6BA}"/>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6" name="Footer Placeholder 5">
            <a:extLst>
              <a:ext uri="{FF2B5EF4-FFF2-40B4-BE49-F238E27FC236}">
                <a16:creationId xmlns:a16="http://schemas.microsoft.com/office/drawing/2014/main" id="{C81CD2D2-06D2-655E-D387-81BB953483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448DCB-4170-1031-57DE-2E3EE8FB0800}"/>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2355632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62486-FF97-7413-8ED3-7F3E8CA26A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0616D1-B5A5-AD55-0D3E-9370AB86A5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C60A4-EB3D-6A8A-0F3D-94814E52C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59E0C4-16DB-BB6C-7C37-609B41C2EEA0}"/>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6" name="Footer Placeholder 5">
            <a:extLst>
              <a:ext uri="{FF2B5EF4-FFF2-40B4-BE49-F238E27FC236}">
                <a16:creationId xmlns:a16="http://schemas.microsoft.com/office/drawing/2014/main" id="{FADF74E5-290A-7419-BB5D-4D035C3941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E6B61-37C4-5BA5-0C24-05F04A8B62C8}"/>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2848099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FE1FA-5CEC-11A0-67C4-E63CDE78AE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52910A-7956-AE4E-357D-58AECCF0B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58E55C-C274-0ED3-710F-EB46514B9DC2}"/>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5" name="Footer Placeholder 4">
            <a:extLst>
              <a:ext uri="{FF2B5EF4-FFF2-40B4-BE49-F238E27FC236}">
                <a16:creationId xmlns:a16="http://schemas.microsoft.com/office/drawing/2014/main" id="{6E7C5FFB-F0DB-07D7-AF40-1E039CE48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28FFA8-DC20-5B34-983D-0FE01687C3CC}"/>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186873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872200-036E-9F18-2FC8-E926464357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C55543-FB98-0ED4-AFE3-E3F7DC8AE7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2977E-09A2-9AB9-9554-D2B0129833E0}"/>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5" name="Footer Placeholder 4">
            <a:extLst>
              <a:ext uri="{FF2B5EF4-FFF2-40B4-BE49-F238E27FC236}">
                <a16:creationId xmlns:a16="http://schemas.microsoft.com/office/drawing/2014/main" id="{17C6B73F-0862-C921-15FB-34A67F0535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39DF19-4185-B2FA-709F-52CA6360057A}"/>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631427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FAEC-3C0D-744A-DC4F-92877127559F}"/>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542883CD-9B85-3DC6-658A-F4A51173FF9D}"/>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78F91B-C449-E15A-62A8-E57F41631B42}"/>
              </a:ext>
            </a:extLst>
          </p:cNvPr>
          <p:cNvSpPr>
            <a:spLocks noGrp="1"/>
          </p:cNvSpPr>
          <p:nvPr>
            <p:ph type="dt" sz="half" idx="10"/>
          </p:nvPr>
        </p:nvSpPr>
        <p:spPr/>
        <p:txBody>
          <a:bodyPr/>
          <a:lstStyle/>
          <a:p>
            <a:fld id="{222009E0-3BF6-457E-87CB-E1697C3C9A98}" type="datetimeFigureOut">
              <a:rPr lang="en-US" smtClean="0"/>
              <a:t>1/7/2026</a:t>
            </a:fld>
            <a:endParaRPr lang="en-US"/>
          </a:p>
        </p:txBody>
      </p:sp>
      <p:sp>
        <p:nvSpPr>
          <p:cNvPr id="5" name="Footer Placeholder 4">
            <a:extLst>
              <a:ext uri="{FF2B5EF4-FFF2-40B4-BE49-F238E27FC236}">
                <a16:creationId xmlns:a16="http://schemas.microsoft.com/office/drawing/2014/main" id="{A744EAC3-70F1-0E13-900E-EDCE56291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704BE6-00ED-B11A-9A30-0B7860907CBE}"/>
              </a:ext>
            </a:extLst>
          </p:cNvPr>
          <p:cNvSpPr>
            <a:spLocks noGrp="1"/>
          </p:cNvSpPr>
          <p:nvPr>
            <p:ph type="sldNum" sz="quarter" idx="12"/>
          </p:nvPr>
        </p:nvSpPr>
        <p:spPr/>
        <p:txBody>
          <a:bodyPr/>
          <a:lstStyle/>
          <a:p>
            <a:fld id="{BA1A5B02-F33B-4E51-9C37-F39BD8B7B332}" type="slidenum">
              <a:rPr lang="en-US" smtClean="0"/>
              <a:t>‹#›</a:t>
            </a:fld>
            <a:endParaRPr lang="en-US"/>
          </a:p>
        </p:txBody>
      </p:sp>
    </p:spTree>
    <p:extLst>
      <p:ext uri="{BB962C8B-B14F-4D97-AF65-F5344CB8AC3E}">
        <p14:creationId xmlns:p14="http://schemas.microsoft.com/office/powerpoint/2010/main" val="3635636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0CCA5-C07B-C2D8-13BD-886DE3B658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EF210B-C96C-8C76-C9BC-FC847BC0F8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137C45-4D8D-ECB7-F064-F0723DE803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2009E0-3BF6-457E-87CB-E1697C3C9A98}" type="datetimeFigureOut">
              <a:rPr lang="en-US" smtClean="0"/>
              <a:t>1/7/2026</a:t>
            </a:fld>
            <a:endParaRPr lang="en-US"/>
          </a:p>
        </p:txBody>
      </p:sp>
      <p:sp>
        <p:nvSpPr>
          <p:cNvPr id="5" name="Footer Placeholder 4">
            <a:extLst>
              <a:ext uri="{FF2B5EF4-FFF2-40B4-BE49-F238E27FC236}">
                <a16:creationId xmlns:a16="http://schemas.microsoft.com/office/drawing/2014/main" id="{4BAC0F11-F869-9759-32AC-777B17E527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A7CACB-6858-9355-3F60-A2B8AE2C40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1A5B02-F33B-4E51-9C37-F39BD8B7B332}" type="slidenum">
              <a:rPr lang="en-US" smtClean="0"/>
              <a:t>‹#›</a:t>
            </a:fld>
            <a:endParaRPr lang="en-US"/>
          </a:p>
        </p:txBody>
      </p:sp>
    </p:spTree>
    <p:extLst>
      <p:ext uri="{BB962C8B-B14F-4D97-AF65-F5344CB8AC3E}">
        <p14:creationId xmlns:p14="http://schemas.microsoft.com/office/powerpoint/2010/main" val="4007633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3.jpeg"/><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8BD47B-CF71-FB4D-D7A5-3A66FA222190}"/>
              </a:ext>
            </a:extLst>
          </p:cNvPr>
          <p:cNvSpPr>
            <a:spLocks noGrp="1"/>
          </p:cNvSpPr>
          <p:nvPr>
            <p:ph type="ctrTitle"/>
          </p:nvPr>
        </p:nvSpPr>
        <p:spPr>
          <a:xfrm>
            <a:off x="826395" y="1787773"/>
            <a:ext cx="4230100" cy="2204546"/>
          </a:xfrm>
        </p:spPr>
        <p:txBody>
          <a:bodyPr vert="horz" lIns="91440" tIns="45720" rIns="91440" bIns="45720" rtlCol="0" anchor="b">
            <a:normAutofit/>
          </a:bodyPr>
          <a:lstStyle/>
          <a:p>
            <a:pPr algn="l"/>
            <a:r>
              <a:rPr lang="en-US" sz="4000" kern="1200" dirty="0">
                <a:solidFill>
                  <a:srgbClr val="FFFFFF"/>
                </a:solidFill>
                <a:latin typeface="+mj-lt"/>
                <a:ea typeface="+mj-ea"/>
                <a:cs typeface="+mj-cs"/>
              </a:rPr>
              <a:t>Sound-Activated Switch Using 555 Timer IC</a:t>
            </a:r>
          </a:p>
        </p:txBody>
      </p:sp>
      <p:sp>
        <p:nvSpPr>
          <p:cNvPr id="3" name="Subtitle 2">
            <a:extLst>
              <a:ext uri="{FF2B5EF4-FFF2-40B4-BE49-F238E27FC236}">
                <a16:creationId xmlns:a16="http://schemas.microsoft.com/office/drawing/2014/main" id="{E30BFF25-037E-DD91-ADAB-64BF88DB6069}"/>
              </a:ext>
            </a:extLst>
          </p:cNvPr>
          <p:cNvSpPr>
            <a:spLocks noGrp="1"/>
          </p:cNvSpPr>
          <p:nvPr>
            <p:ph type="subTitle" idx="1"/>
          </p:nvPr>
        </p:nvSpPr>
        <p:spPr>
          <a:xfrm>
            <a:off x="6260294" y="1629549"/>
            <a:ext cx="5303654" cy="837676"/>
          </a:xfrm>
        </p:spPr>
        <p:txBody>
          <a:bodyPr vert="horz" lIns="91440" tIns="45720" rIns="91440" bIns="45720" rtlCol="0" anchor="ctr">
            <a:normAutofit/>
          </a:bodyPr>
          <a:lstStyle/>
          <a:p>
            <a:r>
              <a:rPr lang="en-US" sz="2200" b="1" dirty="0"/>
              <a:t>DIGITAL LOGIC AND CIRCUITS LAB [Q]</a:t>
            </a:r>
          </a:p>
        </p:txBody>
      </p:sp>
      <p:pic>
        <p:nvPicPr>
          <p:cNvPr id="4" name="Picture 3" descr="A blue circle with text and images&#10;&#10;AI-generated content may be incorrect.">
            <a:extLst>
              <a:ext uri="{FF2B5EF4-FFF2-40B4-BE49-F238E27FC236}">
                <a16:creationId xmlns:a16="http://schemas.microsoft.com/office/drawing/2014/main" id="{62A7B649-EC78-82BD-053A-2AA9091FCB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8454" y="186056"/>
            <a:ext cx="1294117" cy="1294117"/>
          </a:xfrm>
          <a:prstGeom prst="rect">
            <a:avLst/>
          </a:prstGeom>
        </p:spPr>
      </p:pic>
      <p:sp>
        <p:nvSpPr>
          <p:cNvPr id="6" name="TextBox 5">
            <a:extLst>
              <a:ext uri="{FF2B5EF4-FFF2-40B4-BE49-F238E27FC236}">
                <a16:creationId xmlns:a16="http://schemas.microsoft.com/office/drawing/2014/main" id="{9BFF4200-653F-21F9-8155-10B2FDA87423}"/>
              </a:ext>
            </a:extLst>
          </p:cNvPr>
          <p:cNvSpPr txBox="1"/>
          <p:nvPr/>
        </p:nvSpPr>
        <p:spPr>
          <a:xfrm>
            <a:off x="6894248" y="306650"/>
            <a:ext cx="5152413" cy="861774"/>
          </a:xfrm>
          <a:prstGeom prst="rect">
            <a:avLst/>
          </a:prstGeom>
          <a:noFill/>
        </p:spPr>
        <p:txBody>
          <a:bodyPr wrap="square">
            <a:spAutoFit/>
          </a:bodyPr>
          <a:lstStyle/>
          <a:p>
            <a:pPr algn="ctr"/>
            <a:r>
              <a:rPr lang="en-US" sz="2500" dirty="0"/>
              <a:t>American International University – Bangladesh (AIUB)</a:t>
            </a:r>
          </a:p>
        </p:txBody>
      </p:sp>
      <p:sp>
        <p:nvSpPr>
          <p:cNvPr id="9" name="TextBox 8">
            <a:extLst>
              <a:ext uri="{FF2B5EF4-FFF2-40B4-BE49-F238E27FC236}">
                <a16:creationId xmlns:a16="http://schemas.microsoft.com/office/drawing/2014/main" id="{215C1F59-ADDC-43A9-14D8-798E252C1F7C}"/>
              </a:ext>
            </a:extLst>
          </p:cNvPr>
          <p:cNvSpPr txBox="1"/>
          <p:nvPr/>
        </p:nvSpPr>
        <p:spPr>
          <a:xfrm>
            <a:off x="5926618" y="2721581"/>
            <a:ext cx="6100916" cy="1061829"/>
          </a:xfrm>
          <a:prstGeom prst="rect">
            <a:avLst/>
          </a:prstGeom>
          <a:noFill/>
        </p:spPr>
        <p:txBody>
          <a:bodyPr wrap="square">
            <a:spAutoFit/>
          </a:bodyPr>
          <a:lstStyle/>
          <a:p>
            <a:pPr algn="just"/>
            <a:r>
              <a:rPr lang="en-US" sz="2100" dirty="0">
                <a:solidFill>
                  <a:schemeClr val="tx1"/>
                </a:solidFill>
              </a:rPr>
              <a:t>Faculty Name: Md. </a:t>
            </a:r>
            <a:r>
              <a:rPr lang="en-US" sz="2100" dirty="0" err="1">
                <a:solidFill>
                  <a:schemeClr val="tx1"/>
                </a:solidFill>
              </a:rPr>
              <a:t>Shaoran</a:t>
            </a:r>
            <a:r>
              <a:rPr lang="en-US" sz="2100">
                <a:solidFill>
                  <a:schemeClr val="tx1"/>
                </a:solidFill>
              </a:rPr>
              <a:t> Sayem</a:t>
            </a:r>
            <a:endParaRPr lang="en-US" sz="2100" dirty="0">
              <a:solidFill>
                <a:schemeClr val="tx1"/>
              </a:solidFill>
            </a:endParaRPr>
          </a:p>
          <a:p>
            <a:pPr algn="just"/>
            <a:r>
              <a:rPr lang="en-US" sz="2100" dirty="0">
                <a:solidFill>
                  <a:schemeClr val="tx1"/>
                </a:solidFill>
              </a:rPr>
              <a:t>Group Number: 03</a:t>
            </a:r>
          </a:p>
          <a:p>
            <a:pPr algn="just"/>
            <a:r>
              <a:rPr lang="en-US" sz="2100" dirty="0">
                <a:solidFill>
                  <a:schemeClr val="tx1"/>
                </a:solidFill>
              </a:rPr>
              <a:t>Group Members:</a:t>
            </a:r>
          </a:p>
        </p:txBody>
      </p:sp>
      <p:graphicFrame>
        <p:nvGraphicFramePr>
          <p:cNvPr id="11" name="Table 10">
            <a:extLst>
              <a:ext uri="{FF2B5EF4-FFF2-40B4-BE49-F238E27FC236}">
                <a16:creationId xmlns:a16="http://schemas.microsoft.com/office/drawing/2014/main" id="{DBDBB632-512E-5B4E-FAF4-4762062A71E5}"/>
              </a:ext>
            </a:extLst>
          </p:cNvPr>
          <p:cNvGraphicFramePr>
            <a:graphicFrameLocks noGrp="1"/>
          </p:cNvGraphicFramePr>
          <p:nvPr>
            <p:extLst>
              <p:ext uri="{D42A27DB-BD31-4B8C-83A1-F6EECF244321}">
                <p14:modId xmlns:p14="http://schemas.microsoft.com/office/powerpoint/2010/main" val="4071775484"/>
              </p:ext>
            </p:extLst>
          </p:nvPr>
        </p:nvGraphicFramePr>
        <p:xfrm>
          <a:off x="5966539" y="3991600"/>
          <a:ext cx="5891164" cy="2304305"/>
        </p:xfrm>
        <a:graphic>
          <a:graphicData uri="http://schemas.openxmlformats.org/drawingml/2006/table">
            <a:tbl>
              <a:tblPr firstRow="1" bandRow="1">
                <a:tableStyleId>{5C22544A-7EE6-4342-B048-85BDC9FD1C3A}</a:tableStyleId>
              </a:tblPr>
              <a:tblGrid>
                <a:gridCol w="2945582">
                  <a:extLst>
                    <a:ext uri="{9D8B030D-6E8A-4147-A177-3AD203B41FA5}">
                      <a16:colId xmlns:a16="http://schemas.microsoft.com/office/drawing/2014/main" val="31087078"/>
                    </a:ext>
                  </a:extLst>
                </a:gridCol>
                <a:gridCol w="2945582">
                  <a:extLst>
                    <a:ext uri="{9D8B030D-6E8A-4147-A177-3AD203B41FA5}">
                      <a16:colId xmlns:a16="http://schemas.microsoft.com/office/drawing/2014/main" val="4056346273"/>
                    </a:ext>
                  </a:extLst>
                </a:gridCol>
              </a:tblGrid>
              <a:tr h="460861">
                <a:tc>
                  <a:txBody>
                    <a:bodyPr/>
                    <a:lstStyle/>
                    <a:p>
                      <a:pPr algn="ctr"/>
                      <a:r>
                        <a:rPr lang="en-US" dirty="0"/>
                        <a:t>Name</a:t>
                      </a:r>
                    </a:p>
                  </a:txBody>
                  <a:tcPr/>
                </a:tc>
                <a:tc>
                  <a:txBody>
                    <a:bodyPr/>
                    <a:lstStyle/>
                    <a:p>
                      <a:pPr algn="ctr"/>
                      <a:r>
                        <a:rPr lang="en-US" dirty="0"/>
                        <a:t>ID</a:t>
                      </a:r>
                    </a:p>
                  </a:txBody>
                  <a:tcPr/>
                </a:tc>
                <a:extLst>
                  <a:ext uri="{0D108BD9-81ED-4DB2-BD59-A6C34878D82A}">
                    <a16:rowId xmlns:a16="http://schemas.microsoft.com/office/drawing/2014/main" val="3918276333"/>
                  </a:ext>
                </a:extLst>
              </a:tr>
              <a:tr h="460861">
                <a:tc>
                  <a:txBody>
                    <a:bodyPr/>
                    <a:lstStyle/>
                    <a:p>
                      <a:pPr algn="ctr"/>
                      <a:r>
                        <a:rPr lang="en-US" dirty="0"/>
                        <a:t>Amrin </a:t>
                      </a:r>
                      <a:r>
                        <a:rPr lang="en-US" dirty="0" err="1"/>
                        <a:t>Shahwar</a:t>
                      </a:r>
                      <a:endParaRPr lang="en-US" dirty="0"/>
                    </a:p>
                  </a:txBody>
                  <a:tcPr/>
                </a:tc>
                <a:tc>
                  <a:txBody>
                    <a:bodyPr/>
                    <a:lstStyle/>
                    <a:p>
                      <a:pPr algn="ctr"/>
                      <a:r>
                        <a:rPr lang="en-US" dirty="0"/>
                        <a:t>23-53045-3</a:t>
                      </a:r>
                    </a:p>
                  </a:txBody>
                  <a:tcPr/>
                </a:tc>
                <a:extLst>
                  <a:ext uri="{0D108BD9-81ED-4DB2-BD59-A6C34878D82A}">
                    <a16:rowId xmlns:a16="http://schemas.microsoft.com/office/drawing/2014/main" val="3290322583"/>
                  </a:ext>
                </a:extLst>
              </a:tr>
              <a:tr h="460861">
                <a:tc>
                  <a:txBody>
                    <a:bodyPr/>
                    <a:lstStyle/>
                    <a:p>
                      <a:pPr algn="ctr"/>
                      <a:r>
                        <a:rPr lang="en-US" dirty="0"/>
                        <a:t>Jannatul </a:t>
                      </a:r>
                      <a:r>
                        <a:rPr lang="en-US" dirty="0" err="1"/>
                        <a:t>Ferdoush</a:t>
                      </a:r>
                      <a:r>
                        <a:rPr lang="en-US" dirty="0"/>
                        <a:t> Mayesha</a:t>
                      </a:r>
                    </a:p>
                  </a:txBody>
                  <a:tcPr/>
                </a:tc>
                <a:tc>
                  <a:txBody>
                    <a:bodyPr/>
                    <a:lstStyle/>
                    <a:p>
                      <a:pPr algn="ctr"/>
                      <a:r>
                        <a:rPr lang="en-US" dirty="0"/>
                        <a:t>23-53088-3</a:t>
                      </a:r>
                    </a:p>
                  </a:txBody>
                  <a:tcPr/>
                </a:tc>
                <a:extLst>
                  <a:ext uri="{0D108BD9-81ED-4DB2-BD59-A6C34878D82A}">
                    <a16:rowId xmlns:a16="http://schemas.microsoft.com/office/drawing/2014/main" val="3401279814"/>
                  </a:ext>
                </a:extLst>
              </a:tr>
              <a:tr h="460861">
                <a:tc>
                  <a:txBody>
                    <a:bodyPr/>
                    <a:lstStyle/>
                    <a:p>
                      <a:pPr algn="ctr"/>
                      <a:r>
                        <a:rPr lang="en-US" dirty="0"/>
                        <a:t>Md. Sadat Hossain</a:t>
                      </a:r>
                    </a:p>
                  </a:txBody>
                  <a:tcPr/>
                </a:tc>
                <a:tc>
                  <a:txBody>
                    <a:bodyPr/>
                    <a:lstStyle/>
                    <a:p>
                      <a:pPr algn="ctr"/>
                      <a:r>
                        <a:rPr lang="en-US" dirty="0"/>
                        <a:t>23-54928-3</a:t>
                      </a:r>
                    </a:p>
                  </a:txBody>
                  <a:tcPr/>
                </a:tc>
                <a:extLst>
                  <a:ext uri="{0D108BD9-81ED-4DB2-BD59-A6C34878D82A}">
                    <a16:rowId xmlns:a16="http://schemas.microsoft.com/office/drawing/2014/main" val="448946566"/>
                  </a:ext>
                </a:extLst>
              </a:tr>
              <a:tr h="460861">
                <a:tc>
                  <a:txBody>
                    <a:bodyPr/>
                    <a:lstStyle/>
                    <a:p>
                      <a:pPr algn="ctr"/>
                      <a:r>
                        <a:rPr lang="en-US" dirty="0"/>
                        <a:t>Maisha Mahjabin</a:t>
                      </a:r>
                    </a:p>
                  </a:txBody>
                  <a:tcPr/>
                </a:tc>
                <a:tc>
                  <a:txBody>
                    <a:bodyPr/>
                    <a:lstStyle/>
                    <a:p>
                      <a:pPr algn="ctr"/>
                      <a:r>
                        <a:rPr lang="en-US" dirty="0"/>
                        <a:t>23-54978-3</a:t>
                      </a:r>
                    </a:p>
                  </a:txBody>
                  <a:tcPr/>
                </a:tc>
                <a:extLst>
                  <a:ext uri="{0D108BD9-81ED-4DB2-BD59-A6C34878D82A}">
                    <a16:rowId xmlns:a16="http://schemas.microsoft.com/office/drawing/2014/main" val="427941043"/>
                  </a:ext>
                </a:extLst>
              </a:tr>
            </a:tbl>
          </a:graphicData>
        </a:graphic>
      </p:graphicFrame>
    </p:spTree>
    <p:extLst>
      <p:ext uri="{BB962C8B-B14F-4D97-AF65-F5344CB8AC3E}">
        <p14:creationId xmlns:p14="http://schemas.microsoft.com/office/powerpoint/2010/main" val="4028407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Volume indicators">
            <a:extLst>
              <a:ext uri="{FF2B5EF4-FFF2-40B4-BE49-F238E27FC236}">
                <a16:creationId xmlns:a16="http://schemas.microsoft.com/office/drawing/2014/main" id="{7BE35713-87A2-2DCF-F5DB-D910C8A649E6}"/>
              </a:ext>
            </a:extLst>
          </p:cNvPr>
          <p:cNvPicPr>
            <a:picLocks noChangeAspect="1"/>
          </p:cNvPicPr>
          <p:nvPr/>
        </p:nvPicPr>
        <p:blipFill>
          <a:blip r:embed="rId2"/>
          <a:srcRect l="24648" r="19144" b="-1"/>
          <a:stretch>
            <a:fillRect/>
          </a:stretch>
        </p:blipFill>
        <p:spPr>
          <a:xfrm>
            <a:off x="-1" y="-2"/>
            <a:ext cx="5410198" cy="6858002"/>
          </a:xfrm>
          <a:prstGeom prst="rect">
            <a:avLst/>
          </a:prstGeom>
        </p:spPr>
      </p:pic>
      <p:sp useBgFill="1">
        <p:nvSpPr>
          <p:cNvPr id="24" name="Rectangle 23">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AF68C6-E5FE-FB3A-6F74-DC1B54F87DD8}"/>
              </a:ext>
            </a:extLst>
          </p:cNvPr>
          <p:cNvSpPr>
            <a:spLocks noGrp="1"/>
          </p:cNvSpPr>
          <p:nvPr>
            <p:ph type="title"/>
          </p:nvPr>
        </p:nvSpPr>
        <p:spPr>
          <a:xfrm>
            <a:off x="6115317" y="405685"/>
            <a:ext cx="5464968" cy="1559301"/>
          </a:xfrm>
        </p:spPr>
        <p:txBody>
          <a:bodyPr vert="horz" lIns="91440" tIns="45720" rIns="91440" bIns="45720" rtlCol="0" anchor="ctr">
            <a:normAutofit/>
          </a:bodyPr>
          <a:lstStyle/>
          <a:p>
            <a:r>
              <a:rPr lang="en-US" sz="4000" b="1" dirty="0"/>
              <a:t>Background</a:t>
            </a:r>
          </a:p>
        </p:txBody>
      </p:sp>
      <p:sp>
        <p:nvSpPr>
          <p:cNvPr id="3" name="Text Placeholder 2">
            <a:extLst>
              <a:ext uri="{FF2B5EF4-FFF2-40B4-BE49-F238E27FC236}">
                <a16:creationId xmlns:a16="http://schemas.microsoft.com/office/drawing/2014/main" id="{17509107-92D1-4969-0694-1598E686D754}"/>
              </a:ext>
            </a:extLst>
          </p:cNvPr>
          <p:cNvSpPr>
            <a:spLocks noGrp="1"/>
          </p:cNvSpPr>
          <p:nvPr>
            <p:ph type="body" idx="1"/>
          </p:nvPr>
        </p:nvSpPr>
        <p:spPr>
          <a:xfrm>
            <a:off x="6115317" y="2532185"/>
            <a:ext cx="5247340" cy="3496878"/>
          </a:xfrm>
        </p:spPr>
        <p:txBody>
          <a:bodyPr vert="horz" lIns="91440" tIns="45720" rIns="91440" bIns="45720" rtlCol="0" anchor="ctr">
            <a:normAutofit/>
          </a:bodyPr>
          <a:lstStyle/>
          <a:p>
            <a:pPr marL="0" indent="0" algn="just">
              <a:lnSpc>
                <a:spcPct val="100000"/>
              </a:lnSpc>
              <a:buNone/>
            </a:pPr>
            <a:r>
              <a:rPr lang="en-US" sz="1700" dirty="0"/>
              <a:t>The 555 timer IC is a widely used and versatile integrated circuit for timing and switching applications. In this project, the 555 timer is configured in </a:t>
            </a:r>
            <a:r>
              <a:rPr lang="en-US" sz="1700" b="1" dirty="0"/>
              <a:t>monostable mode</a:t>
            </a:r>
            <a:r>
              <a:rPr lang="en-US" sz="1700" dirty="0"/>
              <a:t> to design a </a:t>
            </a:r>
            <a:r>
              <a:rPr lang="en-US" sz="1700" b="1" dirty="0"/>
              <a:t>sound-activated switch</a:t>
            </a:r>
            <a:r>
              <a:rPr lang="en-US" sz="1700" dirty="0"/>
              <a:t>. A condenser microphone detects sound signals, which are amplified using a </a:t>
            </a:r>
            <a:r>
              <a:rPr lang="en-US" sz="1700" b="1" dirty="0"/>
              <a:t>BC547 transistor</a:t>
            </a:r>
            <a:r>
              <a:rPr lang="en-US" sz="1700" dirty="0"/>
              <a:t> to trigger the timer. The timer produces a single output pulse that controls an LED for a fixed duration. This project demonstrates the basic working of sound sensing, signal amplification, and timing control using the 555 timer IC in simple automation applications.</a:t>
            </a:r>
          </a:p>
        </p:txBody>
      </p:sp>
    </p:spTree>
    <p:extLst>
      <p:ext uri="{BB962C8B-B14F-4D97-AF65-F5344CB8AC3E}">
        <p14:creationId xmlns:p14="http://schemas.microsoft.com/office/powerpoint/2010/main" val="248427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208888-90F4-8DBA-4260-81C958217A60}"/>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b="1" kern="1200" dirty="0">
                <a:solidFill>
                  <a:srgbClr val="FFFFFF"/>
                </a:solidFill>
                <a:latin typeface="+mj-lt"/>
                <a:ea typeface="+mj-ea"/>
                <a:cs typeface="+mj-cs"/>
              </a:rPr>
              <a:t>Objectives</a:t>
            </a:r>
          </a:p>
        </p:txBody>
      </p:sp>
      <p:graphicFrame>
        <p:nvGraphicFramePr>
          <p:cNvPr id="7" name="Text Placeholder 2">
            <a:extLst>
              <a:ext uri="{FF2B5EF4-FFF2-40B4-BE49-F238E27FC236}">
                <a16:creationId xmlns:a16="http://schemas.microsoft.com/office/drawing/2014/main" id="{DEEF511C-7CF5-C78F-945F-E84A5B6B439F}"/>
              </a:ext>
            </a:extLst>
          </p:cNvPr>
          <p:cNvGraphicFramePr/>
          <p:nvPr>
            <p:extLst>
              <p:ext uri="{D42A27DB-BD31-4B8C-83A1-F6EECF244321}">
                <p14:modId xmlns:p14="http://schemas.microsoft.com/office/powerpoint/2010/main" val="245684806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8048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056B82E-710D-0BF5-2776-6F33EE3B6401}"/>
              </a:ext>
            </a:extLst>
          </p:cNvPr>
          <p:cNvPicPr>
            <a:picLocks noChangeAspect="1"/>
          </p:cNvPicPr>
          <p:nvPr/>
        </p:nvPicPr>
        <p:blipFill>
          <a:blip r:embed="rId2">
            <a:duotone>
              <a:schemeClr val="bg2">
                <a:shade val="45000"/>
                <a:satMod val="135000"/>
              </a:schemeClr>
              <a:prstClr val="white"/>
            </a:duotone>
          </a:blip>
          <a:srcRect t="625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D8C42-93CB-9352-A828-30A01C83EBAC}"/>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a:t>Components Used</a:t>
            </a:r>
            <a:endParaRPr lang="en-US" b="1" dirty="0"/>
          </a:p>
        </p:txBody>
      </p:sp>
      <p:graphicFrame>
        <p:nvGraphicFramePr>
          <p:cNvPr id="5" name="Text Placeholder 2">
            <a:extLst>
              <a:ext uri="{FF2B5EF4-FFF2-40B4-BE49-F238E27FC236}">
                <a16:creationId xmlns:a16="http://schemas.microsoft.com/office/drawing/2014/main" id="{79DAD89D-99A6-D9EB-374D-CC1BA22623DE}"/>
              </a:ext>
            </a:extLst>
          </p:cNvPr>
          <p:cNvGraphicFramePr/>
          <p:nvPr>
            <p:extLst>
              <p:ext uri="{D42A27DB-BD31-4B8C-83A1-F6EECF244321}">
                <p14:modId xmlns:p14="http://schemas.microsoft.com/office/powerpoint/2010/main" val="226435235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6577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3EFA6C3-82DC-4131-9929-2523E6FD0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0E49E3-EAEC-C9E4-4657-79C0B5F59456}"/>
              </a:ext>
            </a:extLst>
          </p:cNvPr>
          <p:cNvSpPr>
            <a:spLocks noGrp="1"/>
          </p:cNvSpPr>
          <p:nvPr>
            <p:ph type="title"/>
          </p:nvPr>
        </p:nvSpPr>
        <p:spPr>
          <a:xfrm>
            <a:off x="5381625" y="609600"/>
            <a:ext cx="5816361" cy="1330839"/>
          </a:xfrm>
        </p:spPr>
        <p:txBody>
          <a:bodyPr vert="horz" lIns="91440" tIns="45720" rIns="91440" bIns="45720" rtlCol="0" anchor="ctr">
            <a:normAutofit/>
          </a:bodyPr>
          <a:lstStyle/>
          <a:p>
            <a:r>
              <a:rPr lang="en-US" b="1" kern="1200" dirty="0">
                <a:solidFill>
                  <a:schemeClr val="tx1"/>
                </a:solidFill>
                <a:latin typeface="+mj-lt"/>
                <a:ea typeface="+mj-ea"/>
                <a:cs typeface="+mj-cs"/>
              </a:rPr>
              <a:t>Working Principle</a:t>
            </a:r>
          </a:p>
        </p:txBody>
      </p:sp>
      <p:sp>
        <p:nvSpPr>
          <p:cNvPr id="28" name="Freeform: Shape 27">
            <a:extLst>
              <a:ext uri="{FF2B5EF4-FFF2-40B4-BE49-F238E27FC236}">
                <a16:creationId xmlns:a16="http://schemas.microsoft.com/office/drawing/2014/main" id="{AEC9469E-14CA-4358-BABC-CBF836A61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69680" cy="767978"/>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048EB4C9-ACAF-4CCA-BA6E-931443192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5753" y="6027658"/>
            <a:ext cx="7906247" cy="830343"/>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134285 w 6884912"/>
              <a:gd name="connsiteY78" fmla="*/ 235592 h 1161397"/>
              <a:gd name="connsiteX79" fmla="*/ 4220717 w 6884912"/>
              <a:gd name="connsiteY79" fmla="*/ 192946 h 1161397"/>
              <a:gd name="connsiteX80" fmla="*/ 4228802 w 6884912"/>
              <a:gd name="connsiteY80" fmla="*/ 201468 h 1161397"/>
              <a:gd name="connsiteX81" fmla="*/ 4289361 w 6884912"/>
              <a:gd name="connsiteY81" fmla="*/ 196642 h 1161397"/>
              <a:gd name="connsiteX82" fmla="*/ 4498913 w 6884912"/>
              <a:gd name="connsiteY82" fmla="*/ 118915 h 1161397"/>
              <a:gd name="connsiteX83" fmla="*/ 4617330 w 6884912"/>
              <a:gd name="connsiteY83" fmla="*/ 111163 h 1161397"/>
              <a:gd name="connsiteX84" fmla="*/ 4659778 w 6884912"/>
              <a:gd name="connsiteY84" fmla="*/ 118219 h 1161397"/>
              <a:gd name="connsiteX85" fmla="*/ 4730870 w 6884912"/>
              <a:gd name="connsiteY85" fmla="*/ 129432 h 1161397"/>
              <a:gd name="connsiteX86" fmla="*/ 4785037 w 6884912"/>
              <a:gd name="connsiteY86" fmla="*/ 161964 h 1161397"/>
              <a:gd name="connsiteX87" fmla="*/ 4844073 w 6884912"/>
              <a:gd name="connsiteY87" fmla="*/ 161768 h 1161397"/>
              <a:gd name="connsiteX88" fmla="*/ 4856454 w 6884912"/>
              <a:gd name="connsiteY88" fmla="*/ 130488 h 1161397"/>
              <a:gd name="connsiteX89" fmla="*/ 4920038 w 6884912"/>
              <a:gd name="connsiteY89" fmla="*/ 140418 h 1161397"/>
              <a:gd name="connsiteX90" fmla="*/ 5016639 w 6884912"/>
              <a:gd name="connsiteY90" fmla="*/ 158905 h 1161397"/>
              <a:gd name="connsiteX91" fmla="*/ 5072009 w 6884912"/>
              <a:gd name="connsiteY91" fmla="*/ 161502 h 1161397"/>
              <a:gd name="connsiteX92" fmla="*/ 5223626 w 6884912"/>
              <a:gd name="connsiteY92" fmla="*/ 177356 h 1161397"/>
              <a:gd name="connsiteX93" fmla="*/ 5375773 w 6884912"/>
              <a:gd name="connsiteY93" fmla="*/ 199913 h 1161397"/>
              <a:gd name="connsiteX94" fmla="*/ 5467502 w 6884912"/>
              <a:gd name="connsiteY94" fmla="*/ 250963 h 1161397"/>
              <a:gd name="connsiteX95" fmla="*/ 5592395 w 6884912"/>
              <a:gd name="connsiteY95" fmla="*/ 265434 h 1161397"/>
              <a:gd name="connsiteX96" fmla="*/ 5613532 w 6884912"/>
              <a:gd name="connsiteY96" fmla="*/ 273379 h 1161397"/>
              <a:gd name="connsiteX97" fmla="*/ 5642173 w 6884912"/>
              <a:gd name="connsiteY97" fmla="*/ 266904 h 1161397"/>
              <a:gd name="connsiteX98" fmla="*/ 5756910 w 6884912"/>
              <a:gd name="connsiteY98" fmla="*/ 239211 h 1161397"/>
              <a:gd name="connsiteX99" fmla="*/ 5846667 w 6884912"/>
              <a:gd name="connsiteY99" fmla="*/ 201786 h 1161397"/>
              <a:gd name="connsiteX100" fmla="*/ 5960732 w 6884912"/>
              <a:gd name="connsiteY100" fmla="*/ 220708 h 1161397"/>
              <a:gd name="connsiteX101" fmla="*/ 6029542 w 6884912"/>
              <a:gd name="connsiteY101" fmla="*/ 210339 h 1161397"/>
              <a:gd name="connsiteX102" fmla="*/ 6141123 w 6884912"/>
              <a:gd name="connsiteY102" fmla="*/ 159923 h 1161397"/>
              <a:gd name="connsiteX103" fmla="*/ 6290640 w 6884912"/>
              <a:gd name="connsiteY103" fmla="*/ 167441 h 1161397"/>
              <a:gd name="connsiteX104" fmla="*/ 6322806 w 6884912"/>
              <a:gd name="connsiteY104" fmla="*/ 213293 h 1161397"/>
              <a:gd name="connsiteX105" fmla="*/ 6364914 w 6884912"/>
              <a:gd name="connsiteY105" fmla="*/ 240140 h 1161397"/>
              <a:gd name="connsiteX106" fmla="*/ 6380420 w 6884912"/>
              <a:gd name="connsiteY106" fmla="*/ 173195 h 1161397"/>
              <a:gd name="connsiteX107" fmla="*/ 6507891 w 6884912"/>
              <a:gd name="connsiteY107" fmla="*/ 118474 h 1161397"/>
              <a:gd name="connsiteX108" fmla="*/ 6571807 w 6884912"/>
              <a:gd name="connsiteY108" fmla="*/ 98636 h 1161397"/>
              <a:gd name="connsiteX109" fmla="*/ 6671880 w 6884912"/>
              <a:gd name="connsiteY109" fmla="*/ 82931 h 1161397"/>
              <a:gd name="connsiteX110" fmla="*/ 6702266 w 6884912"/>
              <a:gd name="connsiteY110" fmla="*/ 75470 h 1161397"/>
              <a:gd name="connsiteX111" fmla="*/ 6845802 w 6884912"/>
              <a:gd name="connsiteY111" fmla="*/ 24496 h 1161397"/>
              <a:gd name="connsiteX112" fmla="*/ 6884912 w 6884912"/>
              <a:gd name="connsiteY112"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220717 w 6884912"/>
              <a:gd name="connsiteY78" fmla="*/ 192946 h 1161397"/>
              <a:gd name="connsiteX79" fmla="*/ 4228802 w 6884912"/>
              <a:gd name="connsiteY79" fmla="*/ 201468 h 1161397"/>
              <a:gd name="connsiteX80" fmla="*/ 4289361 w 6884912"/>
              <a:gd name="connsiteY80" fmla="*/ 196642 h 1161397"/>
              <a:gd name="connsiteX81" fmla="*/ 4498913 w 6884912"/>
              <a:gd name="connsiteY81" fmla="*/ 118915 h 1161397"/>
              <a:gd name="connsiteX82" fmla="*/ 4617330 w 6884912"/>
              <a:gd name="connsiteY82" fmla="*/ 111163 h 1161397"/>
              <a:gd name="connsiteX83" fmla="*/ 4659778 w 6884912"/>
              <a:gd name="connsiteY83" fmla="*/ 118219 h 1161397"/>
              <a:gd name="connsiteX84" fmla="*/ 4730870 w 6884912"/>
              <a:gd name="connsiteY84" fmla="*/ 129432 h 1161397"/>
              <a:gd name="connsiteX85" fmla="*/ 4785037 w 6884912"/>
              <a:gd name="connsiteY85" fmla="*/ 161964 h 1161397"/>
              <a:gd name="connsiteX86" fmla="*/ 4844073 w 6884912"/>
              <a:gd name="connsiteY86" fmla="*/ 161768 h 1161397"/>
              <a:gd name="connsiteX87" fmla="*/ 4856454 w 6884912"/>
              <a:gd name="connsiteY87" fmla="*/ 130488 h 1161397"/>
              <a:gd name="connsiteX88" fmla="*/ 4920038 w 6884912"/>
              <a:gd name="connsiteY88" fmla="*/ 140418 h 1161397"/>
              <a:gd name="connsiteX89" fmla="*/ 5016639 w 6884912"/>
              <a:gd name="connsiteY89" fmla="*/ 158905 h 1161397"/>
              <a:gd name="connsiteX90" fmla="*/ 5072009 w 6884912"/>
              <a:gd name="connsiteY90" fmla="*/ 161502 h 1161397"/>
              <a:gd name="connsiteX91" fmla="*/ 5223626 w 6884912"/>
              <a:gd name="connsiteY91" fmla="*/ 177356 h 1161397"/>
              <a:gd name="connsiteX92" fmla="*/ 5375773 w 6884912"/>
              <a:gd name="connsiteY92" fmla="*/ 199913 h 1161397"/>
              <a:gd name="connsiteX93" fmla="*/ 5467502 w 6884912"/>
              <a:gd name="connsiteY93" fmla="*/ 250963 h 1161397"/>
              <a:gd name="connsiteX94" fmla="*/ 5592395 w 6884912"/>
              <a:gd name="connsiteY94" fmla="*/ 265434 h 1161397"/>
              <a:gd name="connsiteX95" fmla="*/ 5613532 w 6884912"/>
              <a:gd name="connsiteY95" fmla="*/ 273379 h 1161397"/>
              <a:gd name="connsiteX96" fmla="*/ 5642173 w 6884912"/>
              <a:gd name="connsiteY96" fmla="*/ 266904 h 1161397"/>
              <a:gd name="connsiteX97" fmla="*/ 5756910 w 6884912"/>
              <a:gd name="connsiteY97" fmla="*/ 239211 h 1161397"/>
              <a:gd name="connsiteX98" fmla="*/ 5846667 w 6884912"/>
              <a:gd name="connsiteY98" fmla="*/ 201786 h 1161397"/>
              <a:gd name="connsiteX99" fmla="*/ 5960732 w 6884912"/>
              <a:gd name="connsiteY99" fmla="*/ 220708 h 1161397"/>
              <a:gd name="connsiteX100" fmla="*/ 6029542 w 6884912"/>
              <a:gd name="connsiteY100" fmla="*/ 210339 h 1161397"/>
              <a:gd name="connsiteX101" fmla="*/ 6141123 w 6884912"/>
              <a:gd name="connsiteY101" fmla="*/ 159923 h 1161397"/>
              <a:gd name="connsiteX102" fmla="*/ 6290640 w 6884912"/>
              <a:gd name="connsiteY102" fmla="*/ 167441 h 1161397"/>
              <a:gd name="connsiteX103" fmla="*/ 6322806 w 6884912"/>
              <a:gd name="connsiteY103" fmla="*/ 213293 h 1161397"/>
              <a:gd name="connsiteX104" fmla="*/ 6364914 w 6884912"/>
              <a:gd name="connsiteY104" fmla="*/ 240140 h 1161397"/>
              <a:gd name="connsiteX105" fmla="*/ 6380420 w 6884912"/>
              <a:gd name="connsiteY105" fmla="*/ 173195 h 1161397"/>
              <a:gd name="connsiteX106" fmla="*/ 6507891 w 6884912"/>
              <a:gd name="connsiteY106" fmla="*/ 118474 h 1161397"/>
              <a:gd name="connsiteX107" fmla="*/ 6571807 w 6884912"/>
              <a:gd name="connsiteY107" fmla="*/ 98636 h 1161397"/>
              <a:gd name="connsiteX108" fmla="*/ 6671880 w 6884912"/>
              <a:gd name="connsiteY108" fmla="*/ 82931 h 1161397"/>
              <a:gd name="connsiteX109" fmla="*/ 6702266 w 6884912"/>
              <a:gd name="connsiteY109" fmla="*/ 75470 h 1161397"/>
              <a:gd name="connsiteX110" fmla="*/ 6845802 w 6884912"/>
              <a:gd name="connsiteY110" fmla="*/ 24496 h 1161397"/>
              <a:gd name="connsiteX111" fmla="*/ 6884912 w 6884912"/>
              <a:gd name="connsiteY111"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287859 w 6884912"/>
              <a:gd name="connsiteY60" fmla="*/ 287558 h 1161397"/>
              <a:gd name="connsiteX61" fmla="*/ 3510042 w 6884912"/>
              <a:gd name="connsiteY61" fmla="*/ 311820 h 1161397"/>
              <a:gd name="connsiteX62" fmla="*/ 3626773 w 6884912"/>
              <a:gd name="connsiteY62" fmla="*/ 290452 h 1161397"/>
              <a:gd name="connsiteX63" fmla="*/ 3666217 w 6884912"/>
              <a:gd name="connsiteY63" fmla="*/ 273255 h 1161397"/>
              <a:gd name="connsiteX64" fmla="*/ 3732427 w 6884912"/>
              <a:gd name="connsiteY64" fmla="*/ 245039 h 1161397"/>
              <a:gd name="connsiteX65" fmla="*/ 3777022 w 6884912"/>
              <a:gd name="connsiteY65" fmla="*/ 200276 h 1161397"/>
              <a:gd name="connsiteX66" fmla="*/ 3791246 w 6884912"/>
              <a:gd name="connsiteY66" fmla="*/ 189996 h 1161397"/>
              <a:gd name="connsiteX67" fmla="*/ 3819864 w 6884912"/>
              <a:gd name="connsiteY67" fmla="*/ 194605 h 1161397"/>
              <a:gd name="connsiteX68" fmla="*/ 3830398 w 6884912"/>
              <a:gd name="connsiteY68" fmla="*/ 188383 h 1161397"/>
              <a:gd name="connsiteX69" fmla="*/ 3834360 w 6884912"/>
              <a:gd name="connsiteY69" fmla="*/ 188992 h 1161397"/>
              <a:gd name="connsiteX70" fmla="*/ 3843715 w 6884912"/>
              <a:gd name="connsiteY70" fmla="*/ 188752 h 1161397"/>
              <a:gd name="connsiteX71" fmla="*/ 3842609 w 6884912"/>
              <a:gd name="connsiteY71" fmla="*/ 197386 h 1161397"/>
              <a:gd name="connsiteX72" fmla="*/ 3853961 w 6884912"/>
              <a:gd name="connsiteY72" fmla="*/ 213380 h 1161397"/>
              <a:gd name="connsiteX73" fmla="*/ 3907640 w 6884912"/>
              <a:gd name="connsiteY73" fmla="*/ 207568 h 1161397"/>
              <a:gd name="connsiteX74" fmla="*/ 3910449 w 6884912"/>
              <a:gd name="connsiteY74" fmla="*/ 197808 h 1161397"/>
              <a:gd name="connsiteX75" fmla="*/ 3917197 w 6884912"/>
              <a:gd name="connsiteY75" fmla="*/ 196121 h 1161397"/>
              <a:gd name="connsiteX76" fmla="*/ 3922400 w 6884912"/>
              <a:gd name="connsiteY76" fmla="*/ 205056 h 1161397"/>
              <a:gd name="connsiteX77" fmla="*/ 4013061 w 6884912"/>
              <a:gd name="connsiteY77" fmla="*/ 224874 h 1161397"/>
              <a:gd name="connsiteX78" fmla="*/ 4220717 w 6884912"/>
              <a:gd name="connsiteY78" fmla="*/ 192946 h 1161397"/>
              <a:gd name="connsiteX79" fmla="*/ 4228802 w 6884912"/>
              <a:gd name="connsiteY79" fmla="*/ 201468 h 1161397"/>
              <a:gd name="connsiteX80" fmla="*/ 4289361 w 6884912"/>
              <a:gd name="connsiteY80" fmla="*/ 196642 h 1161397"/>
              <a:gd name="connsiteX81" fmla="*/ 4498913 w 6884912"/>
              <a:gd name="connsiteY81" fmla="*/ 118915 h 1161397"/>
              <a:gd name="connsiteX82" fmla="*/ 4617330 w 6884912"/>
              <a:gd name="connsiteY82" fmla="*/ 111163 h 1161397"/>
              <a:gd name="connsiteX83" fmla="*/ 4659778 w 6884912"/>
              <a:gd name="connsiteY83" fmla="*/ 118219 h 1161397"/>
              <a:gd name="connsiteX84" fmla="*/ 4730870 w 6884912"/>
              <a:gd name="connsiteY84" fmla="*/ 129432 h 1161397"/>
              <a:gd name="connsiteX85" fmla="*/ 4785037 w 6884912"/>
              <a:gd name="connsiteY85" fmla="*/ 161964 h 1161397"/>
              <a:gd name="connsiteX86" fmla="*/ 4844073 w 6884912"/>
              <a:gd name="connsiteY86" fmla="*/ 161768 h 1161397"/>
              <a:gd name="connsiteX87" fmla="*/ 4856454 w 6884912"/>
              <a:gd name="connsiteY87" fmla="*/ 130488 h 1161397"/>
              <a:gd name="connsiteX88" fmla="*/ 4920038 w 6884912"/>
              <a:gd name="connsiteY88" fmla="*/ 140418 h 1161397"/>
              <a:gd name="connsiteX89" fmla="*/ 5016639 w 6884912"/>
              <a:gd name="connsiteY89" fmla="*/ 158905 h 1161397"/>
              <a:gd name="connsiteX90" fmla="*/ 5072009 w 6884912"/>
              <a:gd name="connsiteY90" fmla="*/ 161502 h 1161397"/>
              <a:gd name="connsiteX91" fmla="*/ 5223626 w 6884912"/>
              <a:gd name="connsiteY91" fmla="*/ 177356 h 1161397"/>
              <a:gd name="connsiteX92" fmla="*/ 5375773 w 6884912"/>
              <a:gd name="connsiteY92" fmla="*/ 199913 h 1161397"/>
              <a:gd name="connsiteX93" fmla="*/ 5467502 w 6884912"/>
              <a:gd name="connsiteY93" fmla="*/ 250963 h 1161397"/>
              <a:gd name="connsiteX94" fmla="*/ 5592395 w 6884912"/>
              <a:gd name="connsiteY94" fmla="*/ 265434 h 1161397"/>
              <a:gd name="connsiteX95" fmla="*/ 5613532 w 6884912"/>
              <a:gd name="connsiteY95" fmla="*/ 273379 h 1161397"/>
              <a:gd name="connsiteX96" fmla="*/ 5642173 w 6884912"/>
              <a:gd name="connsiteY96" fmla="*/ 266904 h 1161397"/>
              <a:gd name="connsiteX97" fmla="*/ 5756910 w 6884912"/>
              <a:gd name="connsiteY97" fmla="*/ 239211 h 1161397"/>
              <a:gd name="connsiteX98" fmla="*/ 5846667 w 6884912"/>
              <a:gd name="connsiteY98" fmla="*/ 201786 h 1161397"/>
              <a:gd name="connsiteX99" fmla="*/ 5960732 w 6884912"/>
              <a:gd name="connsiteY99" fmla="*/ 220708 h 1161397"/>
              <a:gd name="connsiteX100" fmla="*/ 6029542 w 6884912"/>
              <a:gd name="connsiteY100" fmla="*/ 210339 h 1161397"/>
              <a:gd name="connsiteX101" fmla="*/ 6141123 w 6884912"/>
              <a:gd name="connsiteY101" fmla="*/ 159923 h 1161397"/>
              <a:gd name="connsiteX102" fmla="*/ 6290640 w 6884912"/>
              <a:gd name="connsiteY102" fmla="*/ 167441 h 1161397"/>
              <a:gd name="connsiteX103" fmla="*/ 6322806 w 6884912"/>
              <a:gd name="connsiteY103" fmla="*/ 213293 h 1161397"/>
              <a:gd name="connsiteX104" fmla="*/ 6380420 w 6884912"/>
              <a:gd name="connsiteY104" fmla="*/ 173195 h 1161397"/>
              <a:gd name="connsiteX105" fmla="*/ 6507891 w 6884912"/>
              <a:gd name="connsiteY105" fmla="*/ 118474 h 1161397"/>
              <a:gd name="connsiteX106" fmla="*/ 6571807 w 6884912"/>
              <a:gd name="connsiteY106" fmla="*/ 98636 h 1161397"/>
              <a:gd name="connsiteX107" fmla="*/ 6671880 w 6884912"/>
              <a:gd name="connsiteY107" fmla="*/ 82931 h 1161397"/>
              <a:gd name="connsiteX108" fmla="*/ 6702266 w 6884912"/>
              <a:gd name="connsiteY108" fmla="*/ 75470 h 1161397"/>
              <a:gd name="connsiteX109" fmla="*/ 6845802 w 6884912"/>
              <a:gd name="connsiteY109" fmla="*/ 24496 h 1161397"/>
              <a:gd name="connsiteX110" fmla="*/ 6884912 w 6884912"/>
              <a:gd name="connsiteY110"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510042 w 6884912"/>
              <a:gd name="connsiteY60" fmla="*/ 311820 h 1161397"/>
              <a:gd name="connsiteX61" fmla="*/ 3626773 w 6884912"/>
              <a:gd name="connsiteY61" fmla="*/ 290452 h 1161397"/>
              <a:gd name="connsiteX62" fmla="*/ 3666217 w 6884912"/>
              <a:gd name="connsiteY62" fmla="*/ 273255 h 1161397"/>
              <a:gd name="connsiteX63" fmla="*/ 3732427 w 6884912"/>
              <a:gd name="connsiteY63" fmla="*/ 245039 h 1161397"/>
              <a:gd name="connsiteX64" fmla="*/ 3777022 w 6884912"/>
              <a:gd name="connsiteY64" fmla="*/ 200276 h 1161397"/>
              <a:gd name="connsiteX65" fmla="*/ 3791246 w 6884912"/>
              <a:gd name="connsiteY65" fmla="*/ 189996 h 1161397"/>
              <a:gd name="connsiteX66" fmla="*/ 3819864 w 6884912"/>
              <a:gd name="connsiteY66" fmla="*/ 194605 h 1161397"/>
              <a:gd name="connsiteX67" fmla="*/ 3830398 w 6884912"/>
              <a:gd name="connsiteY67" fmla="*/ 188383 h 1161397"/>
              <a:gd name="connsiteX68" fmla="*/ 3834360 w 6884912"/>
              <a:gd name="connsiteY68" fmla="*/ 188992 h 1161397"/>
              <a:gd name="connsiteX69" fmla="*/ 3843715 w 6884912"/>
              <a:gd name="connsiteY69" fmla="*/ 188752 h 1161397"/>
              <a:gd name="connsiteX70" fmla="*/ 3842609 w 6884912"/>
              <a:gd name="connsiteY70" fmla="*/ 197386 h 1161397"/>
              <a:gd name="connsiteX71" fmla="*/ 3853961 w 6884912"/>
              <a:gd name="connsiteY71" fmla="*/ 213380 h 1161397"/>
              <a:gd name="connsiteX72" fmla="*/ 3907640 w 6884912"/>
              <a:gd name="connsiteY72" fmla="*/ 207568 h 1161397"/>
              <a:gd name="connsiteX73" fmla="*/ 3910449 w 6884912"/>
              <a:gd name="connsiteY73" fmla="*/ 197808 h 1161397"/>
              <a:gd name="connsiteX74" fmla="*/ 3917197 w 6884912"/>
              <a:gd name="connsiteY74" fmla="*/ 196121 h 1161397"/>
              <a:gd name="connsiteX75" fmla="*/ 3922400 w 6884912"/>
              <a:gd name="connsiteY75" fmla="*/ 205056 h 1161397"/>
              <a:gd name="connsiteX76" fmla="*/ 4013061 w 6884912"/>
              <a:gd name="connsiteY76" fmla="*/ 224874 h 1161397"/>
              <a:gd name="connsiteX77" fmla="*/ 4220717 w 6884912"/>
              <a:gd name="connsiteY77" fmla="*/ 192946 h 1161397"/>
              <a:gd name="connsiteX78" fmla="*/ 4228802 w 6884912"/>
              <a:gd name="connsiteY78" fmla="*/ 201468 h 1161397"/>
              <a:gd name="connsiteX79" fmla="*/ 4289361 w 6884912"/>
              <a:gd name="connsiteY79" fmla="*/ 196642 h 1161397"/>
              <a:gd name="connsiteX80" fmla="*/ 4498913 w 6884912"/>
              <a:gd name="connsiteY80" fmla="*/ 118915 h 1161397"/>
              <a:gd name="connsiteX81" fmla="*/ 4617330 w 6884912"/>
              <a:gd name="connsiteY81" fmla="*/ 111163 h 1161397"/>
              <a:gd name="connsiteX82" fmla="*/ 4659778 w 6884912"/>
              <a:gd name="connsiteY82" fmla="*/ 118219 h 1161397"/>
              <a:gd name="connsiteX83" fmla="*/ 4730870 w 6884912"/>
              <a:gd name="connsiteY83" fmla="*/ 129432 h 1161397"/>
              <a:gd name="connsiteX84" fmla="*/ 4785037 w 6884912"/>
              <a:gd name="connsiteY84" fmla="*/ 161964 h 1161397"/>
              <a:gd name="connsiteX85" fmla="*/ 4844073 w 6884912"/>
              <a:gd name="connsiteY85" fmla="*/ 161768 h 1161397"/>
              <a:gd name="connsiteX86" fmla="*/ 4856454 w 6884912"/>
              <a:gd name="connsiteY86" fmla="*/ 130488 h 1161397"/>
              <a:gd name="connsiteX87" fmla="*/ 4920038 w 6884912"/>
              <a:gd name="connsiteY87" fmla="*/ 140418 h 1161397"/>
              <a:gd name="connsiteX88" fmla="*/ 5016639 w 6884912"/>
              <a:gd name="connsiteY88" fmla="*/ 158905 h 1161397"/>
              <a:gd name="connsiteX89" fmla="*/ 5072009 w 6884912"/>
              <a:gd name="connsiteY89" fmla="*/ 161502 h 1161397"/>
              <a:gd name="connsiteX90" fmla="*/ 5223626 w 6884912"/>
              <a:gd name="connsiteY90" fmla="*/ 177356 h 1161397"/>
              <a:gd name="connsiteX91" fmla="*/ 5375773 w 6884912"/>
              <a:gd name="connsiteY91" fmla="*/ 199913 h 1161397"/>
              <a:gd name="connsiteX92" fmla="*/ 5467502 w 6884912"/>
              <a:gd name="connsiteY92" fmla="*/ 250963 h 1161397"/>
              <a:gd name="connsiteX93" fmla="*/ 5592395 w 6884912"/>
              <a:gd name="connsiteY93" fmla="*/ 265434 h 1161397"/>
              <a:gd name="connsiteX94" fmla="*/ 5613532 w 6884912"/>
              <a:gd name="connsiteY94" fmla="*/ 273379 h 1161397"/>
              <a:gd name="connsiteX95" fmla="*/ 5642173 w 6884912"/>
              <a:gd name="connsiteY95" fmla="*/ 266904 h 1161397"/>
              <a:gd name="connsiteX96" fmla="*/ 5756910 w 6884912"/>
              <a:gd name="connsiteY96" fmla="*/ 239211 h 1161397"/>
              <a:gd name="connsiteX97" fmla="*/ 5846667 w 6884912"/>
              <a:gd name="connsiteY97" fmla="*/ 201786 h 1161397"/>
              <a:gd name="connsiteX98" fmla="*/ 5960732 w 6884912"/>
              <a:gd name="connsiteY98" fmla="*/ 220708 h 1161397"/>
              <a:gd name="connsiteX99" fmla="*/ 6029542 w 6884912"/>
              <a:gd name="connsiteY99" fmla="*/ 210339 h 1161397"/>
              <a:gd name="connsiteX100" fmla="*/ 6141123 w 6884912"/>
              <a:gd name="connsiteY100" fmla="*/ 159923 h 1161397"/>
              <a:gd name="connsiteX101" fmla="*/ 6290640 w 6884912"/>
              <a:gd name="connsiteY101" fmla="*/ 167441 h 1161397"/>
              <a:gd name="connsiteX102" fmla="*/ 6322806 w 6884912"/>
              <a:gd name="connsiteY102" fmla="*/ 213293 h 1161397"/>
              <a:gd name="connsiteX103" fmla="*/ 6380420 w 6884912"/>
              <a:gd name="connsiteY103" fmla="*/ 173195 h 1161397"/>
              <a:gd name="connsiteX104" fmla="*/ 6507891 w 6884912"/>
              <a:gd name="connsiteY104" fmla="*/ 118474 h 1161397"/>
              <a:gd name="connsiteX105" fmla="*/ 6571807 w 6884912"/>
              <a:gd name="connsiteY105" fmla="*/ 98636 h 1161397"/>
              <a:gd name="connsiteX106" fmla="*/ 6671880 w 6884912"/>
              <a:gd name="connsiteY106" fmla="*/ 82931 h 1161397"/>
              <a:gd name="connsiteX107" fmla="*/ 6702266 w 6884912"/>
              <a:gd name="connsiteY107" fmla="*/ 75470 h 1161397"/>
              <a:gd name="connsiteX108" fmla="*/ 6845802 w 6884912"/>
              <a:gd name="connsiteY108" fmla="*/ 24496 h 1161397"/>
              <a:gd name="connsiteX109" fmla="*/ 6884912 w 6884912"/>
              <a:gd name="connsiteY109"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222191 w 6884912"/>
              <a:gd name="connsiteY58" fmla="*/ 307887 h 1161397"/>
              <a:gd name="connsiteX59" fmla="*/ 3227953 w 6884912"/>
              <a:gd name="connsiteY59" fmla="*/ 297650 h 1161397"/>
              <a:gd name="connsiteX60" fmla="*/ 3510042 w 6884912"/>
              <a:gd name="connsiteY60" fmla="*/ 311820 h 1161397"/>
              <a:gd name="connsiteX61" fmla="*/ 3626773 w 6884912"/>
              <a:gd name="connsiteY61" fmla="*/ 290452 h 1161397"/>
              <a:gd name="connsiteX62" fmla="*/ 3666217 w 6884912"/>
              <a:gd name="connsiteY62" fmla="*/ 273255 h 1161397"/>
              <a:gd name="connsiteX63" fmla="*/ 3732427 w 6884912"/>
              <a:gd name="connsiteY63" fmla="*/ 245039 h 1161397"/>
              <a:gd name="connsiteX64" fmla="*/ 3777022 w 6884912"/>
              <a:gd name="connsiteY64" fmla="*/ 200276 h 1161397"/>
              <a:gd name="connsiteX65" fmla="*/ 3791246 w 6884912"/>
              <a:gd name="connsiteY65" fmla="*/ 189996 h 1161397"/>
              <a:gd name="connsiteX66" fmla="*/ 3819864 w 6884912"/>
              <a:gd name="connsiteY66" fmla="*/ 194605 h 1161397"/>
              <a:gd name="connsiteX67" fmla="*/ 3830398 w 6884912"/>
              <a:gd name="connsiteY67" fmla="*/ 188383 h 1161397"/>
              <a:gd name="connsiteX68" fmla="*/ 3834360 w 6884912"/>
              <a:gd name="connsiteY68" fmla="*/ 188992 h 1161397"/>
              <a:gd name="connsiteX69" fmla="*/ 3843715 w 6884912"/>
              <a:gd name="connsiteY69" fmla="*/ 188752 h 1161397"/>
              <a:gd name="connsiteX70" fmla="*/ 3842609 w 6884912"/>
              <a:gd name="connsiteY70" fmla="*/ 197386 h 1161397"/>
              <a:gd name="connsiteX71" fmla="*/ 3853961 w 6884912"/>
              <a:gd name="connsiteY71" fmla="*/ 213380 h 1161397"/>
              <a:gd name="connsiteX72" fmla="*/ 3907640 w 6884912"/>
              <a:gd name="connsiteY72" fmla="*/ 207568 h 1161397"/>
              <a:gd name="connsiteX73" fmla="*/ 3910449 w 6884912"/>
              <a:gd name="connsiteY73" fmla="*/ 197808 h 1161397"/>
              <a:gd name="connsiteX74" fmla="*/ 3917197 w 6884912"/>
              <a:gd name="connsiteY74" fmla="*/ 196121 h 1161397"/>
              <a:gd name="connsiteX75" fmla="*/ 3922400 w 6884912"/>
              <a:gd name="connsiteY75" fmla="*/ 205056 h 1161397"/>
              <a:gd name="connsiteX76" fmla="*/ 4013061 w 6884912"/>
              <a:gd name="connsiteY76" fmla="*/ 224874 h 1161397"/>
              <a:gd name="connsiteX77" fmla="*/ 4220717 w 6884912"/>
              <a:gd name="connsiteY77" fmla="*/ 192946 h 1161397"/>
              <a:gd name="connsiteX78" fmla="*/ 4228802 w 6884912"/>
              <a:gd name="connsiteY78" fmla="*/ 201468 h 1161397"/>
              <a:gd name="connsiteX79" fmla="*/ 4289361 w 6884912"/>
              <a:gd name="connsiteY79" fmla="*/ 196642 h 1161397"/>
              <a:gd name="connsiteX80" fmla="*/ 4498913 w 6884912"/>
              <a:gd name="connsiteY80" fmla="*/ 118915 h 1161397"/>
              <a:gd name="connsiteX81" fmla="*/ 4617330 w 6884912"/>
              <a:gd name="connsiteY81" fmla="*/ 111163 h 1161397"/>
              <a:gd name="connsiteX82" fmla="*/ 4659778 w 6884912"/>
              <a:gd name="connsiteY82" fmla="*/ 118219 h 1161397"/>
              <a:gd name="connsiteX83" fmla="*/ 4730870 w 6884912"/>
              <a:gd name="connsiteY83" fmla="*/ 129432 h 1161397"/>
              <a:gd name="connsiteX84" fmla="*/ 4844073 w 6884912"/>
              <a:gd name="connsiteY84" fmla="*/ 161768 h 1161397"/>
              <a:gd name="connsiteX85" fmla="*/ 4856454 w 6884912"/>
              <a:gd name="connsiteY85" fmla="*/ 130488 h 1161397"/>
              <a:gd name="connsiteX86" fmla="*/ 4920038 w 6884912"/>
              <a:gd name="connsiteY86" fmla="*/ 140418 h 1161397"/>
              <a:gd name="connsiteX87" fmla="*/ 5016639 w 6884912"/>
              <a:gd name="connsiteY87" fmla="*/ 158905 h 1161397"/>
              <a:gd name="connsiteX88" fmla="*/ 5072009 w 6884912"/>
              <a:gd name="connsiteY88" fmla="*/ 161502 h 1161397"/>
              <a:gd name="connsiteX89" fmla="*/ 5223626 w 6884912"/>
              <a:gd name="connsiteY89" fmla="*/ 177356 h 1161397"/>
              <a:gd name="connsiteX90" fmla="*/ 5375773 w 6884912"/>
              <a:gd name="connsiteY90" fmla="*/ 199913 h 1161397"/>
              <a:gd name="connsiteX91" fmla="*/ 5467502 w 6884912"/>
              <a:gd name="connsiteY91" fmla="*/ 250963 h 1161397"/>
              <a:gd name="connsiteX92" fmla="*/ 5592395 w 6884912"/>
              <a:gd name="connsiteY92" fmla="*/ 265434 h 1161397"/>
              <a:gd name="connsiteX93" fmla="*/ 5613532 w 6884912"/>
              <a:gd name="connsiteY93" fmla="*/ 273379 h 1161397"/>
              <a:gd name="connsiteX94" fmla="*/ 5642173 w 6884912"/>
              <a:gd name="connsiteY94" fmla="*/ 266904 h 1161397"/>
              <a:gd name="connsiteX95" fmla="*/ 5756910 w 6884912"/>
              <a:gd name="connsiteY95" fmla="*/ 239211 h 1161397"/>
              <a:gd name="connsiteX96" fmla="*/ 5846667 w 6884912"/>
              <a:gd name="connsiteY96" fmla="*/ 201786 h 1161397"/>
              <a:gd name="connsiteX97" fmla="*/ 5960732 w 6884912"/>
              <a:gd name="connsiteY97" fmla="*/ 220708 h 1161397"/>
              <a:gd name="connsiteX98" fmla="*/ 6029542 w 6884912"/>
              <a:gd name="connsiteY98" fmla="*/ 210339 h 1161397"/>
              <a:gd name="connsiteX99" fmla="*/ 6141123 w 6884912"/>
              <a:gd name="connsiteY99" fmla="*/ 159923 h 1161397"/>
              <a:gd name="connsiteX100" fmla="*/ 6290640 w 6884912"/>
              <a:gd name="connsiteY100" fmla="*/ 167441 h 1161397"/>
              <a:gd name="connsiteX101" fmla="*/ 6322806 w 6884912"/>
              <a:gd name="connsiteY101" fmla="*/ 213293 h 1161397"/>
              <a:gd name="connsiteX102" fmla="*/ 6380420 w 6884912"/>
              <a:gd name="connsiteY102" fmla="*/ 173195 h 1161397"/>
              <a:gd name="connsiteX103" fmla="*/ 6507891 w 6884912"/>
              <a:gd name="connsiteY103" fmla="*/ 118474 h 1161397"/>
              <a:gd name="connsiteX104" fmla="*/ 6571807 w 6884912"/>
              <a:gd name="connsiteY104" fmla="*/ 98636 h 1161397"/>
              <a:gd name="connsiteX105" fmla="*/ 6671880 w 6884912"/>
              <a:gd name="connsiteY105" fmla="*/ 82931 h 1161397"/>
              <a:gd name="connsiteX106" fmla="*/ 6702266 w 6884912"/>
              <a:gd name="connsiteY106" fmla="*/ 75470 h 1161397"/>
              <a:gd name="connsiteX107" fmla="*/ 6845802 w 6884912"/>
              <a:gd name="connsiteY107" fmla="*/ 24496 h 1161397"/>
              <a:gd name="connsiteX108" fmla="*/ 6884912 w 6884912"/>
              <a:gd name="connsiteY10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478946 w 6884912"/>
              <a:gd name="connsiteY7" fmla="*/ 1106011 h 1161397"/>
              <a:gd name="connsiteX8" fmla="*/ 512111 w 6884912"/>
              <a:gd name="connsiteY8" fmla="*/ 1085599 h 1161397"/>
              <a:gd name="connsiteX9" fmla="*/ 567875 w 6884912"/>
              <a:gd name="connsiteY9" fmla="*/ 1051976 h 1161397"/>
              <a:gd name="connsiteX10" fmla="*/ 601644 w 6884912"/>
              <a:gd name="connsiteY10" fmla="*/ 1003997 h 1161397"/>
              <a:gd name="connsiteX11" fmla="*/ 651408 w 6884912"/>
              <a:gd name="connsiteY11" fmla="*/ 984938 h 1161397"/>
              <a:gd name="connsiteX12" fmla="*/ 673197 w 6884912"/>
              <a:gd name="connsiteY12" fmla="*/ 1010060 h 1161397"/>
              <a:gd name="connsiteX13" fmla="*/ 723108 w 6884912"/>
              <a:gd name="connsiteY13" fmla="*/ 980081 h 1161397"/>
              <a:gd name="connsiteX14" fmla="*/ 797699 w 6884912"/>
              <a:gd name="connsiteY14" fmla="*/ 931362 h 1161397"/>
              <a:gd name="connsiteX15" fmla="*/ 843359 w 6884912"/>
              <a:gd name="connsiteY15" fmla="*/ 910894 h 1161397"/>
              <a:gd name="connsiteX16" fmla="*/ 965215 w 6884912"/>
              <a:gd name="connsiteY16" fmla="*/ 846701 h 1161397"/>
              <a:gd name="connsiteX17" fmla="*/ 1085080 w 6884912"/>
              <a:gd name="connsiteY17" fmla="*/ 776086 h 1161397"/>
              <a:gd name="connsiteX18" fmla="*/ 1131224 w 6884912"/>
              <a:gd name="connsiteY18" fmla="*/ 706160 h 1161397"/>
              <a:gd name="connsiteX19" fmla="*/ 1138051 w 6884912"/>
              <a:gd name="connsiteY19" fmla="*/ 702034 h 1161397"/>
              <a:gd name="connsiteX20" fmla="*/ 1158800 w 6884912"/>
              <a:gd name="connsiteY20" fmla="*/ 700004 h 1161397"/>
              <a:gd name="connsiteX21" fmla="*/ 1166947 w 6884912"/>
              <a:gd name="connsiteY21" fmla="*/ 700762 h 1161397"/>
              <a:gd name="connsiteX22" fmla="*/ 1178135 w 6884912"/>
              <a:gd name="connsiteY22" fmla="*/ 698631 h 1161397"/>
              <a:gd name="connsiteX23" fmla="*/ 1178301 w 6884912"/>
              <a:gd name="connsiteY23" fmla="*/ 698094 h 1161397"/>
              <a:gd name="connsiteX24" fmla="*/ 1188995 w 6884912"/>
              <a:gd name="connsiteY24" fmla="*/ 697048 h 1161397"/>
              <a:gd name="connsiteX25" fmla="*/ 1242716 w 6884912"/>
              <a:gd name="connsiteY25" fmla="*/ 698052 h 1161397"/>
              <a:gd name="connsiteX26" fmla="*/ 1299977 w 6884912"/>
              <a:gd name="connsiteY26" fmla="*/ 639196 h 1161397"/>
              <a:gd name="connsiteX27" fmla="*/ 1326190 w 6884912"/>
              <a:gd name="connsiteY27" fmla="*/ 625955 h 1161397"/>
              <a:gd name="connsiteX28" fmla="*/ 1339600 w 6884912"/>
              <a:gd name="connsiteY28" fmla="*/ 616295 h 1161397"/>
              <a:gd name="connsiteX29" fmla="*/ 1340054 w 6884912"/>
              <a:gd name="connsiteY29" fmla="*/ 614022 h 1161397"/>
              <a:gd name="connsiteX30" fmla="*/ 1391606 w 6884912"/>
              <a:gd name="connsiteY30" fmla="*/ 615229 h 1161397"/>
              <a:gd name="connsiteX31" fmla="*/ 1397565 w 6884912"/>
              <a:gd name="connsiteY31" fmla="*/ 611490 h 1161397"/>
              <a:gd name="connsiteX32" fmla="*/ 1432302 w 6884912"/>
              <a:gd name="connsiteY32" fmla="*/ 617267 h 1161397"/>
              <a:gd name="connsiteX33" fmla="*/ 1449644 w 6884912"/>
              <a:gd name="connsiteY33" fmla="*/ 617591 h 1161397"/>
              <a:gd name="connsiteX34" fmla="*/ 1455793 w 6884912"/>
              <a:gd name="connsiteY34" fmla="*/ 623174 h 1161397"/>
              <a:gd name="connsiteX35" fmla="*/ 1480758 w 6884912"/>
              <a:gd name="connsiteY35" fmla="*/ 620863 h 1161397"/>
              <a:gd name="connsiteX36" fmla="*/ 1483154 w 6884912"/>
              <a:gd name="connsiteY36" fmla="*/ 618527 h 1161397"/>
              <a:gd name="connsiteX37" fmla="*/ 1505495 w 6884912"/>
              <a:gd name="connsiteY37" fmla="*/ 624325 h 1161397"/>
              <a:gd name="connsiteX38" fmla="*/ 1526340 w 6884912"/>
              <a:gd name="connsiteY38" fmla="*/ 638496 h 1161397"/>
              <a:gd name="connsiteX39" fmla="*/ 1731986 w 6884912"/>
              <a:gd name="connsiteY39" fmla="*/ 589682 h 1161397"/>
              <a:gd name="connsiteX40" fmla="*/ 1927935 w 6884912"/>
              <a:gd name="connsiteY40" fmla="*/ 628540 h 1161397"/>
              <a:gd name="connsiteX41" fmla="*/ 2039075 w 6884912"/>
              <a:gd name="connsiteY41" fmla="*/ 599964 h 1161397"/>
              <a:gd name="connsiteX42" fmla="*/ 2066980 w 6884912"/>
              <a:gd name="connsiteY42" fmla="*/ 550413 h 1161397"/>
              <a:gd name="connsiteX43" fmla="*/ 2352236 w 6884912"/>
              <a:gd name="connsiteY43" fmla="*/ 519602 h 1161397"/>
              <a:gd name="connsiteX44" fmla="*/ 2420791 w 6884912"/>
              <a:gd name="connsiteY44" fmla="*/ 492826 h 1161397"/>
              <a:gd name="connsiteX45" fmla="*/ 2489932 w 6884912"/>
              <a:gd name="connsiteY45" fmla="*/ 507864 h 1161397"/>
              <a:gd name="connsiteX46" fmla="*/ 2512917 w 6884912"/>
              <a:gd name="connsiteY46" fmla="*/ 489127 h 1161397"/>
              <a:gd name="connsiteX47" fmla="*/ 2516783 w 6884912"/>
              <a:gd name="connsiteY47" fmla="*/ 485473 h 1161397"/>
              <a:gd name="connsiteX48" fmla="*/ 2534360 w 6884912"/>
              <a:gd name="connsiteY48" fmla="*/ 480064 h 1161397"/>
              <a:gd name="connsiteX49" fmla="*/ 2536691 w 6884912"/>
              <a:gd name="connsiteY49" fmla="*/ 467018 h 1161397"/>
              <a:gd name="connsiteX50" fmla="*/ 2561265 w 6884912"/>
              <a:gd name="connsiteY50" fmla="*/ 450623 h 1161397"/>
              <a:gd name="connsiteX51" fmla="*/ 2594349 w 6884912"/>
              <a:gd name="connsiteY51" fmla="*/ 443884 h 1161397"/>
              <a:gd name="connsiteX52" fmla="*/ 2754324 w 6884912"/>
              <a:gd name="connsiteY52" fmla="*/ 424766 h 1161397"/>
              <a:gd name="connsiteX53" fmla="*/ 2848470 w 6884912"/>
              <a:gd name="connsiteY53" fmla="*/ 405966 h 1161397"/>
              <a:gd name="connsiteX54" fmla="*/ 2881772 w 6884912"/>
              <a:gd name="connsiteY54" fmla="*/ 387260 h 1161397"/>
              <a:gd name="connsiteX55" fmla="*/ 2929932 w 6884912"/>
              <a:gd name="connsiteY55" fmla="*/ 368912 h 1161397"/>
              <a:gd name="connsiteX56" fmla="*/ 3013020 w 6884912"/>
              <a:gd name="connsiteY56" fmla="*/ 327578 h 1161397"/>
              <a:gd name="connsiteX57" fmla="*/ 3222191 w 6884912"/>
              <a:gd name="connsiteY57" fmla="*/ 307887 h 1161397"/>
              <a:gd name="connsiteX58" fmla="*/ 3227953 w 6884912"/>
              <a:gd name="connsiteY58" fmla="*/ 297650 h 1161397"/>
              <a:gd name="connsiteX59" fmla="*/ 3510042 w 6884912"/>
              <a:gd name="connsiteY59" fmla="*/ 311820 h 1161397"/>
              <a:gd name="connsiteX60" fmla="*/ 3626773 w 6884912"/>
              <a:gd name="connsiteY60" fmla="*/ 290452 h 1161397"/>
              <a:gd name="connsiteX61" fmla="*/ 3666217 w 6884912"/>
              <a:gd name="connsiteY61" fmla="*/ 273255 h 1161397"/>
              <a:gd name="connsiteX62" fmla="*/ 3732427 w 6884912"/>
              <a:gd name="connsiteY62" fmla="*/ 245039 h 1161397"/>
              <a:gd name="connsiteX63" fmla="*/ 3777022 w 6884912"/>
              <a:gd name="connsiteY63" fmla="*/ 200276 h 1161397"/>
              <a:gd name="connsiteX64" fmla="*/ 3791246 w 6884912"/>
              <a:gd name="connsiteY64" fmla="*/ 189996 h 1161397"/>
              <a:gd name="connsiteX65" fmla="*/ 3819864 w 6884912"/>
              <a:gd name="connsiteY65" fmla="*/ 194605 h 1161397"/>
              <a:gd name="connsiteX66" fmla="*/ 3830398 w 6884912"/>
              <a:gd name="connsiteY66" fmla="*/ 188383 h 1161397"/>
              <a:gd name="connsiteX67" fmla="*/ 3834360 w 6884912"/>
              <a:gd name="connsiteY67" fmla="*/ 188992 h 1161397"/>
              <a:gd name="connsiteX68" fmla="*/ 3843715 w 6884912"/>
              <a:gd name="connsiteY68" fmla="*/ 188752 h 1161397"/>
              <a:gd name="connsiteX69" fmla="*/ 3842609 w 6884912"/>
              <a:gd name="connsiteY69" fmla="*/ 197386 h 1161397"/>
              <a:gd name="connsiteX70" fmla="*/ 3853961 w 6884912"/>
              <a:gd name="connsiteY70" fmla="*/ 213380 h 1161397"/>
              <a:gd name="connsiteX71" fmla="*/ 3907640 w 6884912"/>
              <a:gd name="connsiteY71" fmla="*/ 207568 h 1161397"/>
              <a:gd name="connsiteX72" fmla="*/ 3910449 w 6884912"/>
              <a:gd name="connsiteY72" fmla="*/ 197808 h 1161397"/>
              <a:gd name="connsiteX73" fmla="*/ 3917197 w 6884912"/>
              <a:gd name="connsiteY73" fmla="*/ 196121 h 1161397"/>
              <a:gd name="connsiteX74" fmla="*/ 3922400 w 6884912"/>
              <a:gd name="connsiteY74" fmla="*/ 205056 h 1161397"/>
              <a:gd name="connsiteX75" fmla="*/ 4013061 w 6884912"/>
              <a:gd name="connsiteY75" fmla="*/ 224874 h 1161397"/>
              <a:gd name="connsiteX76" fmla="*/ 4220717 w 6884912"/>
              <a:gd name="connsiteY76" fmla="*/ 192946 h 1161397"/>
              <a:gd name="connsiteX77" fmla="*/ 4228802 w 6884912"/>
              <a:gd name="connsiteY77" fmla="*/ 201468 h 1161397"/>
              <a:gd name="connsiteX78" fmla="*/ 4289361 w 6884912"/>
              <a:gd name="connsiteY78" fmla="*/ 196642 h 1161397"/>
              <a:gd name="connsiteX79" fmla="*/ 4498913 w 6884912"/>
              <a:gd name="connsiteY79" fmla="*/ 118915 h 1161397"/>
              <a:gd name="connsiteX80" fmla="*/ 4617330 w 6884912"/>
              <a:gd name="connsiteY80" fmla="*/ 111163 h 1161397"/>
              <a:gd name="connsiteX81" fmla="*/ 4659778 w 6884912"/>
              <a:gd name="connsiteY81" fmla="*/ 118219 h 1161397"/>
              <a:gd name="connsiteX82" fmla="*/ 4730870 w 6884912"/>
              <a:gd name="connsiteY82" fmla="*/ 129432 h 1161397"/>
              <a:gd name="connsiteX83" fmla="*/ 4844073 w 6884912"/>
              <a:gd name="connsiteY83" fmla="*/ 161768 h 1161397"/>
              <a:gd name="connsiteX84" fmla="*/ 4856454 w 6884912"/>
              <a:gd name="connsiteY84" fmla="*/ 130488 h 1161397"/>
              <a:gd name="connsiteX85" fmla="*/ 4920038 w 6884912"/>
              <a:gd name="connsiteY85" fmla="*/ 140418 h 1161397"/>
              <a:gd name="connsiteX86" fmla="*/ 5016639 w 6884912"/>
              <a:gd name="connsiteY86" fmla="*/ 158905 h 1161397"/>
              <a:gd name="connsiteX87" fmla="*/ 5072009 w 6884912"/>
              <a:gd name="connsiteY87" fmla="*/ 161502 h 1161397"/>
              <a:gd name="connsiteX88" fmla="*/ 5223626 w 6884912"/>
              <a:gd name="connsiteY88" fmla="*/ 177356 h 1161397"/>
              <a:gd name="connsiteX89" fmla="*/ 5375773 w 6884912"/>
              <a:gd name="connsiteY89" fmla="*/ 199913 h 1161397"/>
              <a:gd name="connsiteX90" fmla="*/ 5467502 w 6884912"/>
              <a:gd name="connsiteY90" fmla="*/ 250963 h 1161397"/>
              <a:gd name="connsiteX91" fmla="*/ 5592395 w 6884912"/>
              <a:gd name="connsiteY91" fmla="*/ 265434 h 1161397"/>
              <a:gd name="connsiteX92" fmla="*/ 5613532 w 6884912"/>
              <a:gd name="connsiteY92" fmla="*/ 273379 h 1161397"/>
              <a:gd name="connsiteX93" fmla="*/ 5642173 w 6884912"/>
              <a:gd name="connsiteY93" fmla="*/ 266904 h 1161397"/>
              <a:gd name="connsiteX94" fmla="*/ 5756910 w 6884912"/>
              <a:gd name="connsiteY94" fmla="*/ 239211 h 1161397"/>
              <a:gd name="connsiteX95" fmla="*/ 5846667 w 6884912"/>
              <a:gd name="connsiteY95" fmla="*/ 201786 h 1161397"/>
              <a:gd name="connsiteX96" fmla="*/ 5960732 w 6884912"/>
              <a:gd name="connsiteY96" fmla="*/ 220708 h 1161397"/>
              <a:gd name="connsiteX97" fmla="*/ 6029542 w 6884912"/>
              <a:gd name="connsiteY97" fmla="*/ 210339 h 1161397"/>
              <a:gd name="connsiteX98" fmla="*/ 6141123 w 6884912"/>
              <a:gd name="connsiteY98" fmla="*/ 159923 h 1161397"/>
              <a:gd name="connsiteX99" fmla="*/ 6290640 w 6884912"/>
              <a:gd name="connsiteY99" fmla="*/ 167441 h 1161397"/>
              <a:gd name="connsiteX100" fmla="*/ 6322806 w 6884912"/>
              <a:gd name="connsiteY100" fmla="*/ 213293 h 1161397"/>
              <a:gd name="connsiteX101" fmla="*/ 6380420 w 6884912"/>
              <a:gd name="connsiteY101" fmla="*/ 173195 h 1161397"/>
              <a:gd name="connsiteX102" fmla="*/ 6507891 w 6884912"/>
              <a:gd name="connsiteY102" fmla="*/ 118474 h 1161397"/>
              <a:gd name="connsiteX103" fmla="*/ 6571807 w 6884912"/>
              <a:gd name="connsiteY103" fmla="*/ 98636 h 1161397"/>
              <a:gd name="connsiteX104" fmla="*/ 6671880 w 6884912"/>
              <a:gd name="connsiteY104" fmla="*/ 82931 h 1161397"/>
              <a:gd name="connsiteX105" fmla="*/ 6702266 w 6884912"/>
              <a:gd name="connsiteY105" fmla="*/ 75470 h 1161397"/>
              <a:gd name="connsiteX106" fmla="*/ 6845802 w 6884912"/>
              <a:gd name="connsiteY106" fmla="*/ 24496 h 1161397"/>
              <a:gd name="connsiteX107" fmla="*/ 6884912 w 6884912"/>
              <a:gd name="connsiteY107"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512111 w 6884912"/>
              <a:gd name="connsiteY7" fmla="*/ 1085599 h 1161397"/>
              <a:gd name="connsiteX8" fmla="*/ 567875 w 6884912"/>
              <a:gd name="connsiteY8" fmla="*/ 1051976 h 1161397"/>
              <a:gd name="connsiteX9" fmla="*/ 601644 w 6884912"/>
              <a:gd name="connsiteY9" fmla="*/ 1003997 h 1161397"/>
              <a:gd name="connsiteX10" fmla="*/ 651408 w 6884912"/>
              <a:gd name="connsiteY10" fmla="*/ 984938 h 1161397"/>
              <a:gd name="connsiteX11" fmla="*/ 673197 w 6884912"/>
              <a:gd name="connsiteY11" fmla="*/ 1010060 h 1161397"/>
              <a:gd name="connsiteX12" fmla="*/ 723108 w 6884912"/>
              <a:gd name="connsiteY12" fmla="*/ 980081 h 1161397"/>
              <a:gd name="connsiteX13" fmla="*/ 797699 w 6884912"/>
              <a:gd name="connsiteY13" fmla="*/ 931362 h 1161397"/>
              <a:gd name="connsiteX14" fmla="*/ 843359 w 6884912"/>
              <a:gd name="connsiteY14" fmla="*/ 910894 h 1161397"/>
              <a:gd name="connsiteX15" fmla="*/ 965215 w 6884912"/>
              <a:gd name="connsiteY15" fmla="*/ 846701 h 1161397"/>
              <a:gd name="connsiteX16" fmla="*/ 1085080 w 6884912"/>
              <a:gd name="connsiteY16" fmla="*/ 776086 h 1161397"/>
              <a:gd name="connsiteX17" fmla="*/ 1131224 w 6884912"/>
              <a:gd name="connsiteY17" fmla="*/ 706160 h 1161397"/>
              <a:gd name="connsiteX18" fmla="*/ 1138051 w 6884912"/>
              <a:gd name="connsiteY18" fmla="*/ 702034 h 1161397"/>
              <a:gd name="connsiteX19" fmla="*/ 1158800 w 6884912"/>
              <a:gd name="connsiteY19" fmla="*/ 700004 h 1161397"/>
              <a:gd name="connsiteX20" fmla="*/ 1166947 w 6884912"/>
              <a:gd name="connsiteY20" fmla="*/ 700762 h 1161397"/>
              <a:gd name="connsiteX21" fmla="*/ 1178135 w 6884912"/>
              <a:gd name="connsiteY21" fmla="*/ 698631 h 1161397"/>
              <a:gd name="connsiteX22" fmla="*/ 1178301 w 6884912"/>
              <a:gd name="connsiteY22" fmla="*/ 698094 h 1161397"/>
              <a:gd name="connsiteX23" fmla="*/ 1188995 w 6884912"/>
              <a:gd name="connsiteY23" fmla="*/ 697048 h 1161397"/>
              <a:gd name="connsiteX24" fmla="*/ 1242716 w 6884912"/>
              <a:gd name="connsiteY24" fmla="*/ 698052 h 1161397"/>
              <a:gd name="connsiteX25" fmla="*/ 1299977 w 6884912"/>
              <a:gd name="connsiteY25" fmla="*/ 639196 h 1161397"/>
              <a:gd name="connsiteX26" fmla="*/ 1326190 w 6884912"/>
              <a:gd name="connsiteY26" fmla="*/ 625955 h 1161397"/>
              <a:gd name="connsiteX27" fmla="*/ 1339600 w 6884912"/>
              <a:gd name="connsiteY27" fmla="*/ 616295 h 1161397"/>
              <a:gd name="connsiteX28" fmla="*/ 1340054 w 6884912"/>
              <a:gd name="connsiteY28" fmla="*/ 614022 h 1161397"/>
              <a:gd name="connsiteX29" fmla="*/ 1391606 w 6884912"/>
              <a:gd name="connsiteY29" fmla="*/ 615229 h 1161397"/>
              <a:gd name="connsiteX30" fmla="*/ 1397565 w 6884912"/>
              <a:gd name="connsiteY30" fmla="*/ 611490 h 1161397"/>
              <a:gd name="connsiteX31" fmla="*/ 1432302 w 6884912"/>
              <a:gd name="connsiteY31" fmla="*/ 617267 h 1161397"/>
              <a:gd name="connsiteX32" fmla="*/ 1449644 w 6884912"/>
              <a:gd name="connsiteY32" fmla="*/ 617591 h 1161397"/>
              <a:gd name="connsiteX33" fmla="*/ 1455793 w 6884912"/>
              <a:gd name="connsiteY33" fmla="*/ 623174 h 1161397"/>
              <a:gd name="connsiteX34" fmla="*/ 1480758 w 6884912"/>
              <a:gd name="connsiteY34" fmla="*/ 620863 h 1161397"/>
              <a:gd name="connsiteX35" fmla="*/ 1483154 w 6884912"/>
              <a:gd name="connsiteY35" fmla="*/ 618527 h 1161397"/>
              <a:gd name="connsiteX36" fmla="*/ 1505495 w 6884912"/>
              <a:gd name="connsiteY36" fmla="*/ 624325 h 1161397"/>
              <a:gd name="connsiteX37" fmla="*/ 1526340 w 6884912"/>
              <a:gd name="connsiteY37" fmla="*/ 638496 h 1161397"/>
              <a:gd name="connsiteX38" fmla="*/ 1731986 w 6884912"/>
              <a:gd name="connsiteY38" fmla="*/ 589682 h 1161397"/>
              <a:gd name="connsiteX39" fmla="*/ 1927935 w 6884912"/>
              <a:gd name="connsiteY39" fmla="*/ 628540 h 1161397"/>
              <a:gd name="connsiteX40" fmla="*/ 2039075 w 6884912"/>
              <a:gd name="connsiteY40" fmla="*/ 599964 h 1161397"/>
              <a:gd name="connsiteX41" fmla="*/ 2066980 w 6884912"/>
              <a:gd name="connsiteY41" fmla="*/ 550413 h 1161397"/>
              <a:gd name="connsiteX42" fmla="*/ 2352236 w 6884912"/>
              <a:gd name="connsiteY42" fmla="*/ 519602 h 1161397"/>
              <a:gd name="connsiteX43" fmla="*/ 2420791 w 6884912"/>
              <a:gd name="connsiteY43" fmla="*/ 492826 h 1161397"/>
              <a:gd name="connsiteX44" fmla="*/ 2489932 w 6884912"/>
              <a:gd name="connsiteY44" fmla="*/ 507864 h 1161397"/>
              <a:gd name="connsiteX45" fmla="*/ 2512917 w 6884912"/>
              <a:gd name="connsiteY45" fmla="*/ 489127 h 1161397"/>
              <a:gd name="connsiteX46" fmla="*/ 2516783 w 6884912"/>
              <a:gd name="connsiteY46" fmla="*/ 485473 h 1161397"/>
              <a:gd name="connsiteX47" fmla="*/ 2534360 w 6884912"/>
              <a:gd name="connsiteY47" fmla="*/ 480064 h 1161397"/>
              <a:gd name="connsiteX48" fmla="*/ 2536691 w 6884912"/>
              <a:gd name="connsiteY48" fmla="*/ 467018 h 1161397"/>
              <a:gd name="connsiteX49" fmla="*/ 2561265 w 6884912"/>
              <a:gd name="connsiteY49" fmla="*/ 450623 h 1161397"/>
              <a:gd name="connsiteX50" fmla="*/ 2594349 w 6884912"/>
              <a:gd name="connsiteY50" fmla="*/ 443884 h 1161397"/>
              <a:gd name="connsiteX51" fmla="*/ 2754324 w 6884912"/>
              <a:gd name="connsiteY51" fmla="*/ 424766 h 1161397"/>
              <a:gd name="connsiteX52" fmla="*/ 2848470 w 6884912"/>
              <a:gd name="connsiteY52" fmla="*/ 405966 h 1161397"/>
              <a:gd name="connsiteX53" fmla="*/ 2881772 w 6884912"/>
              <a:gd name="connsiteY53" fmla="*/ 387260 h 1161397"/>
              <a:gd name="connsiteX54" fmla="*/ 2929932 w 6884912"/>
              <a:gd name="connsiteY54" fmla="*/ 368912 h 1161397"/>
              <a:gd name="connsiteX55" fmla="*/ 3013020 w 6884912"/>
              <a:gd name="connsiteY55" fmla="*/ 327578 h 1161397"/>
              <a:gd name="connsiteX56" fmla="*/ 3222191 w 6884912"/>
              <a:gd name="connsiteY56" fmla="*/ 307887 h 1161397"/>
              <a:gd name="connsiteX57" fmla="*/ 3227953 w 6884912"/>
              <a:gd name="connsiteY57" fmla="*/ 297650 h 1161397"/>
              <a:gd name="connsiteX58" fmla="*/ 3510042 w 6884912"/>
              <a:gd name="connsiteY58" fmla="*/ 311820 h 1161397"/>
              <a:gd name="connsiteX59" fmla="*/ 3626773 w 6884912"/>
              <a:gd name="connsiteY59" fmla="*/ 290452 h 1161397"/>
              <a:gd name="connsiteX60" fmla="*/ 3666217 w 6884912"/>
              <a:gd name="connsiteY60" fmla="*/ 273255 h 1161397"/>
              <a:gd name="connsiteX61" fmla="*/ 3732427 w 6884912"/>
              <a:gd name="connsiteY61" fmla="*/ 245039 h 1161397"/>
              <a:gd name="connsiteX62" fmla="*/ 3777022 w 6884912"/>
              <a:gd name="connsiteY62" fmla="*/ 200276 h 1161397"/>
              <a:gd name="connsiteX63" fmla="*/ 3791246 w 6884912"/>
              <a:gd name="connsiteY63" fmla="*/ 189996 h 1161397"/>
              <a:gd name="connsiteX64" fmla="*/ 3819864 w 6884912"/>
              <a:gd name="connsiteY64" fmla="*/ 194605 h 1161397"/>
              <a:gd name="connsiteX65" fmla="*/ 3830398 w 6884912"/>
              <a:gd name="connsiteY65" fmla="*/ 188383 h 1161397"/>
              <a:gd name="connsiteX66" fmla="*/ 3834360 w 6884912"/>
              <a:gd name="connsiteY66" fmla="*/ 188992 h 1161397"/>
              <a:gd name="connsiteX67" fmla="*/ 3843715 w 6884912"/>
              <a:gd name="connsiteY67" fmla="*/ 188752 h 1161397"/>
              <a:gd name="connsiteX68" fmla="*/ 3842609 w 6884912"/>
              <a:gd name="connsiteY68" fmla="*/ 197386 h 1161397"/>
              <a:gd name="connsiteX69" fmla="*/ 3853961 w 6884912"/>
              <a:gd name="connsiteY69" fmla="*/ 213380 h 1161397"/>
              <a:gd name="connsiteX70" fmla="*/ 3907640 w 6884912"/>
              <a:gd name="connsiteY70" fmla="*/ 207568 h 1161397"/>
              <a:gd name="connsiteX71" fmla="*/ 3910449 w 6884912"/>
              <a:gd name="connsiteY71" fmla="*/ 197808 h 1161397"/>
              <a:gd name="connsiteX72" fmla="*/ 3917197 w 6884912"/>
              <a:gd name="connsiteY72" fmla="*/ 196121 h 1161397"/>
              <a:gd name="connsiteX73" fmla="*/ 3922400 w 6884912"/>
              <a:gd name="connsiteY73" fmla="*/ 205056 h 1161397"/>
              <a:gd name="connsiteX74" fmla="*/ 4013061 w 6884912"/>
              <a:gd name="connsiteY74" fmla="*/ 224874 h 1161397"/>
              <a:gd name="connsiteX75" fmla="*/ 4220717 w 6884912"/>
              <a:gd name="connsiteY75" fmla="*/ 192946 h 1161397"/>
              <a:gd name="connsiteX76" fmla="*/ 4228802 w 6884912"/>
              <a:gd name="connsiteY76" fmla="*/ 201468 h 1161397"/>
              <a:gd name="connsiteX77" fmla="*/ 4289361 w 6884912"/>
              <a:gd name="connsiteY77" fmla="*/ 196642 h 1161397"/>
              <a:gd name="connsiteX78" fmla="*/ 4498913 w 6884912"/>
              <a:gd name="connsiteY78" fmla="*/ 118915 h 1161397"/>
              <a:gd name="connsiteX79" fmla="*/ 4617330 w 6884912"/>
              <a:gd name="connsiteY79" fmla="*/ 111163 h 1161397"/>
              <a:gd name="connsiteX80" fmla="*/ 4659778 w 6884912"/>
              <a:gd name="connsiteY80" fmla="*/ 118219 h 1161397"/>
              <a:gd name="connsiteX81" fmla="*/ 4730870 w 6884912"/>
              <a:gd name="connsiteY81" fmla="*/ 129432 h 1161397"/>
              <a:gd name="connsiteX82" fmla="*/ 4844073 w 6884912"/>
              <a:gd name="connsiteY82" fmla="*/ 161768 h 1161397"/>
              <a:gd name="connsiteX83" fmla="*/ 4856454 w 6884912"/>
              <a:gd name="connsiteY83" fmla="*/ 130488 h 1161397"/>
              <a:gd name="connsiteX84" fmla="*/ 4920038 w 6884912"/>
              <a:gd name="connsiteY84" fmla="*/ 140418 h 1161397"/>
              <a:gd name="connsiteX85" fmla="*/ 5016639 w 6884912"/>
              <a:gd name="connsiteY85" fmla="*/ 158905 h 1161397"/>
              <a:gd name="connsiteX86" fmla="*/ 5072009 w 6884912"/>
              <a:gd name="connsiteY86" fmla="*/ 161502 h 1161397"/>
              <a:gd name="connsiteX87" fmla="*/ 5223626 w 6884912"/>
              <a:gd name="connsiteY87" fmla="*/ 177356 h 1161397"/>
              <a:gd name="connsiteX88" fmla="*/ 5375773 w 6884912"/>
              <a:gd name="connsiteY88" fmla="*/ 199913 h 1161397"/>
              <a:gd name="connsiteX89" fmla="*/ 5467502 w 6884912"/>
              <a:gd name="connsiteY89" fmla="*/ 250963 h 1161397"/>
              <a:gd name="connsiteX90" fmla="*/ 5592395 w 6884912"/>
              <a:gd name="connsiteY90" fmla="*/ 265434 h 1161397"/>
              <a:gd name="connsiteX91" fmla="*/ 5613532 w 6884912"/>
              <a:gd name="connsiteY91" fmla="*/ 273379 h 1161397"/>
              <a:gd name="connsiteX92" fmla="*/ 5642173 w 6884912"/>
              <a:gd name="connsiteY92" fmla="*/ 266904 h 1161397"/>
              <a:gd name="connsiteX93" fmla="*/ 5756910 w 6884912"/>
              <a:gd name="connsiteY93" fmla="*/ 239211 h 1161397"/>
              <a:gd name="connsiteX94" fmla="*/ 5846667 w 6884912"/>
              <a:gd name="connsiteY94" fmla="*/ 201786 h 1161397"/>
              <a:gd name="connsiteX95" fmla="*/ 5960732 w 6884912"/>
              <a:gd name="connsiteY95" fmla="*/ 220708 h 1161397"/>
              <a:gd name="connsiteX96" fmla="*/ 6029542 w 6884912"/>
              <a:gd name="connsiteY96" fmla="*/ 210339 h 1161397"/>
              <a:gd name="connsiteX97" fmla="*/ 6141123 w 6884912"/>
              <a:gd name="connsiteY97" fmla="*/ 159923 h 1161397"/>
              <a:gd name="connsiteX98" fmla="*/ 6290640 w 6884912"/>
              <a:gd name="connsiteY98" fmla="*/ 167441 h 1161397"/>
              <a:gd name="connsiteX99" fmla="*/ 6322806 w 6884912"/>
              <a:gd name="connsiteY99" fmla="*/ 213293 h 1161397"/>
              <a:gd name="connsiteX100" fmla="*/ 6380420 w 6884912"/>
              <a:gd name="connsiteY100" fmla="*/ 173195 h 1161397"/>
              <a:gd name="connsiteX101" fmla="*/ 6507891 w 6884912"/>
              <a:gd name="connsiteY101" fmla="*/ 118474 h 1161397"/>
              <a:gd name="connsiteX102" fmla="*/ 6571807 w 6884912"/>
              <a:gd name="connsiteY102" fmla="*/ 98636 h 1161397"/>
              <a:gd name="connsiteX103" fmla="*/ 6671880 w 6884912"/>
              <a:gd name="connsiteY103" fmla="*/ 82931 h 1161397"/>
              <a:gd name="connsiteX104" fmla="*/ 6702266 w 6884912"/>
              <a:gd name="connsiteY104" fmla="*/ 75470 h 1161397"/>
              <a:gd name="connsiteX105" fmla="*/ 6845802 w 6884912"/>
              <a:gd name="connsiteY105" fmla="*/ 24496 h 1161397"/>
              <a:gd name="connsiteX106" fmla="*/ 6884912 w 6884912"/>
              <a:gd name="connsiteY106"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567875 w 6884912"/>
              <a:gd name="connsiteY7" fmla="*/ 1051976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454970 w 6884912"/>
              <a:gd name="connsiteY7" fmla="*/ 1023343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213420 w 6884912"/>
              <a:gd name="connsiteY6" fmla="*/ 1056868 h 1161397"/>
              <a:gd name="connsiteX7" fmla="*/ 454970 w 6884912"/>
              <a:gd name="connsiteY7" fmla="*/ 1023343 h 1161397"/>
              <a:gd name="connsiteX8" fmla="*/ 601644 w 6884912"/>
              <a:gd name="connsiteY8" fmla="*/ 1003997 h 1161397"/>
              <a:gd name="connsiteX9" fmla="*/ 651408 w 6884912"/>
              <a:gd name="connsiteY9" fmla="*/ 984938 h 1161397"/>
              <a:gd name="connsiteX10" fmla="*/ 673197 w 6884912"/>
              <a:gd name="connsiteY10" fmla="*/ 1010060 h 1161397"/>
              <a:gd name="connsiteX11" fmla="*/ 723108 w 6884912"/>
              <a:gd name="connsiteY11" fmla="*/ 980081 h 1161397"/>
              <a:gd name="connsiteX12" fmla="*/ 797699 w 6884912"/>
              <a:gd name="connsiteY12" fmla="*/ 931362 h 1161397"/>
              <a:gd name="connsiteX13" fmla="*/ 843359 w 6884912"/>
              <a:gd name="connsiteY13" fmla="*/ 910894 h 1161397"/>
              <a:gd name="connsiteX14" fmla="*/ 965215 w 6884912"/>
              <a:gd name="connsiteY14" fmla="*/ 846701 h 1161397"/>
              <a:gd name="connsiteX15" fmla="*/ 1085080 w 6884912"/>
              <a:gd name="connsiteY15" fmla="*/ 776086 h 1161397"/>
              <a:gd name="connsiteX16" fmla="*/ 1131224 w 6884912"/>
              <a:gd name="connsiteY16" fmla="*/ 706160 h 1161397"/>
              <a:gd name="connsiteX17" fmla="*/ 1138051 w 6884912"/>
              <a:gd name="connsiteY17" fmla="*/ 702034 h 1161397"/>
              <a:gd name="connsiteX18" fmla="*/ 1158800 w 6884912"/>
              <a:gd name="connsiteY18" fmla="*/ 700004 h 1161397"/>
              <a:gd name="connsiteX19" fmla="*/ 1166947 w 6884912"/>
              <a:gd name="connsiteY19" fmla="*/ 700762 h 1161397"/>
              <a:gd name="connsiteX20" fmla="*/ 1178135 w 6884912"/>
              <a:gd name="connsiteY20" fmla="*/ 698631 h 1161397"/>
              <a:gd name="connsiteX21" fmla="*/ 1178301 w 6884912"/>
              <a:gd name="connsiteY21" fmla="*/ 698094 h 1161397"/>
              <a:gd name="connsiteX22" fmla="*/ 1188995 w 6884912"/>
              <a:gd name="connsiteY22" fmla="*/ 697048 h 1161397"/>
              <a:gd name="connsiteX23" fmla="*/ 1242716 w 6884912"/>
              <a:gd name="connsiteY23" fmla="*/ 698052 h 1161397"/>
              <a:gd name="connsiteX24" fmla="*/ 1299977 w 6884912"/>
              <a:gd name="connsiteY24" fmla="*/ 639196 h 1161397"/>
              <a:gd name="connsiteX25" fmla="*/ 1326190 w 6884912"/>
              <a:gd name="connsiteY25" fmla="*/ 625955 h 1161397"/>
              <a:gd name="connsiteX26" fmla="*/ 1339600 w 6884912"/>
              <a:gd name="connsiteY26" fmla="*/ 616295 h 1161397"/>
              <a:gd name="connsiteX27" fmla="*/ 1340054 w 6884912"/>
              <a:gd name="connsiteY27" fmla="*/ 614022 h 1161397"/>
              <a:gd name="connsiteX28" fmla="*/ 1391606 w 6884912"/>
              <a:gd name="connsiteY28" fmla="*/ 615229 h 1161397"/>
              <a:gd name="connsiteX29" fmla="*/ 1397565 w 6884912"/>
              <a:gd name="connsiteY29" fmla="*/ 611490 h 1161397"/>
              <a:gd name="connsiteX30" fmla="*/ 1432302 w 6884912"/>
              <a:gd name="connsiteY30" fmla="*/ 617267 h 1161397"/>
              <a:gd name="connsiteX31" fmla="*/ 1449644 w 6884912"/>
              <a:gd name="connsiteY31" fmla="*/ 617591 h 1161397"/>
              <a:gd name="connsiteX32" fmla="*/ 1455793 w 6884912"/>
              <a:gd name="connsiteY32" fmla="*/ 623174 h 1161397"/>
              <a:gd name="connsiteX33" fmla="*/ 1480758 w 6884912"/>
              <a:gd name="connsiteY33" fmla="*/ 620863 h 1161397"/>
              <a:gd name="connsiteX34" fmla="*/ 1483154 w 6884912"/>
              <a:gd name="connsiteY34" fmla="*/ 618527 h 1161397"/>
              <a:gd name="connsiteX35" fmla="*/ 1505495 w 6884912"/>
              <a:gd name="connsiteY35" fmla="*/ 624325 h 1161397"/>
              <a:gd name="connsiteX36" fmla="*/ 1526340 w 6884912"/>
              <a:gd name="connsiteY36" fmla="*/ 638496 h 1161397"/>
              <a:gd name="connsiteX37" fmla="*/ 1731986 w 6884912"/>
              <a:gd name="connsiteY37" fmla="*/ 589682 h 1161397"/>
              <a:gd name="connsiteX38" fmla="*/ 1927935 w 6884912"/>
              <a:gd name="connsiteY38" fmla="*/ 628540 h 1161397"/>
              <a:gd name="connsiteX39" fmla="*/ 2039075 w 6884912"/>
              <a:gd name="connsiteY39" fmla="*/ 599964 h 1161397"/>
              <a:gd name="connsiteX40" fmla="*/ 2066980 w 6884912"/>
              <a:gd name="connsiteY40" fmla="*/ 550413 h 1161397"/>
              <a:gd name="connsiteX41" fmla="*/ 2352236 w 6884912"/>
              <a:gd name="connsiteY41" fmla="*/ 519602 h 1161397"/>
              <a:gd name="connsiteX42" fmla="*/ 2420791 w 6884912"/>
              <a:gd name="connsiteY42" fmla="*/ 492826 h 1161397"/>
              <a:gd name="connsiteX43" fmla="*/ 2489932 w 6884912"/>
              <a:gd name="connsiteY43" fmla="*/ 507864 h 1161397"/>
              <a:gd name="connsiteX44" fmla="*/ 2512917 w 6884912"/>
              <a:gd name="connsiteY44" fmla="*/ 489127 h 1161397"/>
              <a:gd name="connsiteX45" fmla="*/ 2516783 w 6884912"/>
              <a:gd name="connsiteY45" fmla="*/ 485473 h 1161397"/>
              <a:gd name="connsiteX46" fmla="*/ 2534360 w 6884912"/>
              <a:gd name="connsiteY46" fmla="*/ 480064 h 1161397"/>
              <a:gd name="connsiteX47" fmla="*/ 2536691 w 6884912"/>
              <a:gd name="connsiteY47" fmla="*/ 467018 h 1161397"/>
              <a:gd name="connsiteX48" fmla="*/ 2561265 w 6884912"/>
              <a:gd name="connsiteY48" fmla="*/ 450623 h 1161397"/>
              <a:gd name="connsiteX49" fmla="*/ 2594349 w 6884912"/>
              <a:gd name="connsiteY49" fmla="*/ 443884 h 1161397"/>
              <a:gd name="connsiteX50" fmla="*/ 2754324 w 6884912"/>
              <a:gd name="connsiteY50" fmla="*/ 424766 h 1161397"/>
              <a:gd name="connsiteX51" fmla="*/ 2848470 w 6884912"/>
              <a:gd name="connsiteY51" fmla="*/ 405966 h 1161397"/>
              <a:gd name="connsiteX52" fmla="*/ 2881772 w 6884912"/>
              <a:gd name="connsiteY52" fmla="*/ 387260 h 1161397"/>
              <a:gd name="connsiteX53" fmla="*/ 2929932 w 6884912"/>
              <a:gd name="connsiteY53" fmla="*/ 368912 h 1161397"/>
              <a:gd name="connsiteX54" fmla="*/ 3013020 w 6884912"/>
              <a:gd name="connsiteY54" fmla="*/ 327578 h 1161397"/>
              <a:gd name="connsiteX55" fmla="*/ 3222191 w 6884912"/>
              <a:gd name="connsiteY55" fmla="*/ 307887 h 1161397"/>
              <a:gd name="connsiteX56" fmla="*/ 3227953 w 6884912"/>
              <a:gd name="connsiteY56" fmla="*/ 297650 h 1161397"/>
              <a:gd name="connsiteX57" fmla="*/ 3510042 w 6884912"/>
              <a:gd name="connsiteY57" fmla="*/ 311820 h 1161397"/>
              <a:gd name="connsiteX58" fmla="*/ 3626773 w 6884912"/>
              <a:gd name="connsiteY58" fmla="*/ 290452 h 1161397"/>
              <a:gd name="connsiteX59" fmla="*/ 3666217 w 6884912"/>
              <a:gd name="connsiteY59" fmla="*/ 273255 h 1161397"/>
              <a:gd name="connsiteX60" fmla="*/ 3732427 w 6884912"/>
              <a:gd name="connsiteY60" fmla="*/ 245039 h 1161397"/>
              <a:gd name="connsiteX61" fmla="*/ 3777022 w 6884912"/>
              <a:gd name="connsiteY61" fmla="*/ 200276 h 1161397"/>
              <a:gd name="connsiteX62" fmla="*/ 3791246 w 6884912"/>
              <a:gd name="connsiteY62" fmla="*/ 189996 h 1161397"/>
              <a:gd name="connsiteX63" fmla="*/ 3819864 w 6884912"/>
              <a:gd name="connsiteY63" fmla="*/ 194605 h 1161397"/>
              <a:gd name="connsiteX64" fmla="*/ 3830398 w 6884912"/>
              <a:gd name="connsiteY64" fmla="*/ 188383 h 1161397"/>
              <a:gd name="connsiteX65" fmla="*/ 3834360 w 6884912"/>
              <a:gd name="connsiteY65" fmla="*/ 188992 h 1161397"/>
              <a:gd name="connsiteX66" fmla="*/ 3843715 w 6884912"/>
              <a:gd name="connsiteY66" fmla="*/ 188752 h 1161397"/>
              <a:gd name="connsiteX67" fmla="*/ 3842609 w 6884912"/>
              <a:gd name="connsiteY67" fmla="*/ 197386 h 1161397"/>
              <a:gd name="connsiteX68" fmla="*/ 3853961 w 6884912"/>
              <a:gd name="connsiteY68" fmla="*/ 213380 h 1161397"/>
              <a:gd name="connsiteX69" fmla="*/ 3907640 w 6884912"/>
              <a:gd name="connsiteY69" fmla="*/ 207568 h 1161397"/>
              <a:gd name="connsiteX70" fmla="*/ 3910449 w 6884912"/>
              <a:gd name="connsiteY70" fmla="*/ 197808 h 1161397"/>
              <a:gd name="connsiteX71" fmla="*/ 3917197 w 6884912"/>
              <a:gd name="connsiteY71" fmla="*/ 196121 h 1161397"/>
              <a:gd name="connsiteX72" fmla="*/ 3922400 w 6884912"/>
              <a:gd name="connsiteY72" fmla="*/ 205056 h 1161397"/>
              <a:gd name="connsiteX73" fmla="*/ 4013061 w 6884912"/>
              <a:gd name="connsiteY73" fmla="*/ 224874 h 1161397"/>
              <a:gd name="connsiteX74" fmla="*/ 4220717 w 6884912"/>
              <a:gd name="connsiteY74" fmla="*/ 192946 h 1161397"/>
              <a:gd name="connsiteX75" fmla="*/ 4228802 w 6884912"/>
              <a:gd name="connsiteY75" fmla="*/ 201468 h 1161397"/>
              <a:gd name="connsiteX76" fmla="*/ 4289361 w 6884912"/>
              <a:gd name="connsiteY76" fmla="*/ 196642 h 1161397"/>
              <a:gd name="connsiteX77" fmla="*/ 4498913 w 6884912"/>
              <a:gd name="connsiteY77" fmla="*/ 118915 h 1161397"/>
              <a:gd name="connsiteX78" fmla="*/ 4617330 w 6884912"/>
              <a:gd name="connsiteY78" fmla="*/ 111163 h 1161397"/>
              <a:gd name="connsiteX79" fmla="*/ 4659778 w 6884912"/>
              <a:gd name="connsiteY79" fmla="*/ 118219 h 1161397"/>
              <a:gd name="connsiteX80" fmla="*/ 4730870 w 6884912"/>
              <a:gd name="connsiteY80" fmla="*/ 129432 h 1161397"/>
              <a:gd name="connsiteX81" fmla="*/ 4844073 w 6884912"/>
              <a:gd name="connsiteY81" fmla="*/ 161768 h 1161397"/>
              <a:gd name="connsiteX82" fmla="*/ 4856454 w 6884912"/>
              <a:gd name="connsiteY82" fmla="*/ 130488 h 1161397"/>
              <a:gd name="connsiteX83" fmla="*/ 4920038 w 6884912"/>
              <a:gd name="connsiteY83" fmla="*/ 140418 h 1161397"/>
              <a:gd name="connsiteX84" fmla="*/ 5016639 w 6884912"/>
              <a:gd name="connsiteY84" fmla="*/ 158905 h 1161397"/>
              <a:gd name="connsiteX85" fmla="*/ 5072009 w 6884912"/>
              <a:gd name="connsiteY85" fmla="*/ 161502 h 1161397"/>
              <a:gd name="connsiteX86" fmla="*/ 5223626 w 6884912"/>
              <a:gd name="connsiteY86" fmla="*/ 177356 h 1161397"/>
              <a:gd name="connsiteX87" fmla="*/ 5375773 w 6884912"/>
              <a:gd name="connsiteY87" fmla="*/ 199913 h 1161397"/>
              <a:gd name="connsiteX88" fmla="*/ 5467502 w 6884912"/>
              <a:gd name="connsiteY88" fmla="*/ 250963 h 1161397"/>
              <a:gd name="connsiteX89" fmla="*/ 5592395 w 6884912"/>
              <a:gd name="connsiteY89" fmla="*/ 265434 h 1161397"/>
              <a:gd name="connsiteX90" fmla="*/ 5613532 w 6884912"/>
              <a:gd name="connsiteY90" fmla="*/ 273379 h 1161397"/>
              <a:gd name="connsiteX91" fmla="*/ 5642173 w 6884912"/>
              <a:gd name="connsiteY91" fmla="*/ 266904 h 1161397"/>
              <a:gd name="connsiteX92" fmla="*/ 5756910 w 6884912"/>
              <a:gd name="connsiteY92" fmla="*/ 239211 h 1161397"/>
              <a:gd name="connsiteX93" fmla="*/ 5846667 w 6884912"/>
              <a:gd name="connsiteY93" fmla="*/ 201786 h 1161397"/>
              <a:gd name="connsiteX94" fmla="*/ 5960732 w 6884912"/>
              <a:gd name="connsiteY94" fmla="*/ 220708 h 1161397"/>
              <a:gd name="connsiteX95" fmla="*/ 6029542 w 6884912"/>
              <a:gd name="connsiteY95" fmla="*/ 210339 h 1161397"/>
              <a:gd name="connsiteX96" fmla="*/ 6141123 w 6884912"/>
              <a:gd name="connsiteY96" fmla="*/ 159923 h 1161397"/>
              <a:gd name="connsiteX97" fmla="*/ 6290640 w 6884912"/>
              <a:gd name="connsiteY97" fmla="*/ 167441 h 1161397"/>
              <a:gd name="connsiteX98" fmla="*/ 6322806 w 6884912"/>
              <a:gd name="connsiteY98" fmla="*/ 213293 h 1161397"/>
              <a:gd name="connsiteX99" fmla="*/ 6380420 w 6884912"/>
              <a:gd name="connsiteY99" fmla="*/ 173195 h 1161397"/>
              <a:gd name="connsiteX100" fmla="*/ 6507891 w 6884912"/>
              <a:gd name="connsiteY100" fmla="*/ 118474 h 1161397"/>
              <a:gd name="connsiteX101" fmla="*/ 6571807 w 6884912"/>
              <a:gd name="connsiteY101" fmla="*/ 98636 h 1161397"/>
              <a:gd name="connsiteX102" fmla="*/ 6671880 w 6884912"/>
              <a:gd name="connsiteY102" fmla="*/ 82931 h 1161397"/>
              <a:gd name="connsiteX103" fmla="*/ 6702266 w 6884912"/>
              <a:gd name="connsiteY103" fmla="*/ 75470 h 1161397"/>
              <a:gd name="connsiteX104" fmla="*/ 6845802 w 6884912"/>
              <a:gd name="connsiteY104" fmla="*/ 24496 h 1161397"/>
              <a:gd name="connsiteX105" fmla="*/ 6884912 w 6884912"/>
              <a:gd name="connsiteY105"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673197 w 6884912"/>
              <a:gd name="connsiteY9" fmla="*/ 1010060 h 1161397"/>
              <a:gd name="connsiteX10" fmla="*/ 723108 w 6884912"/>
              <a:gd name="connsiteY10" fmla="*/ 980081 h 1161397"/>
              <a:gd name="connsiteX11" fmla="*/ 797699 w 6884912"/>
              <a:gd name="connsiteY11" fmla="*/ 931362 h 1161397"/>
              <a:gd name="connsiteX12" fmla="*/ 843359 w 6884912"/>
              <a:gd name="connsiteY12" fmla="*/ 910894 h 1161397"/>
              <a:gd name="connsiteX13" fmla="*/ 965215 w 6884912"/>
              <a:gd name="connsiteY13" fmla="*/ 846701 h 1161397"/>
              <a:gd name="connsiteX14" fmla="*/ 1085080 w 6884912"/>
              <a:gd name="connsiteY14" fmla="*/ 776086 h 1161397"/>
              <a:gd name="connsiteX15" fmla="*/ 1131224 w 6884912"/>
              <a:gd name="connsiteY15" fmla="*/ 706160 h 1161397"/>
              <a:gd name="connsiteX16" fmla="*/ 1138051 w 6884912"/>
              <a:gd name="connsiteY16" fmla="*/ 702034 h 1161397"/>
              <a:gd name="connsiteX17" fmla="*/ 1158800 w 6884912"/>
              <a:gd name="connsiteY17" fmla="*/ 700004 h 1161397"/>
              <a:gd name="connsiteX18" fmla="*/ 1166947 w 6884912"/>
              <a:gd name="connsiteY18" fmla="*/ 700762 h 1161397"/>
              <a:gd name="connsiteX19" fmla="*/ 1178135 w 6884912"/>
              <a:gd name="connsiteY19" fmla="*/ 698631 h 1161397"/>
              <a:gd name="connsiteX20" fmla="*/ 1178301 w 6884912"/>
              <a:gd name="connsiteY20" fmla="*/ 698094 h 1161397"/>
              <a:gd name="connsiteX21" fmla="*/ 1188995 w 6884912"/>
              <a:gd name="connsiteY21" fmla="*/ 697048 h 1161397"/>
              <a:gd name="connsiteX22" fmla="*/ 1242716 w 6884912"/>
              <a:gd name="connsiteY22" fmla="*/ 698052 h 1161397"/>
              <a:gd name="connsiteX23" fmla="*/ 1299977 w 6884912"/>
              <a:gd name="connsiteY23" fmla="*/ 639196 h 1161397"/>
              <a:gd name="connsiteX24" fmla="*/ 1326190 w 6884912"/>
              <a:gd name="connsiteY24" fmla="*/ 625955 h 1161397"/>
              <a:gd name="connsiteX25" fmla="*/ 1339600 w 6884912"/>
              <a:gd name="connsiteY25" fmla="*/ 616295 h 1161397"/>
              <a:gd name="connsiteX26" fmla="*/ 1340054 w 6884912"/>
              <a:gd name="connsiteY26" fmla="*/ 614022 h 1161397"/>
              <a:gd name="connsiteX27" fmla="*/ 1391606 w 6884912"/>
              <a:gd name="connsiteY27" fmla="*/ 615229 h 1161397"/>
              <a:gd name="connsiteX28" fmla="*/ 1397565 w 6884912"/>
              <a:gd name="connsiteY28" fmla="*/ 611490 h 1161397"/>
              <a:gd name="connsiteX29" fmla="*/ 1432302 w 6884912"/>
              <a:gd name="connsiteY29" fmla="*/ 617267 h 1161397"/>
              <a:gd name="connsiteX30" fmla="*/ 1449644 w 6884912"/>
              <a:gd name="connsiteY30" fmla="*/ 617591 h 1161397"/>
              <a:gd name="connsiteX31" fmla="*/ 1455793 w 6884912"/>
              <a:gd name="connsiteY31" fmla="*/ 623174 h 1161397"/>
              <a:gd name="connsiteX32" fmla="*/ 1480758 w 6884912"/>
              <a:gd name="connsiteY32" fmla="*/ 620863 h 1161397"/>
              <a:gd name="connsiteX33" fmla="*/ 1483154 w 6884912"/>
              <a:gd name="connsiteY33" fmla="*/ 618527 h 1161397"/>
              <a:gd name="connsiteX34" fmla="*/ 1505495 w 6884912"/>
              <a:gd name="connsiteY34" fmla="*/ 624325 h 1161397"/>
              <a:gd name="connsiteX35" fmla="*/ 1526340 w 6884912"/>
              <a:gd name="connsiteY35" fmla="*/ 638496 h 1161397"/>
              <a:gd name="connsiteX36" fmla="*/ 1731986 w 6884912"/>
              <a:gd name="connsiteY36" fmla="*/ 589682 h 1161397"/>
              <a:gd name="connsiteX37" fmla="*/ 1927935 w 6884912"/>
              <a:gd name="connsiteY37" fmla="*/ 628540 h 1161397"/>
              <a:gd name="connsiteX38" fmla="*/ 2039075 w 6884912"/>
              <a:gd name="connsiteY38" fmla="*/ 599964 h 1161397"/>
              <a:gd name="connsiteX39" fmla="*/ 2066980 w 6884912"/>
              <a:gd name="connsiteY39" fmla="*/ 550413 h 1161397"/>
              <a:gd name="connsiteX40" fmla="*/ 2352236 w 6884912"/>
              <a:gd name="connsiteY40" fmla="*/ 519602 h 1161397"/>
              <a:gd name="connsiteX41" fmla="*/ 2420791 w 6884912"/>
              <a:gd name="connsiteY41" fmla="*/ 492826 h 1161397"/>
              <a:gd name="connsiteX42" fmla="*/ 2489932 w 6884912"/>
              <a:gd name="connsiteY42" fmla="*/ 507864 h 1161397"/>
              <a:gd name="connsiteX43" fmla="*/ 2512917 w 6884912"/>
              <a:gd name="connsiteY43" fmla="*/ 489127 h 1161397"/>
              <a:gd name="connsiteX44" fmla="*/ 2516783 w 6884912"/>
              <a:gd name="connsiteY44" fmla="*/ 485473 h 1161397"/>
              <a:gd name="connsiteX45" fmla="*/ 2534360 w 6884912"/>
              <a:gd name="connsiteY45" fmla="*/ 480064 h 1161397"/>
              <a:gd name="connsiteX46" fmla="*/ 2536691 w 6884912"/>
              <a:gd name="connsiteY46" fmla="*/ 467018 h 1161397"/>
              <a:gd name="connsiteX47" fmla="*/ 2561265 w 6884912"/>
              <a:gd name="connsiteY47" fmla="*/ 450623 h 1161397"/>
              <a:gd name="connsiteX48" fmla="*/ 2594349 w 6884912"/>
              <a:gd name="connsiteY48" fmla="*/ 443884 h 1161397"/>
              <a:gd name="connsiteX49" fmla="*/ 2754324 w 6884912"/>
              <a:gd name="connsiteY49" fmla="*/ 424766 h 1161397"/>
              <a:gd name="connsiteX50" fmla="*/ 2848470 w 6884912"/>
              <a:gd name="connsiteY50" fmla="*/ 405966 h 1161397"/>
              <a:gd name="connsiteX51" fmla="*/ 2881772 w 6884912"/>
              <a:gd name="connsiteY51" fmla="*/ 387260 h 1161397"/>
              <a:gd name="connsiteX52" fmla="*/ 2929932 w 6884912"/>
              <a:gd name="connsiteY52" fmla="*/ 368912 h 1161397"/>
              <a:gd name="connsiteX53" fmla="*/ 3013020 w 6884912"/>
              <a:gd name="connsiteY53" fmla="*/ 327578 h 1161397"/>
              <a:gd name="connsiteX54" fmla="*/ 3222191 w 6884912"/>
              <a:gd name="connsiteY54" fmla="*/ 307887 h 1161397"/>
              <a:gd name="connsiteX55" fmla="*/ 3227953 w 6884912"/>
              <a:gd name="connsiteY55" fmla="*/ 297650 h 1161397"/>
              <a:gd name="connsiteX56" fmla="*/ 3510042 w 6884912"/>
              <a:gd name="connsiteY56" fmla="*/ 311820 h 1161397"/>
              <a:gd name="connsiteX57" fmla="*/ 3626773 w 6884912"/>
              <a:gd name="connsiteY57" fmla="*/ 290452 h 1161397"/>
              <a:gd name="connsiteX58" fmla="*/ 3666217 w 6884912"/>
              <a:gd name="connsiteY58" fmla="*/ 273255 h 1161397"/>
              <a:gd name="connsiteX59" fmla="*/ 3732427 w 6884912"/>
              <a:gd name="connsiteY59" fmla="*/ 245039 h 1161397"/>
              <a:gd name="connsiteX60" fmla="*/ 3777022 w 6884912"/>
              <a:gd name="connsiteY60" fmla="*/ 200276 h 1161397"/>
              <a:gd name="connsiteX61" fmla="*/ 3791246 w 6884912"/>
              <a:gd name="connsiteY61" fmla="*/ 189996 h 1161397"/>
              <a:gd name="connsiteX62" fmla="*/ 3819864 w 6884912"/>
              <a:gd name="connsiteY62" fmla="*/ 194605 h 1161397"/>
              <a:gd name="connsiteX63" fmla="*/ 3830398 w 6884912"/>
              <a:gd name="connsiteY63" fmla="*/ 188383 h 1161397"/>
              <a:gd name="connsiteX64" fmla="*/ 3834360 w 6884912"/>
              <a:gd name="connsiteY64" fmla="*/ 188992 h 1161397"/>
              <a:gd name="connsiteX65" fmla="*/ 3843715 w 6884912"/>
              <a:gd name="connsiteY65" fmla="*/ 188752 h 1161397"/>
              <a:gd name="connsiteX66" fmla="*/ 3842609 w 6884912"/>
              <a:gd name="connsiteY66" fmla="*/ 197386 h 1161397"/>
              <a:gd name="connsiteX67" fmla="*/ 3853961 w 6884912"/>
              <a:gd name="connsiteY67" fmla="*/ 213380 h 1161397"/>
              <a:gd name="connsiteX68" fmla="*/ 3907640 w 6884912"/>
              <a:gd name="connsiteY68" fmla="*/ 207568 h 1161397"/>
              <a:gd name="connsiteX69" fmla="*/ 3910449 w 6884912"/>
              <a:gd name="connsiteY69" fmla="*/ 197808 h 1161397"/>
              <a:gd name="connsiteX70" fmla="*/ 3917197 w 6884912"/>
              <a:gd name="connsiteY70" fmla="*/ 196121 h 1161397"/>
              <a:gd name="connsiteX71" fmla="*/ 3922400 w 6884912"/>
              <a:gd name="connsiteY71" fmla="*/ 205056 h 1161397"/>
              <a:gd name="connsiteX72" fmla="*/ 4013061 w 6884912"/>
              <a:gd name="connsiteY72" fmla="*/ 224874 h 1161397"/>
              <a:gd name="connsiteX73" fmla="*/ 4220717 w 6884912"/>
              <a:gd name="connsiteY73" fmla="*/ 192946 h 1161397"/>
              <a:gd name="connsiteX74" fmla="*/ 4228802 w 6884912"/>
              <a:gd name="connsiteY74" fmla="*/ 201468 h 1161397"/>
              <a:gd name="connsiteX75" fmla="*/ 4289361 w 6884912"/>
              <a:gd name="connsiteY75" fmla="*/ 196642 h 1161397"/>
              <a:gd name="connsiteX76" fmla="*/ 4498913 w 6884912"/>
              <a:gd name="connsiteY76" fmla="*/ 118915 h 1161397"/>
              <a:gd name="connsiteX77" fmla="*/ 4617330 w 6884912"/>
              <a:gd name="connsiteY77" fmla="*/ 111163 h 1161397"/>
              <a:gd name="connsiteX78" fmla="*/ 4659778 w 6884912"/>
              <a:gd name="connsiteY78" fmla="*/ 118219 h 1161397"/>
              <a:gd name="connsiteX79" fmla="*/ 4730870 w 6884912"/>
              <a:gd name="connsiteY79" fmla="*/ 129432 h 1161397"/>
              <a:gd name="connsiteX80" fmla="*/ 4844073 w 6884912"/>
              <a:gd name="connsiteY80" fmla="*/ 161768 h 1161397"/>
              <a:gd name="connsiteX81" fmla="*/ 4856454 w 6884912"/>
              <a:gd name="connsiteY81" fmla="*/ 130488 h 1161397"/>
              <a:gd name="connsiteX82" fmla="*/ 4920038 w 6884912"/>
              <a:gd name="connsiteY82" fmla="*/ 140418 h 1161397"/>
              <a:gd name="connsiteX83" fmla="*/ 5016639 w 6884912"/>
              <a:gd name="connsiteY83" fmla="*/ 158905 h 1161397"/>
              <a:gd name="connsiteX84" fmla="*/ 5072009 w 6884912"/>
              <a:gd name="connsiteY84" fmla="*/ 161502 h 1161397"/>
              <a:gd name="connsiteX85" fmla="*/ 5223626 w 6884912"/>
              <a:gd name="connsiteY85" fmla="*/ 177356 h 1161397"/>
              <a:gd name="connsiteX86" fmla="*/ 5375773 w 6884912"/>
              <a:gd name="connsiteY86" fmla="*/ 199913 h 1161397"/>
              <a:gd name="connsiteX87" fmla="*/ 5467502 w 6884912"/>
              <a:gd name="connsiteY87" fmla="*/ 250963 h 1161397"/>
              <a:gd name="connsiteX88" fmla="*/ 5592395 w 6884912"/>
              <a:gd name="connsiteY88" fmla="*/ 265434 h 1161397"/>
              <a:gd name="connsiteX89" fmla="*/ 5613532 w 6884912"/>
              <a:gd name="connsiteY89" fmla="*/ 273379 h 1161397"/>
              <a:gd name="connsiteX90" fmla="*/ 5642173 w 6884912"/>
              <a:gd name="connsiteY90" fmla="*/ 266904 h 1161397"/>
              <a:gd name="connsiteX91" fmla="*/ 5756910 w 6884912"/>
              <a:gd name="connsiteY91" fmla="*/ 239211 h 1161397"/>
              <a:gd name="connsiteX92" fmla="*/ 5846667 w 6884912"/>
              <a:gd name="connsiteY92" fmla="*/ 201786 h 1161397"/>
              <a:gd name="connsiteX93" fmla="*/ 5960732 w 6884912"/>
              <a:gd name="connsiteY93" fmla="*/ 220708 h 1161397"/>
              <a:gd name="connsiteX94" fmla="*/ 6029542 w 6884912"/>
              <a:gd name="connsiteY94" fmla="*/ 210339 h 1161397"/>
              <a:gd name="connsiteX95" fmla="*/ 6141123 w 6884912"/>
              <a:gd name="connsiteY95" fmla="*/ 159923 h 1161397"/>
              <a:gd name="connsiteX96" fmla="*/ 6290640 w 6884912"/>
              <a:gd name="connsiteY96" fmla="*/ 167441 h 1161397"/>
              <a:gd name="connsiteX97" fmla="*/ 6322806 w 6884912"/>
              <a:gd name="connsiteY97" fmla="*/ 213293 h 1161397"/>
              <a:gd name="connsiteX98" fmla="*/ 6380420 w 6884912"/>
              <a:gd name="connsiteY98" fmla="*/ 173195 h 1161397"/>
              <a:gd name="connsiteX99" fmla="*/ 6507891 w 6884912"/>
              <a:gd name="connsiteY99" fmla="*/ 118474 h 1161397"/>
              <a:gd name="connsiteX100" fmla="*/ 6571807 w 6884912"/>
              <a:gd name="connsiteY100" fmla="*/ 98636 h 1161397"/>
              <a:gd name="connsiteX101" fmla="*/ 6671880 w 6884912"/>
              <a:gd name="connsiteY101" fmla="*/ 82931 h 1161397"/>
              <a:gd name="connsiteX102" fmla="*/ 6702266 w 6884912"/>
              <a:gd name="connsiteY102" fmla="*/ 75470 h 1161397"/>
              <a:gd name="connsiteX103" fmla="*/ 6845802 w 6884912"/>
              <a:gd name="connsiteY103" fmla="*/ 24496 h 1161397"/>
              <a:gd name="connsiteX104" fmla="*/ 6884912 w 6884912"/>
              <a:gd name="connsiteY104"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673197 w 6884912"/>
              <a:gd name="connsiteY9" fmla="*/ 1010060 h 1161397"/>
              <a:gd name="connsiteX10" fmla="*/ 723108 w 6884912"/>
              <a:gd name="connsiteY10" fmla="*/ 980081 h 1161397"/>
              <a:gd name="connsiteX11" fmla="*/ 797699 w 6884912"/>
              <a:gd name="connsiteY11" fmla="*/ 931362 h 1161397"/>
              <a:gd name="connsiteX12" fmla="*/ 843359 w 6884912"/>
              <a:gd name="connsiteY12" fmla="*/ 910894 h 1161397"/>
              <a:gd name="connsiteX13" fmla="*/ 965215 w 6884912"/>
              <a:gd name="connsiteY13" fmla="*/ 846701 h 1161397"/>
              <a:gd name="connsiteX14" fmla="*/ 1085080 w 6884912"/>
              <a:gd name="connsiteY14" fmla="*/ 776086 h 1161397"/>
              <a:gd name="connsiteX15" fmla="*/ 1131224 w 6884912"/>
              <a:gd name="connsiteY15" fmla="*/ 706160 h 1161397"/>
              <a:gd name="connsiteX16" fmla="*/ 1138051 w 6884912"/>
              <a:gd name="connsiteY16" fmla="*/ 702034 h 1161397"/>
              <a:gd name="connsiteX17" fmla="*/ 1158800 w 6884912"/>
              <a:gd name="connsiteY17" fmla="*/ 700004 h 1161397"/>
              <a:gd name="connsiteX18" fmla="*/ 1166947 w 6884912"/>
              <a:gd name="connsiteY18" fmla="*/ 700762 h 1161397"/>
              <a:gd name="connsiteX19" fmla="*/ 1178135 w 6884912"/>
              <a:gd name="connsiteY19" fmla="*/ 698631 h 1161397"/>
              <a:gd name="connsiteX20" fmla="*/ 1178301 w 6884912"/>
              <a:gd name="connsiteY20" fmla="*/ 698094 h 1161397"/>
              <a:gd name="connsiteX21" fmla="*/ 1188995 w 6884912"/>
              <a:gd name="connsiteY21" fmla="*/ 697048 h 1161397"/>
              <a:gd name="connsiteX22" fmla="*/ 1242716 w 6884912"/>
              <a:gd name="connsiteY22" fmla="*/ 698052 h 1161397"/>
              <a:gd name="connsiteX23" fmla="*/ 1299977 w 6884912"/>
              <a:gd name="connsiteY23" fmla="*/ 639196 h 1161397"/>
              <a:gd name="connsiteX24" fmla="*/ 1326190 w 6884912"/>
              <a:gd name="connsiteY24" fmla="*/ 625955 h 1161397"/>
              <a:gd name="connsiteX25" fmla="*/ 1339600 w 6884912"/>
              <a:gd name="connsiteY25" fmla="*/ 616295 h 1161397"/>
              <a:gd name="connsiteX26" fmla="*/ 1340054 w 6884912"/>
              <a:gd name="connsiteY26" fmla="*/ 614022 h 1161397"/>
              <a:gd name="connsiteX27" fmla="*/ 1391606 w 6884912"/>
              <a:gd name="connsiteY27" fmla="*/ 615229 h 1161397"/>
              <a:gd name="connsiteX28" fmla="*/ 1397565 w 6884912"/>
              <a:gd name="connsiteY28" fmla="*/ 611490 h 1161397"/>
              <a:gd name="connsiteX29" fmla="*/ 1432302 w 6884912"/>
              <a:gd name="connsiteY29" fmla="*/ 617267 h 1161397"/>
              <a:gd name="connsiteX30" fmla="*/ 1449644 w 6884912"/>
              <a:gd name="connsiteY30" fmla="*/ 617591 h 1161397"/>
              <a:gd name="connsiteX31" fmla="*/ 1455793 w 6884912"/>
              <a:gd name="connsiteY31" fmla="*/ 623174 h 1161397"/>
              <a:gd name="connsiteX32" fmla="*/ 1480758 w 6884912"/>
              <a:gd name="connsiteY32" fmla="*/ 620863 h 1161397"/>
              <a:gd name="connsiteX33" fmla="*/ 1483154 w 6884912"/>
              <a:gd name="connsiteY33" fmla="*/ 618527 h 1161397"/>
              <a:gd name="connsiteX34" fmla="*/ 1505495 w 6884912"/>
              <a:gd name="connsiteY34" fmla="*/ 624325 h 1161397"/>
              <a:gd name="connsiteX35" fmla="*/ 1526340 w 6884912"/>
              <a:gd name="connsiteY35" fmla="*/ 638496 h 1161397"/>
              <a:gd name="connsiteX36" fmla="*/ 1731986 w 6884912"/>
              <a:gd name="connsiteY36" fmla="*/ 589682 h 1161397"/>
              <a:gd name="connsiteX37" fmla="*/ 1927935 w 6884912"/>
              <a:gd name="connsiteY37" fmla="*/ 628540 h 1161397"/>
              <a:gd name="connsiteX38" fmla="*/ 2039075 w 6884912"/>
              <a:gd name="connsiteY38" fmla="*/ 599964 h 1161397"/>
              <a:gd name="connsiteX39" fmla="*/ 2066980 w 6884912"/>
              <a:gd name="connsiteY39" fmla="*/ 550413 h 1161397"/>
              <a:gd name="connsiteX40" fmla="*/ 2352236 w 6884912"/>
              <a:gd name="connsiteY40" fmla="*/ 519602 h 1161397"/>
              <a:gd name="connsiteX41" fmla="*/ 2420791 w 6884912"/>
              <a:gd name="connsiteY41" fmla="*/ 492826 h 1161397"/>
              <a:gd name="connsiteX42" fmla="*/ 2489932 w 6884912"/>
              <a:gd name="connsiteY42" fmla="*/ 507864 h 1161397"/>
              <a:gd name="connsiteX43" fmla="*/ 2512917 w 6884912"/>
              <a:gd name="connsiteY43" fmla="*/ 489127 h 1161397"/>
              <a:gd name="connsiteX44" fmla="*/ 2516783 w 6884912"/>
              <a:gd name="connsiteY44" fmla="*/ 485473 h 1161397"/>
              <a:gd name="connsiteX45" fmla="*/ 2534360 w 6884912"/>
              <a:gd name="connsiteY45" fmla="*/ 480064 h 1161397"/>
              <a:gd name="connsiteX46" fmla="*/ 2536691 w 6884912"/>
              <a:gd name="connsiteY46" fmla="*/ 467018 h 1161397"/>
              <a:gd name="connsiteX47" fmla="*/ 2561265 w 6884912"/>
              <a:gd name="connsiteY47" fmla="*/ 450623 h 1161397"/>
              <a:gd name="connsiteX48" fmla="*/ 2594349 w 6884912"/>
              <a:gd name="connsiteY48" fmla="*/ 443884 h 1161397"/>
              <a:gd name="connsiteX49" fmla="*/ 2754324 w 6884912"/>
              <a:gd name="connsiteY49" fmla="*/ 424766 h 1161397"/>
              <a:gd name="connsiteX50" fmla="*/ 2848470 w 6884912"/>
              <a:gd name="connsiteY50" fmla="*/ 405966 h 1161397"/>
              <a:gd name="connsiteX51" fmla="*/ 2881772 w 6884912"/>
              <a:gd name="connsiteY51" fmla="*/ 387260 h 1161397"/>
              <a:gd name="connsiteX52" fmla="*/ 2929932 w 6884912"/>
              <a:gd name="connsiteY52" fmla="*/ 368912 h 1161397"/>
              <a:gd name="connsiteX53" fmla="*/ 3013020 w 6884912"/>
              <a:gd name="connsiteY53" fmla="*/ 327578 h 1161397"/>
              <a:gd name="connsiteX54" fmla="*/ 3222191 w 6884912"/>
              <a:gd name="connsiteY54" fmla="*/ 307887 h 1161397"/>
              <a:gd name="connsiteX55" fmla="*/ 3227953 w 6884912"/>
              <a:gd name="connsiteY55" fmla="*/ 297650 h 1161397"/>
              <a:gd name="connsiteX56" fmla="*/ 3510042 w 6884912"/>
              <a:gd name="connsiteY56" fmla="*/ 311820 h 1161397"/>
              <a:gd name="connsiteX57" fmla="*/ 3626773 w 6884912"/>
              <a:gd name="connsiteY57" fmla="*/ 290452 h 1161397"/>
              <a:gd name="connsiteX58" fmla="*/ 3666217 w 6884912"/>
              <a:gd name="connsiteY58" fmla="*/ 273255 h 1161397"/>
              <a:gd name="connsiteX59" fmla="*/ 3732427 w 6884912"/>
              <a:gd name="connsiteY59" fmla="*/ 245039 h 1161397"/>
              <a:gd name="connsiteX60" fmla="*/ 3777022 w 6884912"/>
              <a:gd name="connsiteY60" fmla="*/ 200276 h 1161397"/>
              <a:gd name="connsiteX61" fmla="*/ 3791246 w 6884912"/>
              <a:gd name="connsiteY61" fmla="*/ 189996 h 1161397"/>
              <a:gd name="connsiteX62" fmla="*/ 3819864 w 6884912"/>
              <a:gd name="connsiteY62" fmla="*/ 194605 h 1161397"/>
              <a:gd name="connsiteX63" fmla="*/ 3830398 w 6884912"/>
              <a:gd name="connsiteY63" fmla="*/ 188383 h 1161397"/>
              <a:gd name="connsiteX64" fmla="*/ 3834360 w 6884912"/>
              <a:gd name="connsiteY64" fmla="*/ 188992 h 1161397"/>
              <a:gd name="connsiteX65" fmla="*/ 3843715 w 6884912"/>
              <a:gd name="connsiteY65" fmla="*/ 188752 h 1161397"/>
              <a:gd name="connsiteX66" fmla="*/ 3842609 w 6884912"/>
              <a:gd name="connsiteY66" fmla="*/ 197386 h 1161397"/>
              <a:gd name="connsiteX67" fmla="*/ 3853961 w 6884912"/>
              <a:gd name="connsiteY67" fmla="*/ 213380 h 1161397"/>
              <a:gd name="connsiteX68" fmla="*/ 3907640 w 6884912"/>
              <a:gd name="connsiteY68" fmla="*/ 207568 h 1161397"/>
              <a:gd name="connsiteX69" fmla="*/ 3910449 w 6884912"/>
              <a:gd name="connsiteY69" fmla="*/ 197808 h 1161397"/>
              <a:gd name="connsiteX70" fmla="*/ 3917197 w 6884912"/>
              <a:gd name="connsiteY70" fmla="*/ 196121 h 1161397"/>
              <a:gd name="connsiteX71" fmla="*/ 3922400 w 6884912"/>
              <a:gd name="connsiteY71" fmla="*/ 205056 h 1161397"/>
              <a:gd name="connsiteX72" fmla="*/ 4013061 w 6884912"/>
              <a:gd name="connsiteY72" fmla="*/ 224874 h 1161397"/>
              <a:gd name="connsiteX73" fmla="*/ 4220717 w 6884912"/>
              <a:gd name="connsiteY73" fmla="*/ 192946 h 1161397"/>
              <a:gd name="connsiteX74" fmla="*/ 4228802 w 6884912"/>
              <a:gd name="connsiteY74" fmla="*/ 201468 h 1161397"/>
              <a:gd name="connsiteX75" fmla="*/ 4289361 w 6884912"/>
              <a:gd name="connsiteY75" fmla="*/ 196642 h 1161397"/>
              <a:gd name="connsiteX76" fmla="*/ 4498913 w 6884912"/>
              <a:gd name="connsiteY76" fmla="*/ 118915 h 1161397"/>
              <a:gd name="connsiteX77" fmla="*/ 4617330 w 6884912"/>
              <a:gd name="connsiteY77" fmla="*/ 111163 h 1161397"/>
              <a:gd name="connsiteX78" fmla="*/ 4659778 w 6884912"/>
              <a:gd name="connsiteY78" fmla="*/ 118219 h 1161397"/>
              <a:gd name="connsiteX79" fmla="*/ 4730870 w 6884912"/>
              <a:gd name="connsiteY79" fmla="*/ 129432 h 1161397"/>
              <a:gd name="connsiteX80" fmla="*/ 4844073 w 6884912"/>
              <a:gd name="connsiteY80" fmla="*/ 161768 h 1161397"/>
              <a:gd name="connsiteX81" fmla="*/ 4856454 w 6884912"/>
              <a:gd name="connsiteY81" fmla="*/ 130488 h 1161397"/>
              <a:gd name="connsiteX82" fmla="*/ 4920038 w 6884912"/>
              <a:gd name="connsiteY82" fmla="*/ 140418 h 1161397"/>
              <a:gd name="connsiteX83" fmla="*/ 5016639 w 6884912"/>
              <a:gd name="connsiteY83" fmla="*/ 158905 h 1161397"/>
              <a:gd name="connsiteX84" fmla="*/ 5072009 w 6884912"/>
              <a:gd name="connsiteY84" fmla="*/ 161502 h 1161397"/>
              <a:gd name="connsiteX85" fmla="*/ 5223626 w 6884912"/>
              <a:gd name="connsiteY85" fmla="*/ 177356 h 1161397"/>
              <a:gd name="connsiteX86" fmla="*/ 5375773 w 6884912"/>
              <a:gd name="connsiteY86" fmla="*/ 199913 h 1161397"/>
              <a:gd name="connsiteX87" fmla="*/ 5467502 w 6884912"/>
              <a:gd name="connsiteY87" fmla="*/ 250963 h 1161397"/>
              <a:gd name="connsiteX88" fmla="*/ 5592395 w 6884912"/>
              <a:gd name="connsiteY88" fmla="*/ 265434 h 1161397"/>
              <a:gd name="connsiteX89" fmla="*/ 5613532 w 6884912"/>
              <a:gd name="connsiteY89" fmla="*/ 273379 h 1161397"/>
              <a:gd name="connsiteX90" fmla="*/ 5642173 w 6884912"/>
              <a:gd name="connsiteY90" fmla="*/ 266904 h 1161397"/>
              <a:gd name="connsiteX91" fmla="*/ 5756910 w 6884912"/>
              <a:gd name="connsiteY91" fmla="*/ 239211 h 1161397"/>
              <a:gd name="connsiteX92" fmla="*/ 5846667 w 6884912"/>
              <a:gd name="connsiteY92" fmla="*/ 201786 h 1161397"/>
              <a:gd name="connsiteX93" fmla="*/ 5960732 w 6884912"/>
              <a:gd name="connsiteY93" fmla="*/ 220708 h 1161397"/>
              <a:gd name="connsiteX94" fmla="*/ 6029542 w 6884912"/>
              <a:gd name="connsiteY94" fmla="*/ 210339 h 1161397"/>
              <a:gd name="connsiteX95" fmla="*/ 6141123 w 6884912"/>
              <a:gd name="connsiteY95" fmla="*/ 159923 h 1161397"/>
              <a:gd name="connsiteX96" fmla="*/ 6290640 w 6884912"/>
              <a:gd name="connsiteY96" fmla="*/ 167441 h 1161397"/>
              <a:gd name="connsiteX97" fmla="*/ 6322806 w 6884912"/>
              <a:gd name="connsiteY97" fmla="*/ 213293 h 1161397"/>
              <a:gd name="connsiteX98" fmla="*/ 6380420 w 6884912"/>
              <a:gd name="connsiteY98" fmla="*/ 173195 h 1161397"/>
              <a:gd name="connsiteX99" fmla="*/ 6507891 w 6884912"/>
              <a:gd name="connsiteY99" fmla="*/ 118474 h 1161397"/>
              <a:gd name="connsiteX100" fmla="*/ 6571807 w 6884912"/>
              <a:gd name="connsiteY100" fmla="*/ 98636 h 1161397"/>
              <a:gd name="connsiteX101" fmla="*/ 6671880 w 6884912"/>
              <a:gd name="connsiteY101" fmla="*/ 82931 h 1161397"/>
              <a:gd name="connsiteX102" fmla="*/ 6702266 w 6884912"/>
              <a:gd name="connsiteY102" fmla="*/ 75470 h 1161397"/>
              <a:gd name="connsiteX103" fmla="*/ 6845802 w 6884912"/>
              <a:gd name="connsiteY103" fmla="*/ 24496 h 1161397"/>
              <a:gd name="connsiteX104" fmla="*/ 6884912 w 6884912"/>
              <a:gd name="connsiteY104"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601644 w 6884912"/>
              <a:gd name="connsiteY7" fmla="*/ 1003997 h 1161397"/>
              <a:gd name="connsiteX8" fmla="*/ 651408 w 6884912"/>
              <a:gd name="connsiteY8" fmla="*/ 984938 h 1161397"/>
              <a:gd name="connsiteX9" fmla="*/ 723108 w 6884912"/>
              <a:gd name="connsiteY9" fmla="*/ 980081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80081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188995 w 6884912"/>
              <a:gd name="connsiteY20" fmla="*/ 697048 h 1161397"/>
              <a:gd name="connsiteX21" fmla="*/ 1242716 w 6884912"/>
              <a:gd name="connsiteY21" fmla="*/ 698052 h 1161397"/>
              <a:gd name="connsiteX22" fmla="*/ 1299977 w 6884912"/>
              <a:gd name="connsiteY22" fmla="*/ 639196 h 1161397"/>
              <a:gd name="connsiteX23" fmla="*/ 1326190 w 6884912"/>
              <a:gd name="connsiteY23" fmla="*/ 625955 h 1161397"/>
              <a:gd name="connsiteX24" fmla="*/ 1339600 w 6884912"/>
              <a:gd name="connsiteY24" fmla="*/ 616295 h 1161397"/>
              <a:gd name="connsiteX25" fmla="*/ 1340054 w 6884912"/>
              <a:gd name="connsiteY25" fmla="*/ 614022 h 1161397"/>
              <a:gd name="connsiteX26" fmla="*/ 1391606 w 6884912"/>
              <a:gd name="connsiteY26" fmla="*/ 615229 h 1161397"/>
              <a:gd name="connsiteX27" fmla="*/ 1397565 w 6884912"/>
              <a:gd name="connsiteY27" fmla="*/ 611490 h 1161397"/>
              <a:gd name="connsiteX28" fmla="*/ 1432302 w 6884912"/>
              <a:gd name="connsiteY28" fmla="*/ 617267 h 1161397"/>
              <a:gd name="connsiteX29" fmla="*/ 1449644 w 6884912"/>
              <a:gd name="connsiteY29" fmla="*/ 617591 h 1161397"/>
              <a:gd name="connsiteX30" fmla="*/ 1455793 w 6884912"/>
              <a:gd name="connsiteY30" fmla="*/ 623174 h 1161397"/>
              <a:gd name="connsiteX31" fmla="*/ 1480758 w 6884912"/>
              <a:gd name="connsiteY31" fmla="*/ 620863 h 1161397"/>
              <a:gd name="connsiteX32" fmla="*/ 1483154 w 6884912"/>
              <a:gd name="connsiteY32" fmla="*/ 618527 h 1161397"/>
              <a:gd name="connsiteX33" fmla="*/ 1505495 w 6884912"/>
              <a:gd name="connsiteY33" fmla="*/ 624325 h 1161397"/>
              <a:gd name="connsiteX34" fmla="*/ 1526340 w 6884912"/>
              <a:gd name="connsiteY34" fmla="*/ 638496 h 1161397"/>
              <a:gd name="connsiteX35" fmla="*/ 1731986 w 6884912"/>
              <a:gd name="connsiteY35" fmla="*/ 589682 h 1161397"/>
              <a:gd name="connsiteX36" fmla="*/ 1927935 w 6884912"/>
              <a:gd name="connsiteY36" fmla="*/ 628540 h 1161397"/>
              <a:gd name="connsiteX37" fmla="*/ 2039075 w 6884912"/>
              <a:gd name="connsiteY37" fmla="*/ 599964 h 1161397"/>
              <a:gd name="connsiteX38" fmla="*/ 2066980 w 6884912"/>
              <a:gd name="connsiteY38" fmla="*/ 550413 h 1161397"/>
              <a:gd name="connsiteX39" fmla="*/ 2352236 w 6884912"/>
              <a:gd name="connsiteY39" fmla="*/ 519602 h 1161397"/>
              <a:gd name="connsiteX40" fmla="*/ 2420791 w 6884912"/>
              <a:gd name="connsiteY40" fmla="*/ 492826 h 1161397"/>
              <a:gd name="connsiteX41" fmla="*/ 2489932 w 6884912"/>
              <a:gd name="connsiteY41" fmla="*/ 507864 h 1161397"/>
              <a:gd name="connsiteX42" fmla="*/ 2512917 w 6884912"/>
              <a:gd name="connsiteY42" fmla="*/ 489127 h 1161397"/>
              <a:gd name="connsiteX43" fmla="*/ 2516783 w 6884912"/>
              <a:gd name="connsiteY43" fmla="*/ 485473 h 1161397"/>
              <a:gd name="connsiteX44" fmla="*/ 2534360 w 6884912"/>
              <a:gd name="connsiteY44" fmla="*/ 480064 h 1161397"/>
              <a:gd name="connsiteX45" fmla="*/ 2536691 w 6884912"/>
              <a:gd name="connsiteY45" fmla="*/ 467018 h 1161397"/>
              <a:gd name="connsiteX46" fmla="*/ 2561265 w 6884912"/>
              <a:gd name="connsiteY46" fmla="*/ 450623 h 1161397"/>
              <a:gd name="connsiteX47" fmla="*/ 2594349 w 6884912"/>
              <a:gd name="connsiteY47" fmla="*/ 443884 h 1161397"/>
              <a:gd name="connsiteX48" fmla="*/ 2754324 w 6884912"/>
              <a:gd name="connsiteY48" fmla="*/ 424766 h 1161397"/>
              <a:gd name="connsiteX49" fmla="*/ 2848470 w 6884912"/>
              <a:gd name="connsiteY49" fmla="*/ 405966 h 1161397"/>
              <a:gd name="connsiteX50" fmla="*/ 2881772 w 6884912"/>
              <a:gd name="connsiteY50" fmla="*/ 387260 h 1161397"/>
              <a:gd name="connsiteX51" fmla="*/ 2929932 w 6884912"/>
              <a:gd name="connsiteY51" fmla="*/ 368912 h 1161397"/>
              <a:gd name="connsiteX52" fmla="*/ 3013020 w 6884912"/>
              <a:gd name="connsiteY52" fmla="*/ 327578 h 1161397"/>
              <a:gd name="connsiteX53" fmla="*/ 3222191 w 6884912"/>
              <a:gd name="connsiteY53" fmla="*/ 307887 h 1161397"/>
              <a:gd name="connsiteX54" fmla="*/ 3227953 w 6884912"/>
              <a:gd name="connsiteY54" fmla="*/ 297650 h 1161397"/>
              <a:gd name="connsiteX55" fmla="*/ 3510042 w 6884912"/>
              <a:gd name="connsiteY55" fmla="*/ 311820 h 1161397"/>
              <a:gd name="connsiteX56" fmla="*/ 3626773 w 6884912"/>
              <a:gd name="connsiteY56" fmla="*/ 290452 h 1161397"/>
              <a:gd name="connsiteX57" fmla="*/ 3666217 w 6884912"/>
              <a:gd name="connsiteY57" fmla="*/ 273255 h 1161397"/>
              <a:gd name="connsiteX58" fmla="*/ 3732427 w 6884912"/>
              <a:gd name="connsiteY58" fmla="*/ 245039 h 1161397"/>
              <a:gd name="connsiteX59" fmla="*/ 3777022 w 6884912"/>
              <a:gd name="connsiteY59" fmla="*/ 200276 h 1161397"/>
              <a:gd name="connsiteX60" fmla="*/ 3791246 w 6884912"/>
              <a:gd name="connsiteY60" fmla="*/ 189996 h 1161397"/>
              <a:gd name="connsiteX61" fmla="*/ 3819864 w 6884912"/>
              <a:gd name="connsiteY61" fmla="*/ 194605 h 1161397"/>
              <a:gd name="connsiteX62" fmla="*/ 3830398 w 6884912"/>
              <a:gd name="connsiteY62" fmla="*/ 188383 h 1161397"/>
              <a:gd name="connsiteX63" fmla="*/ 3834360 w 6884912"/>
              <a:gd name="connsiteY63" fmla="*/ 188992 h 1161397"/>
              <a:gd name="connsiteX64" fmla="*/ 3843715 w 6884912"/>
              <a:gd name="connsiteY64" fmla="*/ 188752 h 1161397"/>
              <a:gd name="connsiteX65" fmla="*/ 3842609 w 6884912"/>
              <a:gd name="connsiteY65" fmla="*/ 197386 h 1161397"/>
              <a:gd name="connsiteX66" fmla="*/ 3853961 w 6884912"/>
              <a:gd name="connsiteY66" fmla="*/ 213380 h 1161397"/>
              <a:gd name="connsiteX67" fmla="*/ 3907640 w 6884912"/>
              <a:gd name="connsiteY67" fmla="*/ 207568 h 1161397"/>
              <a:gd name="connsiteX68" fmla="*/ 3910449 w 6884912"/>
              <a:gd name="connsiteY68" fmla="*/ 197808 h 1161397"/>
              <a:gd name="connsiteX69" fmla="*/ 3917197 w 6884912"/>
              <a:gd name="connsiteY69" fmla="*/ 196121 h 1161397"/>
              <a:gd name="connsiteX70" fmla="*/ 3922400 w 6884912"/>
              <a:gd name="connsiteY70" fmla="*/ 205056 h 1161397"/>
              <a:gd name="connsiteX71" fmla="*/ 4013061 w 6884912"/>
              <a:gd name="connsiteY71" fmla="*/ 224874 h 1161397"/>
              <a:gd name="connsiteX72" fmla="*/ 4220717 w 6884912"/>
              <a:gd name="connsiteY72" fmla="*/ 192946 h 1161397"/>
              <a:gd name="connsiteX73" fmla="*/ 4228802 w 6884912"/>
              <a:gd name="connsiteY73" fmla="*/ 201468 h 1161397"/>
              <a:gd name="connsiteX74" fmla="*/ 4289361 w 6884912"/>
              <a:gd name="connsiteY74" fmla="*/ 196642 h 1161397"/>
              <a:gd name="connsiteX75" fmla="*/ 4498913 w 6884912"/>
              <a:gd name="connsiteY75" fmla="*/ 118915 h 1161397"/>
              <a:gd name="connsiteX76" fmla="*/ 4617330 w 6884912"/>
              <a:gd name="connsiteY76" fmla="*/ 111163 h 1161397"/>
              <a:gd name="connsiteX77" fmla="*/ 4659778 w 6884912"/>
              <a:gd name="connsiteY77" fmla="*/ 118219 h 1161397"/>
              <a:gd name="connsiteX78" fmla="*/ 4730870 w 6884912"/>
              <a:gd name="connsiteY78" fmla="*/ 129432 h 1161397"/>
              <a:gd name="connsiteX79" fmla="*/ 4844073 w 6884912"/>
              <a:gd name="connsiteY79" fmla="*/ 161768 h 1161397"/>
              <a:gd name="connsiteX80" fmla="*/ 4856454 w 6884912"/>
              <a:gd name="connsiteY80" fmla="*/ 130488 h 1161397"/>
              <a:gd name="connsiteX81" fmla="*/ 4920038 w 6884912"/>
              <a:gd name="connsiteY81" fmla="*/ 140418 h 1161397"/>
              <a:gd name="connsiteX82" fmla="*/ 5016639 w 6884912"/>
              <a:gd name="connsiteY82" fmla="*/ 158905 h 1161397"/>
              <a:gd name="connsiteX83" fmla="*/ 5072009 w 6884912"/>
              <a:gd name="connsiteY83" fmla="*/ 161502 h 1161397"/>
              <a:gd name="connsiteX84" fmla="*/ 5223626 w 6884912"/>
              <a:gd name="connsiteY84" fmla="*/ 177356 h 1161397"/>
              <a:gd name="connsiteX85" fmla="*/ 5375773 w 6884912"/>
              <a:gd name="connsiteY85" fmla="*/ 199913 h 1161397"/>
              <a:gd name="connsiteX86" fmla="*/ 5467502 w 6884912"/>
              <a:gd name="connsiteY86" fmla="*/ 250963 h 1161397"/>
              <a:gd name="connsiteX87" fmla="*/ 5592395 w 6884912"/>
              <a:gd name="connsiteY87" fmla="*/ 265434 h 1161397"/>
              <a:gd name="connsiteX88" fmla="*/ 5613532 w 6884912"/>
              <a:gd name="connsiteY88" fmla="*/ 273379 h 1161397"/>
              <a:gd name="connsiteX89" fmla="*/ 5642173 w 6884912"/>
              <a:gd name="connsiteY89" fmla="*/ 266904 h 1161397"/>
              <a:gd name="connsiteX90" fmla="*/ 5756910 w 6884912"/>
              <a:gd name="connsiteY90" fmla="*/ 239211 h 1161397"/>
              <a:gd name="connsiteX91" fmla="*/ 5846667 w 6884912"/>
              <a:gd name="connsiteY91" fmla="*/ 201786 h 1161397"/>
              <a:gd name="connsiteX92" fmla="*/ 5960732 w 6884912"/>
              <a:gd name="connsiteY92" fmla="*/ 220708 h 1161397"/>
              <a:gd name="connsiteX93" fmla="*/ 6029542 w 6884912"/>
              <a:gd name="connsiteY93" fmla="*/ 210339 h 1161397"/>
              <a:gd name="connsiteX94" fmla="*/ 6141123 w 6884912"/>
              <a:gd name="connsiteY94" fmla="*/ 159923 h 1161397"/>
              <a:gd name="connsiteX95" fmla="*/ 6290640 w 6884912"/>
              <a:gd name="connsiteY95" fmla="*/ 167441 h 1161397"/>
              <a:gd name="connsiteX96" fmla="*/ 6322806 w 6884912"/>
              <a:gd name="connsiteY96" fmla="*/ 213293 h 1161397"/>
              <a:gd name="connsiteX97" fmla="*/ 6380420 w 6884912"/>
              <a:gd name="connsiteY97" fmla="*/ 173195 h 1161397"/>
              <a:gd name="connsiteX98" fmla="*/ 6507891 w 6884912"/>
              <a:gd name="connsiteY98" fmla="*/ 118474 h 1161397"/>
              <a:gd name="connsiteX99" fmla="*/ 6571807 w 6884912"/>
              <a:gd name="connsiteY99" fmla="*/ 98636 h 1161397"/>
              <a:gd name="connsiteX100" fmla="*/ 6671880 w 6884912"/>
              <a:gd name="connsiteY100" fmla="*/ 82931 h 1161397"/>
              <a:gd name="connsiteX101" fmla="*/ 6702266 w 6884912"/>
              <a:gd name="connsiteY101" fmla="*/ 75470 h 1161397"/>
              <a:gd name="connsiteX102" fmla="*/ 6845802 w 6884912"/>
              <a:gd name="connsiteY102" fmla="*/ 24496 h 1161397"/>
              <a:gd name="connsiteX103" fmla="*/ 6884912 w 6884912"/>
              <a:gd name="connsiteY103"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58800 w 6884912"/>
              <a:gd name="connsiteY16" fmla="*/ 700004 h 1161397"/>
              <a:gd name="connsiteX17" fmla="*/ 1166947 w 6884912"/>
              <a:gd name="connsiteY17" fmla="*/ 700762 h 1161397"/>
              <a:gd name="connsiteX18" fmla="*/ 1178135 w 6884912"/>
              <a:gd name="connsiteY18" fmla="*/ 698631 h 1161397"/>
              <a:gd name="connsiteX19" fmla="*/ 1178301 w 6884912"/>
              <a:gd name="connsiteY19" fmla="*/ 698094 h 1161397"/>
              <a:gd name="connsiteX20" fmla="*/ 1242716 w 6884912"/>
              <a:gd name="connsiteY20" fmla="*/ 698052 h 1161397"/>
              <a:gd name="connsiteX21" fmla="*/ 1299977 w 6884912"/>
              <a:gd name="connsiteY21" fmla="*/ 639196 h 1161397"/>
              <a:gd name="connsiteX22" fmla="*/ 1326190 w 6884912"/>
              <a:gd name="connsiteY22" fmla="*/ 625955 h 1161397"/>
              <a:gd name="connsiteX23" fmla="*/ 1339600 w 6884912"/>
              <a:gd name="connsiteY23" fmla="*/ 616295 h 1161397"/>
              <a:gd name="connsiteX24" fmla="*/ 1340054 w 6884912"/>
              <a:gd name="connsiteY24" fmla="*/ 614022 h 1161397"/>
              <a:gd name="connsiteX25" fmla="*/ 1391606 w 6884912"/>
              <a:gd name="connsiteY25" fmla="*/ 615229 h 1161397"/>
              <a:gd name="connsiteX26" fmla="*/ 1397565 w 6884912"/>
              <a:gd name="connsiteY26" fmla="*/ 611490 h 1161397"/>
              <a:gd name="connsiteX27" fmla="*/ 1432302 w 6884912"/>
              <a:gd name="connsiteY27" fmla="*/ 617267 h 1161397"/>
              <a:gd name="connsiteX28" fmla="*/ 1449644 w 6884912"/>
              <a:gd name="connsiteY28" fmla="*/ 617591 h 1161397"/>
              <a:gd name="connsiteX29" fmla="*/ 1455793 w 6884912"/>
              <a:gd name="connsiteY29" fmla="*/ 623174 h 1161397"/>
              <a:gd name="connsiteX30" fmla="*/ 1480758 w 6884912"/>
              <a:gd name="connsiteY30" fmla="*/ 620863 h 1161397"/>
              <a:gd name="connsiteX31" fmla="*/ 1483154 w 6884912"/>
              <a:gd name="connsiteY31" fmla="*/ 618527 h 1161397"/>
              <a:gd name="connsiteX32" fmla="*/ 1505495 w 6884912"/>
              <a:gd name="connsiteY32" fmla="*/ 624325 h 1161397"/>
              <a:gd name="connsiteX33" fmla="*/ 1526340 w 6884912"/>
              <a:gd name="connsiteY33" fmla="*/ 638496 h 1161397"/>
              <a:gd name="connsiteX34" fmla="*/ 1731986 w 6884912"/>
              <a:gd name="connsiteY34" fmla="*/ 589682 h 1161397"/>
              <a:gd name="connsiteX35" fmla="*/ 1927935 w 6884912"/>
              <a:gd name="connsiteY35" fmla="*/ 628540 h 1161397"/>
              <a:gd name="connsiteX36" fmla="*/ 2039075 w 6884912"/>
              <a:gd name="connsiteY36" fmla="*/ 599964 h 1161397"/>
              <a:gd name="connsiteX37" fmla="*/ 2066980 w 6884912"/>
              <a:gd name="connsiteY37" fmla="*/ 550413 h 1161397"/>
              <a:gd name="connsiteX38" fmla="*/ 2352236 w 6884912"/>
              <a:gd name="connsiteY38" fmla="*/ 519602 h 1161397"/>
              <a:gd name="connsiteX39" fmla="*/ 2420791 w 6884912"/>
              <a:gd name="connsiteY39" fmla="*/ 492826 h 1161397"/>
              <a:gd name="connsiteX40" fmla="*/ 2489932 w 6884912"/>
              <a:gd name="connsiteY40" fmla="*/ 507864 h 1161397"/>
              <a:gd name="connsiteX41" fmla="*/ 2512917 w 6884912"/>
              <a:gd name="connsiteY41" fmla="*/ 489127 h 1161397"/>
              <a:gd name="connsiteX42" fmla="*/ 2516783 w 6884912"/>
              <a:gd name="connsiteY42" fmla="*/ 485473 h 1161397"/>
              <a:gd name="connsiteX43" fmla="*/ 2534360 w 6884912"/>
              <a:gd name="connsiteY43" fmla="*/ 480064 h 1161397"/>
              <a:gd name="connsiteX44" fmla="*/ 2536691 w 6884912"/>
              <a:gd name="connsiteY44" fmla="*/ 467018 h 1161397"/>
              <a:gd name="connsiteX45" fmla="*/ 2561265 w 6884912"/>
              <a:gd name="connsiteY45" fmla="*/ 450623 h 1161397"/>
              <a:gd name="connsiteX46" fmla="*/ 2594349 w 6884912"/>
              <a:gd name="connsiteY46" fmla="*/ 443884 h 1161397"/>
              <a:gd name="connsiteX47" fmla="*/ 2754324 w 6884912"/>
              <a:gd name="connsiteY47" fmla="*/ 424766 h 1161397"/>
              <a:gd name="connsiteX48" fmla="*/ 2848470 w 6884912"/>
              <a:gd name="connsiteY48" fmla="*/ 405966 h 1161397"/>
              <a:gd name="connsiteX49" fmla="*/ 2881772 w 6884912"/>
              <a:gd name="connsiteY49" fmla="*/ 387260 h 1161397"/>
              <a:gd name="connsiteX50" fmla="*/ 2929932 w 6884912"/>
              <a:gd name="connsiteY50" fmla="*/ 368912 h 1161397"/>
              <a:gd name="connsiteX51" fmla="*/ 3013020 w 6884912"/>
              <a:gd name="connsiteY51" fmla="*/ 327578 h 1161397"/>
              <a:gd name="connsiteX52" fmla="*/ 3222191 w 6884912"/>
              <a:gd name="connsiteY52" fmla="*/ 307887 h 1161397"/>
              <a:gd name="connsiteX53" fmla="*/ 3227953 w 6884912"/>
              <a:gd name="connsiteY53" fmla="*/ 297650 h 1161397"/>
              <a:gd name="connsiteX54" fmla="*/ 3510042 w 6884912"/>
              <a:gd name="connsiteY54" fmla="*/ 311820 h 1161397"/>
              <a:gd name="connsiteX55" fmla="*/ 3626773 w 6884912"/>
              <a:gd name="connsiteY55" fmla="*/ 290452 h 1161397"/>
              <a:gd name="connsiteX56" fmla="*/ 3666217 w 6884912"/>
              <a:gd name="connsiteY56" fmla="*/ 273255 h 1161397"/>
              <a:gd name="connsiteX57" fmla="*/ 3732427 w 6884912"/>
              <a:gd name="connsiteY57" fmla="*/ 245039 h 1161397"/>
              <a:gd name="connsiteX58" fmla="*/ 3777022 w 6884912"/>
              <a:gd name="connsiteY58" fmla="*/ 200276 h 1161397"/>
              <a:gd name="connsiteX59" fmla="*/ 3791246 w 6884912"/>
              <a:gd name="connsiteY59" fmla="*/ 189996 h 1161397"/>
              <a:gd name="connsiteX60" fmla="*/ 3819864 w 6884912"/>
              <a:gd name="connsiteY60" fmla="*/ 194605 h 1161397"/>
              <a:gd name="connsiteX61" fmla="*/ 3830398 w 6884912"/>
              <a:gd name="connsiteY61" fmla="*/ 188383 h 1161397"/>
              <a:gd name="connsiteX62" fmla="*/ 3834360 w 6884912"/>
              <a:gd name="connsiteY62" fmla="*/ 188992 h 1161397"/>
              <a:gd name="connsiteX63" fmla="*/ 3843715 w 6884912"/>
              <a:gd name="connsiteY63" fmla="*/ 188752 h 1161397"/>
              <a:gd name="connsiteX64" fmla="*/ 3842609 w 6884912"/>
              <a:gd name="connsiteY64" fmla="*/ 197386 h 1161397"/>
              <a:gd name="connsiteX65" fmla="*/ 3853961 w 6884912"/>
              <a:gd name="connsiteY65" fmla="*/ 213380 h 1161397"/>
              <a:gd name="connsiteX66" fmla="*/ 3907640 w 6884912"/>
              <a:gd name="connsiteY66" fmla="*/ 207568 h 1161397"/>
              <a:gd name="connsiteX67" fmla="*/ 3910449 w 6884912"/>
              <a:gd name="connsiteY67" fmla="*/ 197808 h 1161397"/>
              <a:gd name="connsiteX68" fmla="*/ 3917197 w 6884912"/>
              <a:gd name="connsiteY68" fmla="*/ 196121 h 1161397"/>
              <a:gd name="connsiteX69" fmla="*/ 3922400 w 6884912"/>
              <a:gd name="connsiteY69" fmla="*/ 205056 h 1161397"/>
              <a:gd name="connsiteX70" fmla="*/ 4013061 w 6884912"/>
              <a:gd name="connsiteY70" fmla="*/ 224874 h 1161397"/>
              <a:gd name="connsiteX71" fmla="*/ 4220717 w 6884912"/>
              <a:gd name="connsiteY71" fmla="*/ 192946 h 1161397"/>
              <a:gd name="connsiteX72" fmla="*/ 4228802 w 6884912"/>
              <a:gd name="connsiteY72" fmla="*/ 201468 h 1161397"/>
              <a:gd name="connsiteX73" fmla="*/ 4289361 w 6884912"/>
              <a:gd name="connsiteY73" fmla="*/ 196642 h 1161397"/>
              <a:gd name="connsiteX74" fmla="*/ 4498913 w 6884912"/>
              <a:gd name="connsiteY74" fmla="*/ 118915 h 1161397"/>
              <a:gd name="connsiteX75" fmla="*/ 4617330 w 6884912"/>
              <a:gd name="connsiteY75" fmla="*/ 111163 h 1161397"/>
              <a:gd name="connsiteX76" fmla="*/ 4659778 w 6884912"/>
              <a:gd name="connsiteY76" fmla="*/ 118219 h 1161397"/>
              <a:gd name="connsiteX77" fmla="*/ 4730870 w 6884912"/>
              <a:gd name="connsiteY77" fmla="*/ 129432 h 1161397"/>
              <a:gd name="connsiteX78" fmla="*/ 4844073 w 6884912"/>
              <a:gd name="connsiteY78" fmla="*/ 161768 h 1161397"/>
              <a:gd name="connsiteX79" fmla="*/ 4856454 w 6884912"/>
              <a:gd name="connsiteY79" fmla="*/ 130488 h 1161397"/>
              <a:gd name="connsiteX80" fmla="*/ 4920038 w 6884912"/>
              <a:gd name="connsiteY80" fmla="*/ 140418 h 1161397"/>
              <a:gd name="connsiteX81" fmla="*/ 5016639 w 6884912"/>
              <a:gd name="connsiteY81" fmla="*/ 158905 h 1161397"/>
              <a:gd name="connsiteX82" fmla="*/ 5072009 w 6884912"/>
              <a:gd name="connsiteY82" fmla="*/ 161502 h 1161397"/>
              <a:gd name="connsiteX83" fmla="*/ 5223626 w 6884912"/>
              <a:gd name="connsiteY83" fmla="*/ 177356 h 1161397"/>
              <a:gd name="connsiteX84" fmla="*/ 5375773 w 6884912"/>
              <a:gd name="connsiteY84" fmla="*/ 199913 h 1161397"/>
              <a:gd name="connsiteX85" fmla="*/ 5467502 w 6884912"/>
              <a:gd name="connsiteY85" fmla="*/ 250963 h 1161397"/>
              <a:gd name="connsiteX86" fmla="*/ 5592395 w 6884912"/>
              <a:gd name="connsiteY86" fmla="*/ 265434 h 1161397"/>
              <a:gd name="connsiteX87" fmla="*/ 5613532 w 6884912"/>
              <a:gd name="connsiteY87" fmla="*/ 273379 h 1161397"/>
              <a:gd name="connsiteX88" fmla="*/ 5642173 w 6884912"/>
              <a:gd name="connsiteY88" fmla="*/ 266904 h 1161397"/>
              <a:gd name="connsiteX89" fmla="*/ 5756910 w 6884912"/>
              <a:gd name="connsiteY89" fmla="*/ 239211 h 1161397"/>
              <a:gd name="connsiteX90" fmla="*/ 5846667 w 6884912"/>
              <a:gd name="connsiteY90" fmla="*/ 201786 h 1161397"/>
              <a:gd name="connsiteX91" fmla="*/ 5960732 w 6884912"/>
              <a:gd name="connsiteY91" fmla="*/ 220708 h 1161397"/>
              <a:gd name="connsiteX92" fmla="*/ 6029542 w 6884912"/>
              <a:gd name="connsiteY92" fmla="*/ 210339 h 1161397"/>
              <a:gd name="connsiteX93" fmla="*/ 6141123 w 6884912"/>
              <a:gd name="connsiteY93" fmla="*/ 159923 h 1161397"/>
              <a:gd name="connsiteX94" fmla="*/ 6290640 w 6884912"/>
              <a:gd name="connsiteY94" fmla="*/ 167441 h 1161397"/>
              <a:gd name="connsiteX95" fmla="*/ 6322806 w 6884912"/>
              <a:gd name="connsiteY95" fmla="*/ 213293 h 1161397"/>
              <a:gd name="connsiteX96" fmla="*/ 6380420 w 6884912"/>
              <a:gd name="connsiteY96" fmla="*/ 173195 h 1161397"/>
              <a:gd name="connsiteX97" fmla="*/ 6507891 w 6884912"/>
              <a:gd name="connsiteY97" fmla="*/ 118474 h 1161397"/>
              <a:gd name="connsiteX98" fmla="*/ 6571807 w 6884912"/>
              <a:gd name="connsiteY98" fmla="*/ 98636 h 1161397"/>
              <a:gd name="connsiteX99" fmla="*/ 6671880 w 6884912"/>
              <a:gd name="connsiteY99" fmla="*/ 82931 h 1161397"/>
              <a:gd name="connsiteX100" fmla="*/ 6702266 w 6884912"/>
              <a:gd name="connsiteY100" fmla="*/ 75470 h 1161397"/>
              <a:gd name="connsiteX101" fmla="*/ 6845802 w 6884912"/>
              <a:gd name="connsiteY101" fmla="*/ 24496 h 1161397"/>
              <a:gd name="connsiteX102" fmla="*/ 6884912 w 6884912"/>
              <a:gd name="connsiteY102"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66947 w 6884912"/>
              <a:gd name="connsiteY16" fmla="*/ 700762 h 1161397"/>
              <a:gd name="connsiteX17" fmla="*/ 1178135 w 6884912"/>
              <a:gd name="connsiteY17" fmla="*/ 698631 h 1161397"/>
              <a:gd name="connsiteX18" fmla="*/ 1178301 w 6884912"/>
              <a:gd name="connsiteY18" fmla="*/ 698094 h 1161397"/>
              <a:gd name="connsiteX19" fmla="*/ 1242716 w 6884912"/>
              <a:gd name="connsiteY19" fmla="*/ 698052 h 1161397"/>
              <a:gd name="connsiteX20" fmla="*/ 1299977 w 6884912"/>
              <a:gd name="connsiteY20" fmla="*/ 639196 h 1161397"/>
              <a:gd name="connsiteX21" fmla="*/ 1326190 w 6884912"/>
              <a:gd name="connsiteY21" fmla="*/ 625955 h 1161397"/>
              <a:gd name="connsiteX22" fmla="*/ 1339600 w 6884912"/>
              <a:gd name="connsiteY22" fmla="*/ 616295 h 1161397"/>
              <a:gd name="connsiteX23" fmla="*/ 1340054 w 6884912"/>
              <a:gd name="connsiteY23" fmla="*/ 614022 h 1161397"/>
              <a:gd name="connsiteX24" fmla="*/ 1391606 w 6884912"/>
              <a:gd name="connsiteY24" fmla="*/ 615229 h 1161397"/>
              <a:gd name="connsiteX25" fmla="*/ 1397565 w 6884912"/>
              <a:gd name="connsiteY25" fmla="*/ 611490 h 1161397"/>
              <a:gd name="connsiteX26" fmla="*/ 1432302 w 6884912"/>
              <a:gd name="connsiteY26" fmla="*/ 617267 h 1161397"/>
              <a:gd name="connsiteX27" fmla="*/ 1449644 w 6884912"/>
              <a:gd name="connsiteY27" fmla="*/ 617591 h 1161397"/>
              <a:gd name="connsiteX28" fmla="*/ 1455793 w 6884912"/>
              <a:gd name="connsiteY28" fmla="*/ 623174 h 1161397"/>
              <a:gd name="connsiteX29" fmla="*/ 1480758 w 6884912"/>
              <a:gd name="connsiteY29" fmla="*/ 620863 h 1161397"/>
              <a:gd name="connsiteX30" fmla="*/ 1483154 w 6884912"/>
              <a:gd name="connsiteY30" fmla="*/ 618527 h 1161397"/>
              <a:gd name="connsiteX31" fmla="*/ 1505495 w 6884912"/>
              <a:gd name="connsiteY31" fmla="*/ 624325 h 1161397"/>
              <a:gd name="connsiteX32" fmla="*/ 1526340 w 6884912"/>
              <a:gd name="connsiteY32" fmla="*/ 638496 h 1161397"/>
              <a:gd name="connsiteX33" fmla="*/ 1731986 w 6884912"/>
              <a:gd name="connsiteY33" fmla="*/ 589682 h 1161397"/>
              <a:gd name="connsiteX34" fmla="*/ 1927935 w 6884912"/>
              <a:gd name="connsiteY34" fmla="*/ 628540 h 1161397"/>
              <a:gd name="connsiteX35" fmla="*/ 2039075 w 6884912"/>
              <a:gd name="connsiteY35" fmla="*/ 599964 h 1161397"/>
              <a:gd name="connsiteX36" fmla="*/ 2066980 w 6884912"/>
              <a:gd name="connsiteY36" fmla="*/ 550413 h 1161397"/>
              <a:gd name="connsiteX37" fmla="*/ 2352236 w 6884912"/>
              <a:gd name="connsiteY37" fmla="*/ 519602 h 1161397"/>
              <a:gd name="connsiteX38" fmla="*/ 2420791 w 6884912"/>
              <a:gd name="connsiteY38" fmla="*/ 492826 h 1161397"/>
              <a:gd name="connsiteX39" fmla="*/ 2489932 w 6884912"/>
              <a:gd name="connsiteY39" fmla="*/ 507864 h 1161397"/>
              <a:gd name="connsiteX40" fmla="*/ 2512917 w 6884912"/>
              <a:gd name="connsiteY40" fmla="*/ 489127 h 1161397"/>
              <a:gd name="connsiteX41" fmla="*/ 2516783 w 6884912"/>
              <a:gd name="connsiteY41" fmla="*/ 485473 h 1161397"/>
              <a:gd name="connsiteX42" fmla="*/ 2534360 w 6884912"/>
              <a:gd name="connsiteY42" fmla="*/ 480064 h 1161397"/>
              <a:gd name="connsiteX43" fmla="*/ 2536691 w 6884912"/>
              <a:gd name="connsiteY43" fmla="*/ 467018 h 1161397"/>
              <a:gd name="connsiteX44" fmla="*/ 2561265 w 6884912"/>
              <a:gd name="connsiteY44" fmla="*/ 450623 h 1161397"/>
              <a:gd name="connsiteX45" fmla="*/ 2594349 w 6884912"/>
              <a:gd name="connsiteY45" fmla="*/ 443884 h 1161397"/>
              <a:gd name="connsiteX46" fmla="*/ 2754324 w 6884912"/>
              <a:gd name="connsiteY46" fmla="*/ 424766 h 1161397"/>
              <a:gd name="connsiteX47" fmla="*/ 2848470 w 6884912"/>
              <a:gd name="connsiteY47" fmla="*/ 405966 h 1161397"/>
              <a:gd name="connsiteX48" fmla="*/ 2881772 w 6884912"/>
              <a:gd name="connsiteY48" fmla="*/ 387260 h 1161397"/>
              <a:gd name="connsiteX49" fmla="*/ 2929932 w 6884912"/>
              <a:gd name="connsiteY49" fmla="*/ 368912 h 1161397"/>
              <a:gd name="connsiteX50" fmla="*/ 3013020 w 6884912"/>
              <a:gd name="connsiteY50" fmla="*/ 327578 h 1161397"/>
              <a:gd name="connsiteX51" fmla="*/ 3222191 w 6884912"/>
              <a:gd name="connsiteY51" fmla="*/ 307887 h 1161397"/>
              <a:gd name="connsiteX52" fmla="*/ 3227953 w 6884912"/>
              <a:gd name="connsiteY52" fmla="*/ 297650 h 1161397"/>
              <a:gd name="connsiteX53" fmla="*/ 3510042 w 6884912"/>
              <a:gd name="connsiteY53" fmla="*/ 311820 h 1161397"/>
              <a:gd name="connsiteX54" fmla="*/ 3626773 w 6884912"/>
              <a:gd name="connsiteY54" fmla="*/ 290452 h 1161397"/>
              <a:gd name="connsiteX55" fmla="*/ 3666217 w 6884912"/>
              <a:gd name="connsiteY55" fmla="*/ 273255 h 1161397"/>
              <a:gd name="connsiteX56" fmla="*/ 3732427 w 6884912"/>
              <a:gd name="connsiteY56" fmla="*/ 245039 h 1161397"/>
              <a:gd name="connsiteX57" fmla="*/ 3777022 w 6884912"/>
              <a:gd name="connsiteY57" fmla="*/ 200276 h 1161397"/>
              <a:gd name="connsiteX58" fmla="*/ 3791246 w 6884912"/>
              <a:gd name="connsiteY58" fmla="*/ 189996 h 1161397"/>
              <a:gd name="connsiteX59" fmla="*/ 3819864 w 6884912"/>
              <a:gd name="connsiteY59" fmla="*/ 194605 h 1161397"/>
              <a:gd name="connsiteX60" fmla="*/ 3830398 w 6884912"/>
              <a:gd name="connsiteY60" fmla="*/ 188383 h 1161397"/>
              <a:gd name="connsiteX61" fmla="*/ 3834360 w 6884912"/>
              <a:gd name="connsiteY61" fmla="*/ 188992 h 1161397"/>
              <a:gd name="connsiteX62" fmla="*/ 3843715 w 6884912"/>
              <a:gd name="connsiteY62" fmla="*/ 188752 h 1161397"/>
              <a:gd name="connsiteX63" fmla="*/ 3842609 w 6884912"/>
              <a:gd name="connsiteY63" fmla="*/ 197386 h 1161397"/>
              <a:gd name="connsiteX64" fmla="*/ 3853961 w 6884912"/>
              <a:gd name="connsiteY64" fmla="*/ 213380 h 1161397"/>
              <a:gd name="connsiteX65" fmla="*/ 3907640 w 6884912"/>
              <a:gd name="connsiteY65" fmla="*/ 207568 h 1161397"/>
              <a:gd name="connsiteX66" fmla="*/ 3910449 w 6884912"/>
              <a:gd name="connsiteY66" fmla="*/ 197808 h 1161397"/>
              <a:gd name="connsiteX67" fmla="*/ 3917197 w 6884912"/>
              <a:gd name="connsiteY67" fmla="*/ 196121 h 1161397"/>
              <a:gd name="connsiteX68" fmla="*/ 3922400 w 6884912"/>
              <a:gd name="connsiteY68" fmla="*/ 205056 h 1161397"/>
              <a:gd name="connsiteX69" fmla="*/ 4013061 w 6884912"/>
              <a:gd name="connsiteY69" fmla="*/ 224874 h 1161397"/>
              <a:gd name="connsiteX70" fmla="*/ 4220717 w 6884912"/>
              <a:gd name="connsiteY70" fmla="*/ 192946 h 1161397"/>
              <a:gd name="connsiteX71" fmla="*/ 4228802 w 6884912"/>
              <a:gd name="connsiteY71" fmla="*/ 201468 h 1161397"/>
              <a:gd name="connsiteX72" fmla="*/ 4289361 w 6884912"/>
              <a:gd name="connsiteY72" fmla="*/ 196642 h 1161397"/>
              <a:gd name="connsiteX73" fmla="*/ 4498913 w 6884912"/>
              <a:gd name="connsiteY73" fmla="*/ 118915 h 1161397"/>
              <a:gd name="connsiteX74" fmla="*/ 4617330 w 6884912"/>
              <a:gd name="connsiteY74" fmla="*/ 111163 h 1161397"/>
              <a:gd name="connsiteX75" fmla="*/ 4659778 w 6884912"/>
              <a:gd name="connsiteY75" fmla="*/ 118219 h 1161397"/>
              <a:gd name="connsiteX76" fmla="*/ 4730870 w 6884912"/>
              <a:gd name="connsiteY76" fmla="*/ 129432 h 1161397"/>
              <a:gd name="connsiteX77" fmla="*/ 4844073 w 6884912"/>
              <a:gd name="connsiteY77" fmla="*/ 161768 h 1161397"/>
              <a:gd name="connsiteX78" fmla="*/ 4856454 w 6884912"/>
              <a:gd name="connsiteY78" fmla="*/ 130488 h 1161397"/>
              <a:gd name="connsiteX79" fmla="*/ 4920038 w 6884912"/>
              <a:gd name="connsiteY79" fmla="*/ 140418 h 1161397"/>
              <a:gd name="connsiteX80" fmla="*/ 5016639 w 6884912"/>
              <a:gd name="connsiteY80" fmla="*/ 158905 h 1161397"/>
              <a:gd name="connsiteX81" fmla="*/ 5072009 w 6884912"/>
              <a:gd name="connsiteY81" fmla="*/ 161502 h 1161397"/>
              <a:gd name="connsiteX82" fmla="*/ 5223626 w 6884912"/>
              <a:gd name="connsiteY82" fmla="*/ 177356 h 1161397"/>
              <a:gd name="connsiteX83" fmla="*/ 5375773 w 6884912"/>
              <a:gd name="connsiteY83" fmla="*/ 199913 h 1161397"/>
              <a:gd name="connsiteX84" fmla="*/ 5467502 w 6884912"/>
              <a:gd name="connsiteY84" fmla="*/ 250963 h 1161397"/>
              <a:gd name="connsiteX85" fmla="*/ 5592395 w 6884912"/>
              <a:gd name="connsiteY85" fmla="*/ 265434 h 1161397"/>
              <a:gd name="connsiteX86" fmla="*/ 5613532 w 6884912"/>
              <a:gd name="connsiteY86" fmla="*/ 273379 h 1161397"/>
              <a:gd name="connsiteX87" fmla="*/ 5642173 w 6884912"/>
              <a:gd name="connsiteY87" fmla="*/ 266904 h 1161397"/>
              <a:gd name="connsiteX88" fmla="*/ 5756910 w 6884912"/>
              <a:gd name="connsiteY88" fmla="*/ 239211 h 1161397"/>
              <a:gd name="connsiteX89" fmla="*/ 5846667 w 6884912"/>
              <a:gd name="connsiteY89" fmla="*/ 201786 h 1161397"/>
              <a:gd name="connsiteX90" fmla="*/ 5960732 w 6884912"/>
              <a:gd name="connsiteY90" fmla="*/ 220708 h 1161397"/>
              <a:gd name="connsiteX91" fmla="*/ 6029542 w 6884912"/>
              <a:gd name="connsiteY91" fmla="*/ 210339 h 1161397"/>
              <a:gd name="connsiteX92" fmla="*/ 6141123 w 6884912"/>
              <a:gd name="connsiteY92" fmla="*/ 159923 h 1161397"/>
              <a:gd name="connsiteX93" fmla="*/ 6290640 w 6884912"/>
              <a:gd name="connsiteY93" fmla="*/ 167441 h 1161397"/>
              <a:gd name="connsiteX94" fmla="*/ 6322806 w 6884912"/>
              <a:gd name="connsiteY94" fmla="*/ 213293 h 1161397"/>
              <a:gd name="connsiteX95" fmla="*/ 6380420 w 6884912"/>
              <a:gd name="connsiteY95" fmla="*/ 173195 h 1161397"/>
              <a:gd name="connsiteX96" fmla="*/ 6507891 w 6884912"/>
              <a:gd name="connsiteY96" fmla="*/ 118474 h 1161397"/>
              <a:gd name="connsiteX97" fmla="*/ 6571807 w 6884912"/>
              <a:gd name="connsiteY97" fmla="*/ 98636 h 1161397"/>
              <a:gd name="connsiteX98" fmla="*/ 6671880 w 6884912"/>
              <a:gd name="connsiteY98" fmla="*/ 82931 h 1161397"/>
              <a:gd name="connsiteX99" fmla="*/ 6702266 w 6884912"/>
              <a:gd name="connsiteY99" fmla="*/ 75470 h 1161397"/>
              <a:gd name="connsiteX100" fmla="*/ 6845802 w 6884912"/>
              <a:gd name="connsiteY100" fmla="*/ 24496 h 1161397"/>
              <a:gd name="connsiteX101" fmla="*/ 6884912 w 6884912"/>
              <a:gd name="connsiteY101"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38051 w 6884912"/>
              <a:gd name="connsiteY15" fmla="*/ 702034 h 1161397"/>
              <a:gd name="connsiteX16" fmla="*/ 1178135 w 6884912"/>
              <a:gd name="connsiteY16" fmla="*/ 698631 h 1161397"/>
              <a:gd name="connsiteX17" fmla="*/ 1178301 w 6884912"/>
              <a:gd name="connsiteY17" fmla="*/ 698094 h 1161397"/>
              <a:gd name="connsiteX18" fmla="*/ 1242716 w 6884912"/>
              <a:gd name="connsiteY18" fmla="*/ 698052 h 1161397"/>
              <a:gd name="connsiteX19" fmla="*/ 1299977 w 6884912"/>
              <a:gd name="connsiteY19" fmla="*/ 639196 h 1161397"/>
              <a:gd name="connsiteX20" fmla="*/ 1326190 w 6884912"/>
              <a:gd name="connsiteY20" fmla="*/ 625955 h 1161397"/>
              <a:gd name="connsiteX21" fmla="*/ 1339600 w 6884912"/>
              <a:gd name="connsiteY21" fmla="*/ 616295 h 1161397"/>
              <a:gd name="connsiteX22" fmla="*/ 1340054 w 6884912"/>
              <a:gd name="connsiteY22" fmla="*/ 614022 h 1161397"/>
              <a:gd name="connsiteX23" fmla="*/ 1391606 w 6884912"/>
              <a:gd name="connsiteY23" fmla="*/ 615229 h 1161397"/>
              <a:gd name="connsiteX24" fmla="*/ 1397565 w 6884912"/>
              <a:gd name="connsiteY24" fmla="*/ 611490 h 1161397"/>
              <a:gd name="connsiteX25" fmla="*/ 1432302 w 6884912"/>
              <a:gd name="connsiteY25" fmla="*/ 617267 h 1161397"/>
              <a:gd name="connsiteX26" fmla="*/ 1449644 w 6884912"/>
              <a:gd name="connsiteY26" fmla="*/ 617591 h 1161397"/>
              <a:gd name="connsiteX27" fmla="*/ 1455793 w 6884912"/>
              <a:gd name="connsiteY27" fmla="*/ 623174 h 1161397"/>
              <a:gd name="connsiteX28" fmla="*/ 1480758 w 6884912"/>
              <a:gd name="connsiteY28" fmla="*/ 620863 h 1161397"/>
              <a:gd name="connsiteX29" fmla="*/ 1483154 w 6884912"/>
              <a:gd name="connsiteY29" fmla="*/ 618527 h 1161397"/>
              <a:gd name="connsiteX30" fmla="*/ 1505495 w 6884912"/>
              <a:gd name="connsiteY30" fmla="*/ 624325 h 1161397"/>
              <a:gd name="connsiteX31" fmla="*/ 1526340 w 6884912"/>
              <a:gd name="connsiteY31" fmla="*/ 638496 h 1161397"/>
              <a:gd name="connsiteX32" fmla="*/ 1731986 w 6884912"/>
              <a:gd name="connsiteY32" fmla="*/ 589682 h 1161397"/>
              <a:gd name="connsiteX33" fmla="*/ 1927935 w 6884912"/>
              <a:gd name="connsiteY33" fmla="*/ 628540 h 1161397"/>
              <a:gd name="connsiteX34" fmla="*/ 2039075 w 6884912"/>
              <a:gd name="connsiteY34" fmla="*/ 599964 h 1161397"/>
              <a:gd name="connsiteX35" fmla="*/ 2066980 w 6884912"/>
              <a:gd name="connsiteY35" fmla="*/ 550413 h 1161397"/>
              <a:gd name="connsiteX36" fmla="*/ 2352236 w 6884912"/>
              <a:gd name="connsiteY36" fmla="*/ 519602 h 1161397"/>
              <a:gd name="connsiteX37" fmla="*/ 2420791 w 6884912"/>
              <a:gd name="connsiteY37" fmla="*/ 492826 h 1161397"/>
              <a:gd name="connsiteX38" fmla="*/ 2489932 w 6884912"/>
              <a:gd name="connsiteY38" fmla="*/ 507864 h 1161397"/>
              <a:gd name="connsiteX39" fmla="*/ 2512917 w 6884912"/>
              <a:gd name="connsiteY39" fmla="*/ 489127 h 1161397"/>
              <a:gd name="connsiteX40" fmla="*/ 2516783 w 6884912"/>
              <a:gd name="connsiteY40" fmla="*/ 485473 h 1161397"/>
              <a:gd name="connsiteX41" fmla="*/ 2534360 w 6884912"/>
              <a:gd name="connsiteY41" fmla="*/ 480064 h 1161397"/>
              <a:gd name="connsiteX42" fmla="*/ 2536691 w 6884912"/>
              <a:gd name="connsiteY42" fmla="*/ 467018 h 1161397"/>
              <a:gd name="connsiteX43" fmla="*/ 2561265 w 6884912"/>
              <a:gd name="connsiteY43" fmla="*/ 450623 h 1161397"/>
              <a:gd name="connsiteX44" fmla="*/ 2594349 w 6884912"/>
              <a:gd name="connsiteY44" fmla="*/ 443884 h 1161397"/>
              <a:gd name="connsiteX45" fmla="*/ 2754324 w 6884912"/>
              <a:gd name="connsiteY45" fmla="*/ 424766 h 1161397"/>
              <a:gd name="connsiteX46" fmla="*/ 2848470 w 6884912"/>
              <a:gd name="connsiteY46" fmla="*/ 405966 h 1161397"/>
              <a:gd name="connsiteX47" fmla="*/ 2881772 w 6884912"/>
              <a:gd name="connsiteY47" fmla="*/ 387260 h 1161397"/>
              <a:gd name="connsiteX48" fmla="*/ 2929932 w 6884912"/>
              <a:gd name="connsiteY48" fmla="*/ 368912 h 1161397"/>
              <a:gd name="connsiteX49" fmla="*/ 3013020 w 6884912"/>
              <a:gd name="connsiteY49" fmla="*/ 327578 h 1161397"/>
              <a:gd name="connsiteX50" fmla="*/ 3222191 w 6884912"/>
              <a:gd name="connsiteY50" fmla="*/ 307887 h 1161397"/>
              <a:gd name="connsiteX51" fmla="*/ 3227953 w 6884912"/>
              <a:gd name="connsiteY51" fmla="*/ 297650 h 1161397"/>
              <a:gd name="connsiteX52" fmla="*/ 3510042 w 6884912"/>
              <a:gd name="connsiteY52" fmla="*/ 311820 h 1161397"/>
              <a:gd name="connsiteX53" fmla="*/ 3626773 w 6884912"/>
              <a:gd name="connsiteY53" fmla="*/ 290452 h 1161397"/>
              <a:gd name="connsiteX54" fmla="*/ 3666217 w 6884912"/>
              <a:gd name="connsiteY54" fmla="*/ 273255 h 1161397"/>
              <a:gd name="connsiteX55" fmla="*/ 3732427 w 6884912"/>
              <a:gd name="connsiteY55" fmla="*/ 245039 h 1161397"/>
              <a:gd name="connsiteX56" fmla="*/ 3777022 w 6884912"/>
              <a:gd name="connsiteY56" fmla="*/ 200276 h 1161397"/>
              <a:gd name="connsiteX57" fmla="*/ 3791246 w 6884912"/>
              <a:gd name="connsiteY57" fmla="*/ 189996 h 1161397"/>
              <a:gd name="connsiteX58" fmla="*/ 3819864 w 6884912"/>
              <a:gd name="connsiteY58" fmla="*/ 194605 h 1161397"/>
              <a:gd name="connsiteX59" fmla="*/ 3830398 w 6884912"/>
              <a:gd name="connsiteY59" fmla="*/ 188383 h 1161397"/>
              <a:gd name="connsiteX60" fmla="*/ 3834360 w 6884912"/>
              <a:gd name="connsiteY60" fmla="*/ 188992 h 1161397"/>
              <a:gd name="connsiteX61" fmla="*/ 3843715 w 6884912"/>
              <a:gd name="connsiteY61" fmla="*/ 188752 h 1161397"/>
              <a:gd name="connsiteX62" fmla="*/ 3842609 w 6884912"/>
              <a:gd name="connsiteY62" fmla="*/ 197386 h 1161397"/>
              <a:gd name="connsiteX63" fmla="*/ 3853961 w 6884912"/>
              <a:gd name="connsiteY63" fmla="*/ 213380 h 1161397"/>
              <a:gd name="connsiteX64" fmla="*/ 3907640 w 6884912"/>
              <a:gd name="connsiteY64" fmla="*/ 207568 h 1161397"/>
              <a:gd name="connsiteX65" fmla="*/ 3910449 w 6884912"/>
              <a:gd name="connsiteY65" fmla="*/ 197808 h 1161397"/>
              <a:gd name="connsiteX66" fmla="*/ 3917197 w 6884912"/>
              <a:gd name="connsiteY66" fmla="*/ 196121 h 1161397"/>
              <a:gd name="connsiteX67" fmla="*/ 3922400 w 6884912"/>
              <a:gd name="connsiteY67" fmla="*/ 205056 h 1161397"/>
              <a:gd name="connsiteX68" fmla="*/ 4013061 w 6884912"/>
              <a:gd name="connsiteY68" fmla="*/ 224874 h 1161397"/>
              <a:gd name="connsiteX69" fmla="*/ 4220717 w 6884912"/>
              <a:gd name="connsiteY69" fmla="*/ 192946 h 1161397"/>
              <a:gd name="connsiteX70" fmla="*/ 4228802 w 6884912"/>
              <a:gd name="connsiteY70" fmla="*/ 201468 h 1161397"/>
              <a:gd name="connsiteX71" fmla="*/ 4289361 w 6884912"/>
              <a:gd name="connsiteY71" fmla="*/ 196642 h 1161397"/>
              <a:gd name="connsiteX72" fmla="*/ 4498913 w 6884912"/>
              <a:gd name="connsiteY72" fmla="*/ 118915 h 1161397"/>
              <a:gd name="connsiteX73" fmla="*/ 4617330 w 6884912"/>
              <a:gd name="connsiteY73" fmla="*/ 111163 h 1161397"/>
              <a:gd name="connsiteX74" fmla="*/ 4659778 w 6884912"/>
              <a:gd name="connsiteY74" fmla="*/ 118219 h 1161397"/>
              <a:gd name="connsiteX75" fmla="*/ 4730870 w 6884912"/>
              <a:gd name="connsiteY75" fmla="*/ 129432 h 1161397"/>
              <a:gd name="connsiteX76" fmla="*/ 4844073 w 6884912"/>
              <a:gd name="connsiteY76" fmla="*/ 161768 h 1161397"/>
              <a:gd name="connsiteX77" fmla="*/ 4856454 w 6884912"/>
              <a:gd name="connsiteY77" fmla="*/ 130488 h 1161397"/>
              <a:gd name="connsiteX78" fmla="*/ 4920038 w 6884912"/>
              <a:gd name="connsiteY78" fmla="*/ 140418 h 1161397"/>
              <a:gd name="connsiteX79" fmla="*/ 5016639 w 6884912"/>
              <a:gd name="connsiteY79" fmla="*/ 158905 h 1161397"/>
              <a:gd name="connsiteX80" fmla="*/ 5072009 w 6884912"/>
              <a:gd name="connsiteY80" fmla="*/ 161502 h 1161397"/>
              <a:gd name="connsiteX81" fmla="*/ 5223626 w 6884912"/>
              <a:gd name="connsiteY81" fmla="*/ 177356 h 1161397"/>
              <a:gd name="connsiteX82" fmla="*/ 5375773 w 6884912"/>
              <a:gd name="connsiteY82" fmla="*/ 199913 h 1161397"/>
              <a:gd name="connsiteX83" fmla="*/ 5467502 w 6884912"/>
              <a:gd name="connsiteY83" fmla="*/ 250963 h 1161397"/>
              <a:gd name="connsiteX84" fmla="*/ 5592395 w 6884912"/>
              <a:gd name="connsiteY84" fmla="*/ 265434 h 1161397"/>
              <a:gd name="connsiteX85" fmla="*/ 5613532 w 6884912"/>
              <a:gd name="connsiteY85" fmla="*/ 273379 h 1161397"/>
              <a:gd name="connsiteX86" fmla="*/ 5642173 w 6884912"/>
              <a:gd name="connsiteY86" fmla="*/ 266904 h 1161397"/>
              <a:gd name="connsiteX87" fmla="*/ 5756910 w 6884912"/>
              <a:gd name="connsiteY87" fmla="*/ 239211 h 1161397"/>
              <a:gd name="connsiteX88" fmla="*/ 5846667 w 6884912"/>
              <a:gd name="connsiteY88" fmla="*/ 201786 h 1161397"/>
              <a:gd name="connsiteX89" fmla="*/ 5960732 w 6884912"/>
              <a:gd name="connsiteY89" fmla="*/ 220708 h 1161397"/>
              <a:gd name="connsiteX90" fmla="*/ 6029542 w 6884912"/>
              <a:gd name="connsiteY90" fmla="*/ 210339 h 1161397"/>
              <a:gd name="connsiteX91" fmla="*/ 6141123 w 6884912"/>
              <a:gd name="connsiteY91" fmla="*/ 159923 h 1161397"/>
              <a:gd name="connsiteX92" fmla="*/ 6290640 w 6884912"/>
              <a:gd name="connsiteY92" fmla="*/ 167441 h 1161397"/>
              <a:gd name="connsiteX93" fmla="*/ 6322806 w 6884912"/>
              <a:gd name="connsiteY93" fmla="*/ 213293 h 1161397"/>
              <a:gd name="connsiteX94" fmla="*/ 6380420 w 6884912"/>
              <a:gd name="connsiteY94" fmla="*/ 173195 h 1161397"/>
              <a:gd name="connsiteX95" fmla="*/ 6507891 w 6884912"/>
              <a:gd name="connsiteY95" fmla="*/ 118474 h 1161397"/>
              <a:gd name="connsiteX96" fmla="*/ 6571807 w 6884912"/>
              <a:gd name="connsiteY96" fmla="*/ 98636 h 1161397"/>
              <a:gd name="connsiteX97" fmla="*/ 6671880 w 6884912"/>
              <a:gd name="connsiteY97" fmla="*/ 82931 h 1161397"/>
              <a:gd name="connsiteX98" fmla="*/ 6702266 w 6884912"/>
              <a:gd name="connsiteY98" fmla="*/ 75470 h 1161397"/>
              <a:gd name="connsiteX99" fmla="*/ 6845802 w 6884912"/>
              <a:gd name="connsiteY99" fmla="*/ 24496 h 1161397"/>
              <a:gd name="connsiteX100" fmla="*/ 6884912 w 6884912"/>
              <a:gd name="connsiteY100"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78135 w 6884912"/>
              <a:gd name="connsiteY15" fmla="*/ 698631 h 1161397"/>
              <a:gd name="connsiteX16" fmla="*/ 1178301 w 6884912"/>
              <a:gd name="connsiteY16" fmla="*/ 698094 h 1161397"/>
              <a:gd name="connsiteX17" fmla="*/ 1242716 w 6884912"/>
              <a:gd name="connsiteY17" fmla="*/ 698052 h 1161397"/>
              <a:gd name="connsiteX18" fmla="*/ 1299977 w 6884912"/>
              <a:gd name="connsiteY18" fmla="*/ 639196 h 1161397"/>
              <a:gd name="connsiteX19" fmla="*/ 1326190 w 6884912"/>
              <a:gd name="connsiteY19" fmla="*/ 625955 h 1161397"/>
              <a:gd name="connsiteX20" fmla="*/ 1339600 w 6884912"/>
              <a:gd name="connsiteY20" fmla="*/ 616295 h 1161397"/>
              <a:gd name="connsiteX21" fmla="*/ 1340054 w 6884912"/>
              <a:gd name="connsiteY21" fmla="*/ 614022 h 1161397"/>
              <a:gd name="connsiteX22" fmla="*/ 1391606 w 6884912"/>
              <a:gd name="connsiteY22" fmla="*/ 615229 h 1161397"/>
              <a:gd name="connsiteX23" fmla="*/ 1397565 w 6884912"/>
              <a:gd name="connsiteY23" fmla="*/ 611490 h 1161397"/>
              <a:gd name="connsiteX24" fmla="*/ 1432302 w 6884912"/>
              <a:gd name="connsiteY24" fmla="*/ 617267 h 1161397"/>
              <a:gd name="connsiteX25" fmla="*/ 1449644 w 6884912"/>
              <a:gd name="connsiteY25" fmla="*/ 617591 h 1161397"/>
              <a:gd name="connsiteX26" fmla="*/ 1455793 w 6884912"/>
              <a:gd name="connsiteY26" fmla="*/ 623174 h 1161397"/>
              <a:gd name="connsiteX27" fmla="*/ 1480758 w 6884912"/>
              <a:gd name="connsiteY27" fmla="*/ 620863 h 1161397"/>
              <a:gd name="connsiteX28" fmla="*/ 1483154 w 6884912"/>
              <a:gd name="connsiteY28" fmla="*/ 618527 h 1161397"/>
              <a:gd name="connsiteX29" fmla="*/ 1505495 w 6884912"/>
              <a:gd name="connsiteY29" fmla="*/ 624325 h 1161397"/>
              <a:gd name="connsiteX30" fmla="*/ 1526340 w 6884912"/>
              <a:gd name="connsiteY30" fmla="*/ 638496 h 1161397"/>
              <a:gd name="connsiteX31" fmla="*/ 1731986 w 6884912"/>
              <a:gd name="connsiteY31" fmla="*/ 589682 h 1161397"/>
              <a:gd name="connsiteX32" fmla="*/ 1927935 w 6884912"/>
              <a:gd name="connsiteY32" fmla="*/ 628540 h 1161397"/>
              <a:gd name="connsiteX33" fmla="*/ 2039075 w 6884912"/>
              <a:gd name="connsiteY33" fmla="*/ 599964 h 1161397"/>
              <a:gd name="connsiteX34" fmla="*/ 2066980 w 6884912"/>
              <a:gd name="connsiteY34" fmla="*/ 550413 h 1161397"/>
              <a:gd name="connsiteX35" fmla="*/ 2352236 w 6884912"/>
              <a:gd name="connsiteY35" fmla="*/ 519602 h 1161397"/>
              <a:gd name="connsiteX36" fmla="*/ 2420791 w 6884912"/>
              <a:gd name="connsiteY36" fmla="*/ 492826 h 1161397"/>
              <a:gd name="connsiteX37" fmla="*/ 2489932 w 6884912"/>
              <a:gd name="connsiteY37" fmla="*/ 507864 h 1161397"/>
              <a:gd name="connsiteX38" fmla="*/ 2512917 w 6884912"/>
              <a:gd name="connsiteY38" fmla="*/ 489127 h 1161397"/>
              <a:gd name="connsiteX39" fmla="*/ 2516783 w 6884912"/>
              <a:gd name="connsiteY39" fmla="*/ 485473 h 1161397"/>
              <a:gd name="connsiteX40" fmla="*/ 2534360 w 6884912"/>
              <a:gd name="connsiteY40" fmla="*/ 480064 h 1161397"/>
              <a:gd name="connsiteX41" fmla="*/ 2536691 w 6884912"/>
              <a:gd name="connsiteY41" fmla="*/ 467018 h 1161397"/>
              <a:gd name="connsiteX42" fmla="*/ 2561265 w 6884912"/>
              <a:gd name="connsiteY42" fmla="*/ 450623 h 1161397"/>
              <a:gd name="connsiteX43" fmla="*/ 2594349 w 6884912"/>
              <a:gd name="connsiteY43" fmla="*/ 443884 h 1161397"/>
              <a:gd name="connsiteX44" fmla="*/ 2754324 w 6884912"/>
              <a:gd name="connsiteY44" fmla="*/ 424766 h 1161397"/>
              <a:gd name="connsiteX45" fmla="*/ 2848470 w 6884912"/>
              <a:gd name="connsiteY45" fmla="*/ 405966 h 1161397"/>
              <a:gd name="connsiteX46" fmla="*/ 2881772 w 6884912"/>
              <a:gd name="connsiteY46" fmla="*/ 387260 h 1161397"/>
              <a:gd name="connsiteX47" fmla="*/ 2929932 w 6884912"/>
              <a:gd name="connsiteY47" fmla="*/ 368912 h 1161397"/>
              <a:gd name="connsiteX48" fmla="*/ 3013020 w 6884912"/>
              <a:gd name="connsiteY48" fmla="*/ 327578 h 1161397"/>
              <a:gd name="connsiteX49" fmla="*/ 3222191 w 6884912"/>
              <a:gd name="connsiteY49" fmla="*/ 307887 h 1161397"/>
              <a:gd name="connsiteX50" fmla="*/ 3227953 w 6884912"/>
              <a:gd name="connsiteY50" fmla="*/ 297650 h 1161397"/>
              <a:gd name="connsiteX51" fmla="*/ 3510042 w 6884912"/>
              <a:gd name="connsiteY51" fmla="*/ 311820 h 1161397"/>
              <a:gd name="connsiteX52" fmla="*/ 3626773 w 6884912"/>
              <a:gd name="connsiteY52" fmla="*/ 290452 h 1161397"/>
              <a:gd name="connsiteX53" fmla="*/ 3666217 w 6884912"/>
              <a:gd name="connsiteY53" fmla="*/ 273255 h 1161397"/>
              <a:gd name="connsiteX54" fmla="*/ 3732427 w 6884912"/>
              <a:gd name="connsiteY54" fmla="*/ 245039 h 1161397"/>
              <a:gd name="connsiteX55" fmla="*/ 3777022 w 6884912"/>
              <a:gd name="connsiteY55" fmla="*/ 200276 h 1161397"/>
              <a:gd name="connsiteX56" fmla="*/ 3791246 w 6884912"/>
              <a:gd name="connsiteY56" fmla="*/ 189996 h 1161397"/>
              <a:gd name="connsiteX57" fmla="*/ 3819864 w 6884912"/>
              <a:gd name="connsiteY57" fmla="*/ 194605 h 1161397"/>
              <a:gd name="connsiteX58" fmla="*/ 3830398 w 6884912"/>
              <a:gd name="connsiteY58" fmla="*/ 188383 h 1161397"/>
              <a:gd name="connsiteX59" fmla="*/ 3834360 w 6884912"/>
              <a:gd name="connsiteY59" fmla="*/ 188992 h 1161397"/>
              <a:gd name="connsiteX60" fmla="*/ 3843715 w 6884912"/>
              <a:gd name="connsiteY60" fmla="*/ 188752 h 1161397"/>
              <a:gd name="connsiteX61" fmla="*/ 3842609 w 6884912"/>
              <a:gd name="connsiteY61" fmla="*/ 197386 h 1161397"/>
              <a:gd name="connsiteX62" fmla="*/ 3853961 w 6884912"/>
              <a:gd name="connsiteY62" fmla="*/ 213380 h 1161397"/>
              <a:gd name="connsiteX63" fmla="*/ 3907640 w 6884912"/>
              <a:gd name="connsiteY63" fmla="*/ 207568 h 1161397"/>
              <a:gd name="connsiteX64" fmla="*/ 3910449 w 6884912"/>
              <a:gd name="connsiteY64" fmla="*/ 197808 h 1161397"/>
              <a:gd name="connsiteX65" fmla="*/ 3917197 w 6884912"/>
              <a:gd name="connsiteY65" fmla="*/ 196121 h 1161397"/>
              <a:gd name="connsiteX66" fmla="*/ 3922400 w 6884912"/>
              <a:gd name="connsiteY66" fmla="*/ 205056 h 1161397"/>
              <a:gd name="connsiteX67" fmla="*/ 4013061 w 6884912"/>
              <a:gd name="connsiteY67" fmla="*/ 224874 h 1161397"/>
              <a:gd name="connsiteX68" fmla="*/ 4220717 w 6884912"/>
              <a:gd name="connsiteY68" fmla="*/ 192946 h 1161397"/>
              <a:gd name="connsiteX69" fmla="*/ 4228802 w 6884912"/>
              <a:gd name="connsiteY69" fmla="*/ 201468 h 1161397"/>
              <a:gd name="connsiteX70" fmla="*/ 4289361 w 6884912"/>
              <a:gd name="connsiteY70" fmla="*/ 196642 h 1161397"/>
              <a:gd name="connsiteX71" fmla="*/ 4498913 w 6884912"/>
              <a:gd name="connsiteY71" fmla="*/ 118915 h 1161397"/>
              <a:gd name="connsiteX72" fmla="*/ 4617330 w 6884912"/>
              <a:gd name="connsiteY72" fmla="*/ 111163 h 1161397"/>
              <a:gd name="connsiteX73" fmla="*/ 4659778 w 6884912"/>
              <a:gd name="connsiteY73" fmla="*/ 118219 h 1161397"/>
              <a:gd name="connsiteX74" fmla="*/ 4730870 w 6884912"/>
              <a:gd name="connsiteY74" fmla="*/ 129432 h 1161397"/>
              <a:gd name="connsiteX75" fmla="*/ 4844073 w 6884912"/>
              <a:gd name="connsiteY75" fmla="*/ 161768 h 1161397"/>
              <a:gd name="connsiteX76" fmla="*/ 4856454 w 6884912"/>
              <a:gd name="connsiteY76" fmla="*/ 130488 h 1161397"/>
              <a:gd name="connsiteX77" fmla="*/ 4920038 w 6884912"/>
              <a:gd name="connsiteY77" fmla="*/ 140418 h 1161397"/>
              <a:gd name="connsiteX78" fmla="*/ 5016639 w 6884912"/>
              <a:gd name="connsiteY78" fmla="*/ 158905 h 1161397"/>
              <a:gd name="connsiteX79" fmla="*/ 5072009 w 6884912"/>
              <a:gd name="connsiteY79" fmla="*/ 161502 h 1161397"/>
              <a:gd name="connsiteX80" fmla="*/ 5223626 w 6884912"/>
              <a:gd name="connsiteY80" fmla="*/ 177356 h 1161397"/>
              <a:gd name="connsiteX81" fmla="*/ 5375773 w 6884912"/>
              <a:gd name="connsiteY81" fmla="*/ 199913 h 1161397"/>
              <a:gd name="connsiteX82" fmla="*/ 5467502 w 6884912"/>
              <a:gd name="connsiteY82" fmla="*/ 250963 h 1161397"/>
              <a:gd name="connsiteX83" fmla="*/ 5592395 w 6884912"/>
              <a:gd name="connsiteY83" fmla="*/ 265434 h 1161397"/>
              <a:gd name="connsiteX84" fmla="*/ 5613532 w 6884912"/>
              <a:gd name="connsiteY84" fmla="*/ 273379 h 1161397"/>
              <a:gd name="connsiteX85" fmla="*/ 5642173 w 6884912"/>
              <a:gd name="connsiteY85" fmla="*/ 266904 h 1161397"/>
              <a:gd name="connsiteX86" fmla="*/ 5756910 w 6884912"/>
              <a:gd name="connsiteY86" fmla="*/ 239211 h 1161397"/>
              <a:gd name="connsiteX87" fmla="*/ 5846667 w 6884912"/>
              <a:gd name="connsiteY87" fmla="*/ 201786 h 1161397"/>
              <a:gd name="connsiteX88" fmla="*/ 5960732 w 6884912"/>
              <a:gd name="connsiteY88" fmla="*/ 220708 h 1161397"/>
              <a:gd name="connsiteX89" fmla="*/ 6029542 w 6884912"/>
              <a:gd name="connsiteY89" fmla="*/ 210339 h 1161397"/>
              <a:gd name="connsiteX90" fmla="*/ 6141123 w 6884912"/>
              <a:gd name="connsiteY90" fmla="*/ 159923 h 1161397"/>
              <a:gd name="connsiteX91" fmla="*/ 6290640 w 6884912"/>
              <a:gd name="connsiteY91" fmla="*/ 167441 h 1161397"/>
              <a:gd name="connsiteX92" fmla="*/ 6322806 w 6884912"/>
              <a:gd name="connsiteY92" fmla="*/ 213293 h 1161397"/>
              <a:gd name="connsiteX93" fmla="*/ 6380420 w 6884912"/>
              <a:gd name="connsiteY93" fmla="*/ 173195 h 1161397"/>
              <a:gd name="connsiteX94" fmla="*/ 6507891 w 6884912"/>
              <a:gd name="connsiteY94" fmla="*/ 118474 h 1161397"/>
              <a:gd name="connsiteX95" fmla="*/ 6571807 w 6884912"/>
              <a:gd name="connsiteY95" fmla="*/ 98636 h 1161397"/>
              <a:gd name="connsiteX96" fmla="*/ 6671880 w 6884912"/>
              <a:gd name="connsiteY96" fmla="*/ 82931 h 1161397"/>
              <a:gd name="connsiteX97" fmla="*/ 6702266 w 6884912"/>
              <a:gd name="connsiteY97" fmla="*/ 75470 h 1161397"/>
              <a:gd name="connsiteX98" fmla="*/ 6845802 w 6884912"/>
              <a:gd name="connsiteY98" fmla="*/ 24496 h 1161397"/>
              <a:gd name="connsiteX99" fmla="*/ 6884912 w 6884912"/>
              <a:gd name="connsiteY99"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178135 w 6884912"/>
              <a:gd name="connsiteY15" fmla="*/ 698631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1224 w 6884912"/>
              <a:gd name="connsiteY14" fmla="*/ 706160 h 1161397"/>
              <a:gd name="connsiteX15" fmla="*/ 1207847 w 6884912"/>
              <a:gd name="connsiteY15" fmla="*/ 689087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11320 h 1161397"/>
              <a:gd name="connsiteX5" fmla="*/ 213420 w 6884912"/>
              <a:gd name="connsiteY5" fmla="*/ 1056868 h 1161397"/>
              <a:gd name="connsiteX6" fmla="*/ 454970 w 6884912"/>
              <a:gd name="connsiteY6" fmla="*/ 1023343 h 1161397"/>
              <a:gd name="connsiteX7" fmla="*/ 548162 w 6884912"/>
              <a:gd name="connsiteY7" fmla="*/ 984908 h 1161397"/>
              <a:gd name="connsiteX8" fmla="*/ 651408 w 6884912"/>
              <a:gd name="connsiteY8" fmla="*/ 984938 h 1161397"/>
              <a:gd name="connsiteX9" fmla="*/ 723108 w 6884912"/>
              <a:gd name="connsiteY9" fmla="*/ 941904 h 1161397"/>
              <a:gd name="connsiteX10" fmla="*/ 797699 w 6884912"/>
              <a:gd name="connsiteY10" fmla="*/ 931362 h 1161397"/>
              <a:gd name="connsiteX11" fmla="*/ 843359 w 6884912"/>
              <a:gd name="connsiteY11" fmla="*/ 910894 h 1161397"/>
              <a:gd name="connsiteX12" fmla="*/ 965215 w 6884912"/>
              <a:gd name="connsiteY12" fmla="*/ 846701 h 1161397"/>
              <a:gd name="connsiteX13" fmla="*/ 1085080 w 6884912"/>
              <a:gd name="connsiteY13" fmla="*/ 776086 h 1161397"/>
              <a:gd name="connsiteX14" fmla="*/ 1137166 w 6884912"/>
              <a:gd name="connsiteY14" fmla="*/ 744338 h 1161397"/>
              <a:gd name="connsiteX15" fmla="*/ 1207847 w 6884912"/>
              <a:gd name="connsiteY15" fmla="*/ 689087 h 1161397"/>
              <a:gd name="connsiteX16" fmla="*/ 1242716 w 6884912"/>
              <a:gd name="connsiteY16" fmla="*/ 698052 h 1161397"/>
              <a:gd name="connsiteX17" fmla="*/ 1299977 w 6884912"/>
              <a:gd name="connsiteY17" fmla="*/ 639196 h 1161397"/>
              <a:gd name="connsiteX18" fmla="*/ 1326190 w 6884912"/>
              <a:gd name="connsiteY18" fmla="*/ 625955 h 1161397"/>
              <a:gd name="connsiteX19" fmla="*/ 1339600 w 6884912"/>
              <a:gd name="connsiteY19" fmla="*/ 616295 h 1161397"/>
              <a:gd name="connsiteX20" fmla="*/ 1340054 w 6884912"/>
              <a:gd name="connsiteY20" fmla="*/ 614022 h 1161397"/>
              <a:gd name="connsiteX21" fmla="*/ 1391606 w 6884912"/>
              <a:gd name="connsiteY21" fmla="*/ 615229 h 1161397"/>
              <a:gd name="connsiteX22" fmla="*/ 1397565 w 6884912"/>
              <a:gd name="connsiteY22" fmla="*/ 611490 h 1161397"/>
              <a:gd name="connsiteX23" fmla="*/ 1432302 w 6884912"/>
              <a:gd name="connsiteY23" fmla="*/ 617267 h 1161397"/>
              <a:gd name="connsiteX24" fmla="*/ 1449644 w 6884912"/>
              <a:gd name="connsiteY24" fmla="*/ 617591 h 1161397"/>
              <a:gd name="connsiteX25" fmla="*/ 1455793 w 6884912"/>
              <a:gd name="connsiteY25" fmla="*/ 623174 h 1161397"/>
              <a:gd name="connsiteX26" fmla="*/ 1480758 w 6884912"/>
              <a:gd name="connsiteY26" fmla="*/ 620863 h 1161397"/>
              <a:gd name="connsiteX27" fmla="*/ 1483154 w 6884912"/>
              <a:gd name="connsiteY27" fmla="*/ 618527 h 1161397"/>
              <a:gd name="connsiteX28" fmla="*/ 1505495 w 6884912"/>
              <a:gd name="connsiteY28" fmla="*/ 624325 h 1161397"/>
              <a:gd name="connsiteX29" fmla="*/ 1526340 w 6884912"/>
              <a:gd name="connsiteY29" fmla="*/ 638496 h 1161397"/>
              <a:gd name="connsiteX30" fmla="*/ 1731986 w 6884912"/>
              <a:gd name="connsiteY30" fmla="*/ 589682 h 1161397"/>
              <a:gd name="connsiteX31" fmla="*/ 1927935 w 6884912"/>
              <a:gd name="connsiteY31" fmla="*/ 628540 h 1161397"/>
              <a:gd name="connsiteX32" fmla="*/ 2039075 w 6884912"/>
              <a:gd name="connsiteY32" fmla="*/ 599964 h 1161397"/>
              <a:gd name="connsiteX33" fmla="*/ 2066980 w 6884912"/>
              <a:gd name="connsiteY33" fmla="*/ 550413 h 1161397"/>
              <a:gd name="connsiteX34" fmla="*/ 2352236 w 6884912"/>
              <a:gd name="connsiteY34" fmla="*/ 519602 h 1161397"/>
              <a:gd name="connsiteX35" fmla="*/ 2420791 w 6884912"/>
              <a:gd name="connsiteY35" fmla="*/ 492826 h 1161397"/>
              <a:gd name="connsiteX36" fmla="*/ 2489932 w 6884912"/>
              <a:gd name="connsiteY36" fmla="*/ 507864 h 1161397"/>
              <a:gd name="connsiteX37" fmla="*/ 2512917 w 6884912"/>
              <a:gd name="connsiteY37" fmla="*/ 489127 h 1161397"/>
              <a:gd name="connsiteX38" fmla="*/ 2516783 w 6884912"/>
              <a:gd name="connsiteY38" fmla="*/ 485473 h 1161397"/>
              <a:gd name="connsiteX39" fmla="*/ 2534360 w 6884912"/>
              <a:gd name="connsiteY39" fmla="*/ 480064 h 1161397"/>
              <a:gd name="connsiteX40" fmla="*/ 2536691 w 6884912"/>
              <a:gd name="connsiteY40" fmla="*/ 467018 h 1161397"/>
              <a:gd name="connsiteX41" fmla="*/ 2561265 w 6884912"/>
              <a:gd name="connsiteY41" fmla="*/ 450623 h 1161397"/>
              <a:gd name="connsiteX42" fmla="*/ 2594349 w 6884912"/>
              <a:gd name="connsiteY42" fmla="*/ 443884 h 1161397"/>
              <a:gd name="connsiteX43" fmla="*/ 2754324 w 6884912"/>
              <a:gd name="connsiteY43" fmla="*/ 424766 h 1161397"/>
              <a:gd name="connsiteX44" fmla="*/ 2848470 w 6884912"/>
              <a:gd name="connsiteY44" fmla="*/ 405966 h 1161397"/>
              <a:gd name="connsiteX45" fmla="*/ 2881772 w 6884912"/>
              <a:gd name="connsiteY45" fmla="*/ 387260 h 1161397"/>
              <a:gd name="connsiteX46" fmla="*/ 2929932 w 6884912"/>
              <a:gd name="connsiteY46" fmla="*/ 368912 h 1161397"/>
              <a:gd name="connsiteX47" fmla="*/ 3013020 w 6884912"/>
              <a:gd name="connsiteY47" fmla="*/ 327578 h 1161397"/>
              <a:gd name="connsiteX48" fmla="*/ 3222191 w 6884912"/>
              <a:gd name="connsiteY48" fmla="*/ 307887 h 1161397"/>
              <a:gd name="connsiteX49" fmla="*/ 3227953 w 6884912"/>
              <a:gd name="connsiteY49" fmla="*/ 297650 h 1161397"/>
              <a:gd name="connsiteX50" fmla="*/ 3510042 w 6884912"/>
              <a:gd name="connsiteY50" fmla="*/ 311820 h 1161397"/>
              <a:gd name="connsiteX51" fmla="*/ 3626773 w 6884912"/>
              <a:gd name="connsiteY51" fmla="*/ 290452 h 1161397"/>
              <a:gd name="connsiteX52" fmla="*/ 3666217 w 6884912"/>
              <a:gd name="connsiteY52" fmla="*/ 273255 h 1161397"/>
              <a:gd name="connsiteX53" fmla="*/ 3732427 w 6884912"/>
              <a:gd name="connsiteY53" fmla="*/ 245039 h 1161397"/>
              <a:gd name="connsiteX54" fmla="*/ 3777022 w 6884912"/>
              <a:gd name="connsiteY54" fmla="*/ 200276 h 1161397"/>
              <a:gd name="connsiteX55" fmla="*/ 3791246 w 6884912"/>
              <a:gd name="connsiteY55" fmla="*/ 189996 h 1161397"/>
              <a:gd name="connsiteX56" fmla="*/ 3819864 w 6884912"/>
              <a:gd name="connsiteY56" fmla="*/ 194605 h 1161397"/>
              <a:gd name="connsiteX57" fmla="*/ 3830398 w 6884912"/>
              <a:gd name="connsiteY57" fmla="*/ 188383 h 1161397"/>
              <a:gd name="connsiteX58" fmla="*/ 3834360 w 6884912"/>
              <a:gd name="connsiteY58" fmla="*/ 188992 h 1161397"/>
              <a:gd name="connsiteX59" fmla="*/ 3843715 w 6884912"/>
              <a:gd name="connsiteY59" fmla="*/ 188752 h 1161397"/>
              <a:gd name="connsiteX60" fmla="*/ 3842609 w 6884912"/>
              <a:gd name="connsiteY60" fmla="*/ 197386 h 1161397"/>
              <a:gd name="connsiteX61" fmla="*/ 3853961 w 6884912"/>
              <a:gd name="connsiteY61" fmla="*/ 213380 h 1161397"/>
              <a:gd name="connsiteX62" fmla="*/ 3907640 w 6884912"/>
              <a:gd name="connsiteY62" fmla="*/ 207568 h 1161397"/>
              <a:gd name="connsiteX63" fmla="*/ 3910449 w 6884912"/>
              <a:gd name="connsiteY63" fmla="*/ 197808 h 1161397"/>
              <a:gd name="connsiteX64" fmla="*/ 3917197 w 6884912"/>
              <a:gd name="connsiteY64" fmla="*/ 196121 h 1161397"/>
              <a:gd name="connsiteX65" fmla="*/ 3922400 w 6884912"/>
              <a:gd name="connsiteY65" fmla="*/ 205056 h 1161397"/>
              <a:gd name="connsiteX66" fmla="*/ 4013061 w 6884912"/>
              <a:gd name="connsiteY66" fmla="*/ 224874 h 1161397"/>
              <a:gd name="connsiteX67" fmla="*/ 4220717 w 6884912"/>
              <a:gd name="connsiteY67" fmla="*/ 192946 h 1161397"/>
              <a:gd name="connsiteX68" fmla="*/ 4228802 w 6884912"/>
              <a:gd name="connsiteY68" fmla="*/ 201468 h 1161397"/>
              <a:gd name="connsiteX69" fmla="*/ 4289361 w 6884912"/>
              <a:gd name="connsiteY69" fmla="*/ 196642 h 1161397"/>
              <a:gd name="connsiteX70" fmla="*/ 4498913 w 6884912"/>
              <a:gd name="connsiteY70" fmla="*/ 118915 h 1161397"/>
              <a:gd name="connsiteX71" fmla="*/ 4617330 w 6884912"/>
              <a:gd name="connsiteY71" fmla="*/ 111163 h 1161397"/>
              <a:gd name="connsiteX72" fmla="*/ 4659778 w 6884912"/>
              <a:gd name="connsiteY72" fmla="*/ 118219 h 1161397"/>
              <a:gd name="connsiteX73" fmla="*/ 4730870 w 6884912"/>
              <a:gd name="connsiteY73" fmla="*/ 129432 h 1161397"/>
              <a:gd name="connsiteX74" fmla="*/ 4844073 w 6884912"/>
              <a:gd name="connsiteY74" fmla="*/ 161768 h 1161397"/>
              <a:gd name="connsiteX75" fmla="*/ 4856454 w 6884912"/>
              <a:gd name="connsiteY75" fmla="*/ 130488 h 1161397"/>
              <a:gd name="connsiteX76" fmla="*/ 4920038 w 6884912"/>
              <a:gd name="connsiteY76" fmla="*/ 140418 h 1161397"/>
              <a:gd name="connsiteX77" fmla="*/ 5016639 w 6884912"/>
              <a:gd name="connsiteY77" fmla="*/ 158905 h 1161397"/>
              <a:gd name="connsiteX78" fmla="*/ 5072009 w 6884912"/>
              <a:gd name="connsiteY78" fmla="*/ 161502 h 1161397"/>
              <a:gd name="connsiteX79" fmla="*/ 5223626 w 6884912"/>
              <a:gd name="connsiteY79" fmla="*/ 177356 h 1161397"/>
              <a:gd name="connsiteX80" fmla="*/ 5375773 w 6884912"/>
              <a:gd name="connsiteY80" fmla="*/ 199913 h 1161397"/>
              <a:gd name="connsiteX81" fmla="*/ 5467502 w 6884912"/>
              <a:gd name="connsiteY81" fmla="*/ 250963 h 1161397"/>
              <a:gd name="connsiteX82" fmla="*/ 5592395 w 6884912"/>
              <a:gd name="connsiteY82" fmla="*/ 265434 h 1161397"/>
              <a:gd name="connsiteX83" fmla="*/ 5613532 w 6884912"/>
              <a:gd name="connsiteY83" fmla="*/ 273379 h 1161397"/>
              <a:gd name="connsiteX84" fmla="*/ 5642173 w 6884912"/>
              <a:gd name="connsiteY84" fmla="*/ 266904 h 1161397"/>
              <a:gd name="connsiteX85" fmla="*/ 5756910 w 6884912"/>
              <a:gd name="connsiteY85" fmla="*/ 239211 h 1161397"/>
              <a:gd name="connsiteX86" fmla="*/ 5846667 w 6884912"/>
              <a:gd name="connsiteY86" fmla="*/ 201786 h 1161397"/>
              <a:gd name="connsiteX87" fmla="*/ 5960732 w 6884912"/>
              <a:gd name="connsiteY87" fmla="*/ 220708 h 1161397"/>
              <a:gd name="connsiteX88" fmla="*/ 6029542 w 6884912"/>
              <a:gd name="connsiteY88" fmla="*/ 210339 h 1161397"/>
              <a:gd name="connsiteX89" fmla="*/ 6141123 w 6884912"/>
              <a:gd name="connsiteY89" fmla="*/ 159923 h 1161397"/>
              <a:gd name="connsiteX90" fmla="*/ 6290640 w 6884912"/>
              <a:gd name="connsiteY90" fmla="*/ 167441 h 1161397"/>
              <a:gd name="connsiteX91" fmla="*/ 6322806 w 6884912"/>
              <a:gd name="connsiteY91" fmla="*/ 213293 h 1161397"/>
              <a:gd name="connsiteX92" fmla="*/ 6380420 w 6884912"/>
              <a:gd name="connsiteY92" fmla="*/ 173195 h 1161397"/>
              <a:gd name="connsiteX93" fmla="*/ 6507891 w 6884912"/>
              <a:gd name="connsiteY93" fmla="*/ 118474 h 1161397"/>
              <a:gd name="connsiteX94" fmla="*/ 6571807 w 6884912"/>
              <a:gd name="connsiteY94" fmla="*/ 98636 h 1161397"/>
              <a:gd name="connsiteX95" fmla="*/ 6671880 w 6884912"/>
              <a:gd name="connsiteY95" fmla="*/ 82931 h 1161397"/>
              <a:gd name="connsiteX96" fmla="*/ 6702266 w 6884912"/>
              <a:gd name="connsiteY96" fmla="*/ 75470 h 1161397"/>
              <a:gd name="connsiteX97" fmla="*/ 6845802 w 6884912"/>
              <a:gd name="connsiteY97" fmla="*/ 24496 h 1161397"/>
              <a:gd name="connsiteX98" fmla="*/ 6884912 w 6884912"/>
              <a:gd name="connsiteY98" fmla="*/ 0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6884912" h="1161397">
                <a:moveTo>
                  <a:pt x="6884912" y="0"/>
                </a:moveTo>
                <a:lnTo>
                  <a:pt x="6884912" y="1161397"/>
                </a:lnTo>
                <a:lnTo>
                  <a:pt x="0" y="1161397"/>
                </a:lnTo>
                <a:lnTo>
                  <a:pt x="27135" y="1147460"/>
                </a:lnTo>
                <a:cubicBezTo>
                  <a:pt x="57431" y="1167048"/>
                  <a:pt x="61886" y="1088181"/>
                  <a:pt x="115388" y="1111320"/>
                </a:cubicBezTo>
                <a:cubicBezTo>
                  <a:pt x="146435" y="1096221"/>
                  <a:pt x="156823" y="1079485"/>
                  <a:pt x="213420" y="1056868"/>
                </a:cubicBezTo>
                <a:cubicBezTo>
                  <a:pt x="288217" y="1040787"/>
                  <a:pt x="383333" y="1044881"/>
                  <a:pt x="454970" y="1023343"/>
                </a:cubicBezTo>
                <a:cubicBezTo>
                  <a:pt x="440966" y="999969"/>
                  <a:pt x="571419" y="1006841"/>
                  <a:pt x="548162" y="984908"/>
                </a:cubicBezTo>
                <a:cubicBezTo>
                  <a:pt x="561321" y="956563"/>
                  <a:pt x="637415" y="1010272"/>
                  <a:pt x="651408" y="984938"/>
                </a:cubicBezTo>
                <a:cubicBezTo>
                  <a:pt x="671652" y="980952"/>
                  <a:pt x="698726" y="950833"/>
                  <a:pt x="723108" y="941904"/>
                </a:cubicBezTo>
                <a:cubicBezTo>
                  <a:pt x="760262" y="946949"/>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6251" y="768649"/>
                  <a:pt x="1137166" y="744338"/>
                </a:cubicBezTo>
                <a:lnTo>
                  <a:pt x="1207847" y="689087"/>
                </a:lnTo>
                <a:cubicBezTo>
                  <a:pt x="1226429" y="687736"/>
                  <a:pt x="1222409" y="707958"/>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cubicBezTo>
                  <a:pt x="1339751" y="615537"/>
                  <a:pt x="1339903" y="614780"/>
                  <a:pt x="1340054" y="614022"/>
                </a:cubicBez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61730" y="317407"/>
                  <a:pt x="3186369" y="312875"/>
                  <a:pt x="3222191" y="307887"/>
                </a:cubicBezTo>
                <a:cubicBezTo>
                  <a:pt x="3223593" y="304249"/>
                  <a:pt x="3179978" y="296995"/>
                  <a:pt x="3227953" y="297650"/>
                </a:cubicBezTo>
                <a:cubicBezTo>
                  <a:pt x="3275928" y="298306"/>
                  <a:pt x="3443572" y="313020"/>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62781" y="222856"/>
                  <a:pt x="4184760" y="196847"/>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61586" y="136690"/>
                  <a:pt x="4823142" y="161592"/>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7769" y="214252"/>
                  <a:pt x="6349573" y="188998"/>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lnTo>
                  <a:pt x="6884912"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Voice">
            <a:extLst>
              <a:ext uri="{FF2B5EF4-FFF2-40B4-BE49-F238E27FC236}">
                <a16:creationId xmlns:a16="http://schemas.microsoft.com/office/drawing/2014/main" id="{393EF01E-0689-B877-CF47-61A9ABFF69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899" y="1627071"/>
            <a:ext cx="4029075" cy="4029075"/>
          </a:xfrm>
          <a:prstGeom prst="rect">
            <a:avLst/>
          </a:prstGeom>
        </p:spPr>
      </p:pic>
      <p:sp>
        <p:nvSpPr>
          <p:cNvPr id="3" name="Text Placeholder 2">
            <a:extLst>
              <a:ext uri="{FF2B5EF4-FFF2-40B4-BE49-F238E27FC236}">
                <a16:creationId xmlns:a16="http://schemas.microsoft.com/office/drawing/2014/main" id="{9A8FFB13-7952-FE29-6FEF-E4A44A3DA11B}"/>
              </a:ext>
            </a:extLst>
          </p:cNvPr>
          <p:cNvSpPr>
            <a:spLocks noGrp="1"/>
          </p:cNvSpPr>
          <p:nvPr>
            <p:ph type="body" idx="1"/>
          </p:nvPr>
        </p:nvSpPr>
        <p:spPr>
          <a:xfrm>
            <a:off x="5381625" y="1858695"/>
            <a:ext cx="5816362" cy="3908587"/>
          </a:xfrm>
        </p:spPr>
        <p:txBody>
          <a:bodyPr vert="horz" lIns="91440" tIns="45720" rIns="91440" bIns="45720" rtlCol="0">
            <a:normAutofit/>
          </a:bodyPr>
          <a:lstStyle/>
          <a:p>
            <a:pPr marL="0" indent="0" algn="just">
              <a:buNone/>
            </a:pPr>
            <a:r>
              <a:rPr lang="en-US" sz="2000" dirty="0"/>
              <a:t>When a sound is produced, the condenser microphone converts it into a small electrical signal. This weak signal is amplified by the </a:t>
            </a:r>
            <a:r>
              <a:rPr lang="en-US" sz="2000" b="1" dirty="0"/>
              <a:t>BC547 transistor</a:t>
            </a:r>
            <a:r>
              <a:rPr lang="en-US" sz="2000" dirty="0"/>
              <a:t> and applied as a trigger to </a:t>
            </a:r>
            <a:r>
              <a:rPr lang="en-US" sz="2000" b="1" dirty="0"/>
              <a:t>pin 2</a:t>
            </a:r>
            <a:r>
              <a:rPr lang="en-US" sz="2000" dirty="0"/>
              <a:t> of the </a:t>
            </a:r>
            <a:r>
              <a:rPr lang="en-US" sz="2000" b="1" dirty="0"/>
              <a:t>555 timer IC</a:t>
            </a:r>
            <a:r>
              <a:rPr lang="en-US" sz="2000" dirty="0"/>
              <a:t>. The 555 timer, operating in </a:t>
            </a:r>
            <a:r>
              <a:rPr lang="en-US" sz="2000" b="1" dirty="0"/>
              <a:t>monostable mode</a:t>
            </a:r>
            <a:r>
              <a:rPr lang="en-US" sz="2000" dirty="0"/>
              <a:t>, generates a single output pulse at </a:t>
            </a:r>
            <a:r>
              <a:rPr lang="en-US" sz="2000" b="1" dirty="0"/>
              <a:t>pin 3</a:t>
            </a:r>
            <a:r>
              <a:rPr lang="en-US" sz="2000" dirty="0"/>
              <a:t>. The duration of this pulse is determined by the external resistor–capacitor (RC) network connected to the IC. During this time, the output drives the LED, causing it to glow. After the set time interval, the output returns to its original state, and the LED turns OFF, waiting for the next sound input.</a:t>
            </a:r>
          </a:p>
          <a:p>
            <a:pPr marL="0" algn="just"/>
            <a:endParaRPr lang="en-US" sz="2000" dirty="0"/>
          </a:p>
        </p:txBody>
      </p:sp>
    </p:spTree>
    <p:extLst>
      <p:ext uri="{BB962C8B-B14F-4D97-AF65-F5344CB8AC3E}">
        <p14:creationId xmlns:p14="http://schemas.microsoft.com/office/powerpoint/2010/main" val="3267049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C9112C-1C5A-E6F8-DC01-322E84F170FB}"/>
              </a:ext>
            </a:extLst>
          </p:cNvPr>
          <p:cNvSpPr>
            <a:spLocks noGrp="1"/>
          </p:cNvSpPr>
          <p:nvPr>
            <p:ph type="title"/>
          </p:nvPr>
        </p:nvSpPr>
        <p:spPr>
          <a:xfrm>
            <a:off x="838200" y="557189"/>
            <a:ext cx="3374136" cy="5567891"/>
          </a:xfrm>
        </p:spPr>
        <p:txBody>
          <a:bodyPr vert="horz" lIns="91440" tIns="45720" rIns="91440" bIns="45720" rtlCol="0" anchor="ctr">
            <a:normAutofit/>
          </a:bodyPr>
          <a:lstStyle/>
          <a:p>
            <a:r>
              <a:rPr lang="en-US" sz="5200" b="1" kern="1200">
                <a:solidFill>
                  <a:schemeClr val="tx1"/>
                </a:solidFill>
                <a:latin typeface="+mj-lt"/>
                <a:ea typeface="+mj-ea"/>
                <a:cs typeface="+mj-cs"/>
              </a:rPr>
              <a:t>Role of 555 Timer IC</a:t>
            </a:r>
          </a:p>
        </p:txBody>
      </p:sp>
      <p:graphicFrame>
        <p:nvGraphicFramePr>
          <p:cNvPr id="5" name="Text Placeholder 2">
            <a:extLst>
              <a:ext uri="{FF2B5EF4-FFF2-40B4-BE49-F238E27FC236}">
                <a16:creationId xmlns:a16="http://schemas.microsoft.com/office/drawing/2014/main" id="{03E60949-28EE-EEFC-C5A0-A833BC24FFEA}"/>
              </a:ext>
            </a:extLst>
          </p:cNvPr>
          <p:cNvGraphicFramePr/>
          <p:nvPr>
            <p:extLst>
              <p:ext uri="{D42A27DB-BD31-4B8C-83A1-F6EECF244321}">
                <p14:modId xmlns:p14="http://schemas.microsoft.com/office/powerpoint/2010/main" val="1181327832"/>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5608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06" name="Rectangle 2105">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8" name="Freeform: Shape 2107">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2A2235F4-FD71-7507-EC5D-981DE3B56277}"/>
              </a:ext>
            </a:extLst>
          </p:cNvPr>
          <p:cNvSpPr>
            <a:spLocks noGrp="1"/>
          </p:cNvSpPr>
          <p:nvPr>
            <p:ph type="title"/>
          </p:nvPr>
        </p:nvSpPr>
        <p:spPr>
          <a:xfrm>
            <a:off x="892920" y="653515"/>
            <a:ext cx="4772975" cy="1800526"/>
          </a:xfrm>
        </p:spPr>
        <p:txBody>
          <a:bodyPr vert="horz" lIns="91440" tIns="45720" rIns="91440" bIns="45720" rtlCol="0" anchor="ctr">
            <a:normAutofit/>
          </a:bodyPr>
          <a:lstStyle/>
          <a:p>
            <a:r>
              <a:rPr lang="en-US" b="1" dirty="0"/>
              <a:t>Circuit Description</a:t>
            </a:r>
          </a:p>
        </p:txBody>
      </p:sp>
      <p:sp>
        <p:nvSpPr>
          <p:cNvPr id="5" name="Rectangle 2">
            <a:extLst>
              <a:ext uri="{FF2B5EF4-FFF2-40B4-BE49-F238E27FC236}">
                <a16:creationId xmlns:a16="http://schemas.microsoft.com/office/drawing/2014/main" id="{1FDAFABC-CBEE-2DEC-6D82-85374AFAFD25}"/>
              </a:ext>
            </a:extLst>
          </p:cNvPr>
          <p:cNvSpPr>
            <a:spLocks noGrp="1" noChangeArrowheads="1"/>
          </p:cNvSpPr>
          <p:nvPr>
            <p:ph type="body" idx="1"/>
          </p:nvPr>
        </p:nvSpPr>
        <p:spPr bwMode="auto">
          <a:xfrm>
            <a:off x="892920" y="2261640"/>
            <a:ext cx="5686539" cy="355358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114300" marR="0" lvl="0" algn="just" fontAlgn="base">
              <a:lnSpc>
                <a:spcPct val="100000"/>
              </a:lnSpc>
              <a:spcBef>
                <a:spcPct val="0"/>
              </a:spcBef>
              <a:spcAft>
                <a:spcPts val="600"/>
              </a:spcAft>
              <a:buClrTx/>
              <a:buSzTx/>
              <a:tabLst/>
            </a:pPr>
            <a:r>
              <a:rPr kumimoji="0" lang="en-US" altLang="en-US" sz="1600" b="0" i="0" u="none" strike="noStrike" cap="none" normalizeH="0" baseline="0" dirty="0">
                <a:ln>
                  <a:noFill/>
                </a:ln>
                <a:effectLst/>
              </a:rPr>
              <a:t>Place </a:t>
            </a:r>
            <a:r>
              <a:rPr kumimoji="0" lang="en-US" altLang="en-US" sz="1600" b="1" i="0" u="none" strike="noStrike" cap="none" normalizeH="0" baseline="0" dirty="0">
                <a:ln>
                  <a:noFill/>
                </a:ln>
                <a:effectLst/>
              </a:rPr>
              <a:t>NE555 IC</a:t>
            </a:r>
            <a:r>
              <a:rPr kumimoji="0" lang="en-US" altLang="en-US" sz="1600" b="0" i="0" u="none" strike="noStrike" cap="none" normalizeH="0" baseline="0" dirty="0">
                <a:ln>
                  <a:noFill/>
                </a:ln>
                <a:effectLst/>
              </a:rPr>
              <a:t> on the breadboard.</a:t>
            </a:r>
          </a:p>
          <a:p>
            <a:pPr marL="114300" marR="0" lvl="0" algn="just" fontAlgn="base">
              <a:lnSpc>
                <a:spcPct val="100000"/>
              </a:lnSpc>
              <a:spcBef>
                <a:spcPct val="0"/>
              </a:spcBef>
              <a:spcAft>
                <a:spcPts val="600"/>
              </a:spcAft>
              <a:buClrTx/>
              <a:buSzTx/>
              <a:tabLst/>
            </a:pPr>
            <a:r>
              <a:rPr kumimoji="0" lang="en-US" altLang="en-US" sz="1600" b="0" i="0" u="none" strike="noStrike" cap="none" normalizeH="0" baseline="0" dirty="0">
                <a:ln>
                  <a:noFill/>
                </a:ln>
                <a:effectLst/>
              </a:rPr>
              <a:t>Connect Pin 6 → Pin 7, Pin 4 → Pin 8, Pin 8 → +9V, Pin 1 → GND.</a:t>
            </a:r>
          </a:p>
          <a:p>
            <a:pPr marL="114300" marR="0" lvl="0" algn="just" fontAlgn="base">
              <a:lnSpc>
                <a:spcPct val="100000"/>
              </a:lnSpc>
              <a:spcBef>
                <a:spcPct val="0"/>
              </a:spcBef>
              <a:spcAft>
                <a:spcPts val="600"/>
              </a:spcAft>
              <a:buClrTx/>
              <a:buSzTx/>
              <a:tabLst/>
            </a:pPr>
            <a:r>
              <a:rPr kumimoji="0" lang="en-US" altLang="en-US" sz="1600" b="0" i="0" u="none" strike="noStrike" cap="none" normalizeH="0" baseline="0" dirty="0">
                <a:ln>
                  <a:noFill/>
                </a:ln>
                <a:effectLst/>
              </a:rPr>
              <a:t>Insert </a:t>
            </a:r>
            <a:r>
              <a:rPr kumimoji="0" lang="en-US" altLang="en-US" sz="1600" b="1" i="0" u="none" strike="noStrike" cap="none" normalizeH="0" baseline="0" dirty="0">
                <a:ln>
                  <a:noFill/>
                </a:ln>
                <a:effectLst/>
              </a:rPr>
              <a:t>BC547 transistor</a:t>
            </a:r>
            <a:r>
              <a:rPr kumimoji="0" lang="en-US" altLang="en-US" sz="1600" b="0" i="0" u="none" strike="noStrike" cap="none" normalizeH="0" baseline="0" dirty="0">
                <a:ln>
                  <a:noFill/>
                </a:ln>
                <a:effectLst/>
              </a:rPr>
              <a:t>: Collector → Pin 2, Emitter → GND, Base → +9V via 47 </a:t>
            </a:r>
            <a:r>
              <a:rPr kumimoji="0" lang="en-US" altLang="en-US" sz="1600" b="0" i="0" u="none" strike="noStrike" cap="none" normalizeH="0" baseline="0" dirty="0" err="1">
                <a:ln>
                  <a:noFill/>
                </a:ln>
                <a:effectLst/>
              </a:rPr>
              <a:t>kΩ</a:t>
            </a:r>
            <a:r>
              <a:rPr kumimoji="0" lang="en-US" altLang="en-US" sz="1600" b="0" i="0" u="none" strike="noStrike" cap="none" normalizeH="0" baseline="0" dirty="0">
                <a:ln>
                  <a:noFill/>
                </a:ln>
                <a:effectLst/>
              </a:rPr>
              <a:t>.</a:t>
            </a:r>
          </a:p>
          <a:p>
            <a:pPr marL="114300" marR="0" lvl="0" algn="just" fontAlgn="base">
              <a:lnSpc>
                <a:spcPct val="100000"/>
              </a:lnSpc>
              <a:spcBef>
                <a:spcPct val="0"/>
              </a:spcBef>
              <a:spcAft>
                <a:spcPts val="600"/>
              </a:spcAft>
              <a:buClrTx/>
              <a:buSzTx/>
              <a:tabLst/>
            </a:pPr>
            <a:r>
              <a:rPr kumimoji="0" lang="en-US" altLang="en-US" sz="1600" b="0" i="0" u="none" strike="noStrike" cap="none" normalizeH="0" baseline="0" dirty="0">
                <a:ln>
                  <a:noFill/>
                </a:ln>
                <a:effectLst/>
              </a:rPr>
              <a:t>Connect </a:t>
            </a:r>
            <a:r>
              <a:rPr kumimoji="0" lang="en-US" altLang="en-US" sz="1600" b="1" i="0" u="none" strike="noStrike" cap="none" normalizeH="0" baseline="0" dirty="0">
                <a:ln>
                  <a:noFill/>
                </a:ln>
                <a:effectLst/>
              </a:rPr>
              <a:t>microphone</a:t>
            </a:r>
            <a:r>
              <a:rPr kumimoji="0" lang="en-US" altLang="en-US" sz="1600" b="0" i="0" u="none" strike="noStrike" cap="none" normalizeH="0" baseline="0" dirty="0">
                <a:ln>
                  <a:noFill/>
                </a:ln>
                <a:effectLst/>
              </a:rPr>
              <a:t>: Positive → transistor base, Negative → GND.</a:t>
            </a:r>
          </a:p>
          <a:p>
            <a:pPr marL="114300" marR="0" lvl="0" algn="just" fontAlgn="base">
              <a:lnSpc>
                <a:spcPct val="100000"/>
              </a:lnSpc>
              <a:spcBef>
                <a:spcPct val="0"/>
              </a:spcBef>
              <a:spcAft>
                <a:spcPts val="600"/>
              </a:spcAft>
              <a:buClrTx/>
              <a:buSzTx/>
              <a:tabLst/>
            </a:pPr>
            <a:r>
              <a:rPr kumimoji="0" lang="en-US" altLang="en-US" sz="1600" b="0" i="0" u="none" strike="noStrike" cap="none" normalizeH="0" baseline="0" dirty="0">
                <a:ln>
                  <a:noFill/>
                </a:ln>
                <a:effectLst/>
              </a:rPr>
              <a:t>Add </a:t>
            </a:r>
            <a:r>
              <a:rPr kumimoji="0" lang="en-US" altLang="en-US" sz="1600" b="1" i="0" u="none" strike="noStrike" cap="none" normalizeH="0" baseline="0" dirty="0">
                <a:ln>
                  <a:noFill/>
                </a:ln>
                <a:effectLst/>
              </a:rPr>
              <a:t>timing components</a:t>
            </a:r>
            <a:r>
              <a:rPr kumimoji="0" lang="en-US" altLang="en-US" sz="1600" b="0" i="0" u="none" strike="noStrike" cap="none" normalizeH="0" baseline="0" dirty="0">
                <a:ln>
                  <a:noFill/>
                </a:ln>
                <a:effectLst/>
              </a:rPr>
              <a:t>: 100 </a:t>
            </a:r>
            <a:r>
              <a:rPr kumimoji="0" lang="en-US" altLang="en-US" sz="1600" b="0" i="0" u="none" strike="noStrike" cap="none" normalizeH="0" baseline="0" dirty="0" err="1">
                <a:ln>
                  <a:noFill/>
                </a:ln>
                <a:effectLst/>
              </a:rPr>
              <a:t>kΩ</a:t>
            </a:r>
            <a:r>
              <a:rPr kumimoji="0" lang="en-US" altLang="en-US" sz="1600" b="0" i="0" u="none" strike="noStrike" cap="none" normalizeH="0" baseline="0" dirty="0">
                <a:ln>
                  <a:noFill/>
                </a:ln>
                <a:effectLst/>
              </a:rPr>
              <a:t> resistor (Pin 6–8), 10 µF capacitor (Pin 7–GND).</a:t>
            </a:r>
          </a:p>
          <a:p>
            <a:pPr marL="114300" marR="0" lvl="0" algn="just" fontAlgn="base">
              <a:lnSpc>
                <a:spcPct val="100000"/>
              </a:lnSpc>
              <a:spcBef>
                <a:spcPct val="0"/>
              </a:spcBef>
              <a:spcAft>
                <a:spcPts val="600"/>
              </a:spcAft>
              <a:buClrTx/>
              <a:buSzTx/>
              <a:tabLst/>
            </a:pPr>
            <a:r>
              <a:rPr kumimoji="0" lang="en-US" altLang="en-US" sz="1600" b="0" i="0" u="none" strike="noStrike" cap="none" normalizeH="0" baseline="0" dirty="0">
                <a:ln>
                  <a:noFill/>
                </a:ln>
                <a:effectLst/>
              </a:rPr>
              <a:t>Connect </a:t>
            </a:r>
            <a:r>
              <a:rPr kumimoji="0" lang="en-US" altLang="en-US" sz="1600" b="1" i="0" u="none" strike="noStrike" cap="none" normalizeH="0" baseline="0" dirty="0">
                <a:ln>
                  <a:noFill/>
                </a:ln>
                <a:effectLst/>
              </a:rPr>
              <a:t>LED</a:t>
            </a:r>
            <a:r>
              <a:rPr kumimoji="0" lang="en-US" altLang="en-US" sz="1600" b="0" i="0" u="none" strike="noStrike" cap="none" normalizeH="0" baseline="0" dirty="0">
                <a:ln>
                  <a:noFill/>
                </a:ln>
                <a:effectLst/>
              </a:rPr>
              <a:t>: Anode → Pin 3, Cathode → GND via 330 Ω.</a:t>
            </a:r>
          </a:p>
          <a:p>
            <a:pPr marL="114300" marR="0" lvl="0" algn="just" fontAlgn="base">
              <a:lnSpc>
                <a:spcPct val="100000"/>
              </a:lnSpc>
              <a:spcBef>
                <a:spcPct val="0"/>
              </a:spcBef>
              <a:spcAft>
                <a:spcPts val="600"/>
              </a:spcAft>
              <a:buClrTx/>
              <a:buSzTx/>
              <a:tabLst/>
            </a:pPr>
            <a:r>
              <a:rPr kumimoji="0" lang="en-US" altLang="en-US" sz="1600" b="0" i="0" u="none" strike="noStrike" cap="none" normalizeH="0" baseline="0" dirty="0">
                <a:ln>
                  <a:noFill/>
                </a:ln>
                <a:effectLst/>
              </a:rPr>
              <a:t>Connect </a:t>
            </a:r>
            <a:r>
              <a:rPr kumimoji="0" lang="en-US" altLang="en-US" sz="1600" b="1" i="0" u="none" strike="noStrike" cap="none" normalizeH="0" baseline="0" dirty="0">
                <a:ln>
                  <a:noFill/>
                </a:ln>
                <a:effectLst/>
              </a:rPr>
              <a:t>1 </a:t>
            </a:r>
            <a:r>
              <a:rPr kumimoji="0" lang="en-US" altLang="en-US" sz="1600" b="1" i="0" u="none" strike="noStrike" cap="none" normalizeH="0" baseline="0" dirty="0" err="1">
                <a:ln>
                  <a:noFill/>
                </a:ln>
                <a:effectLst/>
              </a:rPr>
              <a:t>kΩ</a:t>
            </a:r>
            <a:r>
              <a:rPr kumimoji="0" lang="en-US" altLang="en-US" sz="1600" b="1" i="0" u="none" strike="noStrike" cap="none" normalizeH="0" baseline="0" dirty="0">
                <a:ln>
                  <a:noFill/>
                </a:ln>
                <a:effectLst/>
              </a:rPr>
              <a:t> resistor</a:t>
            </a:r>
            <a:r>
              <a:rPr kumimoji="0" lang="en-US" altLang="en-US" sz="1600" b="0" i="0" u="none" strike="noStrike" cap="none" normalizeH="0" baseline="0" dirty="0">
                <a:ln>
                  <a:noFill/>
                </a:ln>
                <a:effectLst/>
              </a:rPr>
              <a:t> between transistor collector and +9V.</a:t>
            </a:r>
          </a:p>
          <a:p>
            <a:pPr marL="114300" marR="0" lvl="0" algn="just" fontAlgn="base">
              <a:lnSpc>
                <a:spcPct val="100000"/>
              </a:lnSpc>
              <a:spcBef>
                <a:spcPct val="0"/>
              </a:spcBef>
              <a:spcAft>
                <a:spcPts val="600"/>
              </a:spcAft>
              <a:buClrTx/>
              <a:buSzTx/>
              <a:tabLst/>
            </a:pPr>
            <a:r>
              <a:rPr kumimoji="0" lang="en-US" altLang="en-US" sz="1600" b="0" i="0" u="none" strike="noStrike" cap="none" normalizeH="0" baseline="0" dirty="0">
                <a:ln>
                  <a:noFill/>
                </a:ln>
                <a:effectLst/>
              </a:rPr>
              <a:t>Power the circuit with </a:t>
            </a:r>
            <a:r>
              <a:rPr kumimoji="0" lang="en-US" altLang="en-US" sz="1600" b="1" i="0" u="none" strike="noStrike" cap="none" normalizeH="0" baseline="0" dirty="0">
                <a:ln>
                  <a:noFill/>
                </a:ln>
                <a:effectLst/>
              </a:rPr>
              <a:t>9V DC</a:t>
            </a:r>
            <a:r>
              <a:rPr kumimoji="0" lang="en-US" altLang="en-US" sz="1600" b="0" i="0" u="none" strike="noStrike" cap="none" normalizeH="0" baseline="0" dirty="0">
                <a:ln>
                  <a:noFill/>
                </a:ln>
                <a:effectLst/>
              </a:rPr>
              <a:t>.</a:t>
            </a:r>
          </a:p>
        </p:txBody>
      </p:sp>
      <p:pic>
        <p:nvPicPr>
          <p:cNvPr id="7" name="Picture 6" descr="A white circuit board with wires and wires&#10;&#10;AI-generated content may be incorrect.">
            <a:extLst>
              <a:ext uri="{FF2B5EF4-FFF2-40B4-BE49-F238E27FC236}">
                <a16:creationId xmlns:a16="http://schemas.microsoft.com/office/drawing/2014/main" id="{D6873917-D958-3ED6-F9B6-FC4B47CE4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0211" y="833630"/>
            <a:ext cx="3848322" cy="2164681"/>
          </a:xfrm>
          <a:prstGeom prst="rect">
            <a:avLst/>
          </a:prstGeom>
        </p:spPr>
      </p:pic>
      <p:pic>
        <p:nvPicPr>
          <p:cNvPr id="2052" name="Picture 4">
            <a:extLst>
              <a:ext uri="{FF2B5EF4-FFF2-40B4-BE49-F238E27FC236}">
                <a16:creationId xmlns:a16="http://schemas.microsoft.com/office/drawing/2014/main" id="{143E40AE-18FD-B08D-568D-A41A84FB98C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00211" y="3805479"/>
            <a:ext cx="3848322" cy="228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931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B3CF-306C-D2D5-A317-4262846209DB}"/>
              </a:ext>
            </a:extLst>
          </p:cNvPr>
          <p:cNvSpPr>
            <a:spLocks noGrp="1"/>
          </p:cNvSpPr>
          <p:nvPr>
            <p:ph type="title"/>
          </p:nvPr>
        </p:nvSpPr>
        <p:spPr/>
        <p:txBody>
          <a:bodyPr/>
          <a:lstStyle/>
          <a:p>
            <a:r>
              <a:rPr lang="en-US" b="1" dirty="0"/>
              <a:t>Applications</a:t>
            </a:r>
          </a:p>
        </p:txBody>
      </p:sp>
      <p:graphicFrame>
        <p:nvGraphicFramePr>
          <p:cNvPr id="7" name="Text Placeholder 2">
            <a:extLst>
              <a:ext uri="{FF2B5EF4-FFF2-40B4-BE49-F238E27FC236}">
                <a16:creationId xmlns:a16="http://schemas.microsoft.com/office/drawing/2014/main" id="{874EC04B-304E-0C2E-3E32-35EFB6BDA1CC}"/>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1496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7" name="Group 26">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8" name="Freeform: Shape 27">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E4C7D9A-2BF7-0E73-9639-DCEF171847A2}"/>
              </a:ext>
            </a:extLst>
          </p:cNvPr>
          <p:cNvSpPr>
            <a:spLocks noGrp="1"/>
          </p:cNvSpPr>
          <p:nvPr>
            <p:ph type="title"/>
          </p:nvPr>
        </p:nvSpPr>
        <p:spPr>
          <a:xfrm>
            <a:off x="640080" y="1243013"/>
            <a:ext cx="3855720" cy="4371974"/>
          </a:xfrm>
        </p:spPr>
        <p:txBody>
          <a:bodyPr vert="horz" lIns="91440" tIns="45720" rIns="91440" bIns="45720" rtlCol="0" anchor="ctr">
            <a:normAutofit/>
          </a:bodyPr>
          <a:lstStyle/>
          <a:p>
            <a:r>
              <a:rPr lang="en-US" sz="3600" b="1" kern="1200">
                <a:solidFill>
                  <a:schemeClr val="tx2"/>
                </a:solidFill>
                <a:latin typeface="+mj-lt"/>
                <a:ea typeface="+mj-ea"/>
                <a:cs typeface="+mj-cs"/>
              </a:rPr>
              <a:t>Advantages and Limitations</a:t>
            </a:r>
          </a:p>
        </p:txBody>
      </p:sp>
      <p:sp>
        <p:nvSpPr>
          <p:cNvPr id="3" name="Text Placeholder 2">
            <a:extLst>
              <a:ext uri="{FF2B5EF4-FFF2-40B4-BE49-F238E27FC236}">
                <a16:creationId xmlns:a16="http://schemas.microsoft.com/office/drawing/2014/main" id="{C9ECB1EA-9FBC-B93A-8F25-CD3F86AD4F06}"/>
              </a:ext>
            </a:extLst>
          </p:cNvPr>
          <p:cNvSpPr>
            <a:spLocks noGrp="1"/>
          </p:cNvSpPr>
          <p:nvPr>
            <p:ph type="body" idx="1"/>
          </p:nvPr>
        </p:nvSpPr>
        <p:spPr>
          <a:xfrm>
            <a:off x="6172200" y="804672"/>
            <a:ext cx="5221224" cy="5230368"/>
          </a:xfrm>
        </p:spPr>
        <p:txBody>
          <a:bodyPr vert="horz" lIns="91440" tIns="45720" rIns="91440" bIns="45720" rtlCol="0" anchor="ctr">
            <a:normAutofit lnSpcReduction="10000"/>
          </a:bodyPr>
          <a:lstStyle/>
          <a:p>
            <a:pPr marL="0" indent="0">
              <a:buNone/>
            </a:pPr>
            <a:r>
              <a:rPr lang="en-US" sz="2000" b="1" u="sng" dirty="0">
                <a:solidFill>
                  <a:schemeClr val="tx2"/>
                </a:solidFill>
              </a:rPr>
              <a:t>Advantages</a:t>
            </a:r>
          </a:p>
          <a:p>
            <a:pPr>
              <a:buFont typeface="Wingdings" panose="05000000000000000000" pitchFamily="2" charset="2"/>
              <a:buChar char="ü"/>
            </a:pPr>
            <a:r>
              <a:rPr lang="en-US" sz="1800" dirty="0"/>
              <a:t>Hands-free operation </a:t>
            </a:r>
          </a:p>
          <a:p>
            <a:pPr>
              <a:buFont typeface="Wingdings" panose="05000000000000000000" pitchFamily="2" charset="2"/>
              <a:buChar char="ü"/>
            </a:pPr>
            <a:r>
              <a:rPr lang="en-US" sz="1800" dirty="0"/>
              <a:t>Simple and low-cost </a:t>
            </a:r>
          </a:p>
          <a:p>
            <a:pPr>
              <a:buFont typeface="Wingdings" panose="05000000000000000000" pitchFamily="2" charset="2"/>
              <a:buChar char="ü"/>
            </a:pPr>
            <a:r>
              <a:rPr lang="en-US" sz="1800" dirty="0"/>
              <a:t>Low power consumption </a:t>
            </a:r>
          </a:p>
          <a:p>
            <a:pPr>
              <a:buFont typeface="Wingdings" panose="05000000000000000000" pitchFamily="2" charset="2"/>
              <a:buChar char="ü"/>
            </a:pPr>
            <a:r>
              <a:rPr lang="en-US" sz="1800" dirty="0"/>
              <a:t>Compact design </a:t>
            </a:r>
          </a:p>
          <a:p>
            <a:pPr>
              <a:buFont typeface="Wingdings" panose="05000000000000000000" pitchFamily="2" charset="2"/>
              <a:buChar char="ü"/>
            </a:pPr>
            <a:r>
              <a:rPr lang="en-US" sz="1800" dirty="0"/>
              <a:t>Customizable sensitivity </a:t>
            </a:r>
          </a:p>
          <a:p>
            <a:pPr>
              <a:buFont typeface="Wingdings" panose="05000000000000000000" pitchFamily="2" charset="2"/>
              <a:buChar char="ü"/>
            </a:pPr>
            <a:r>
              <a:rPr lang="en-US" sz="1800" dirty="0"/>
              <a:t>Versatile applications</a:t>
            </a:r>
          </a:p>
          <a:p>
            <a:endParaRPr lang="en-US" sz="1800" dirty="0">
              <a:solidFill>
                <a:schemeClr val="tx2"/>
              </a:solidFill>
            </a:endParaRPr>
          </a:p>
          <a:p>
            <a:pPr marL="0" indent="0">
              <a:buNone/>
            </a:pPr>
            <a:r>
              <a:rPr lang="en-US" sz="2000" b="1" u="sng" dirty="0">
                <a:solidFill>
                  <a:schemeClr val="tx2"/>
                </a:solidFill>
              </a:rPr>
              <a:t>Limitations</a:t>
            </a:r>
          </a:p>
          <a:p>
            <a:pPr>
              <a:buFont typeface="Wingdings" panose="05000000000000000000" pitchFamily="2" charset="2"/>
              <a:buChar char="x"/>
            </a:pPr>
            <a:r>
              <a:rPr lang="en-US" sz="1800" dirty="0">
                <a:solidFill>
                  <a:schemeClr val="tx2"/>
                </a:solidFill>
              </a:rPr>
              <a:t> </a:t>
            </a:r>
            <a:r>
              <a:rPr lang="en-US" sz="1800" dirty="0"/>
              <a:t>Sensitive to noise </a:t>
            </a:r>
          </a:p>
          <a:p>
            <a:pPr>
              <a:buFont typeface="Wingdings" panose="05000000000000000000" pitchFamily="2" charset="2"/>
              <a:buChar char="x"/>
            </a:pPr>
            <a:r>
              <a:rPr lang="en-US" sz="1800" dirty="0"/>
              <a:t> Limited output current</a:t>
            </a:r>
          </a:p>
          <a:p>
            <a:pPr>
              <a:buFont typeface="Wingdings" panose="05000000000000000000" pitchFamily="2" charset="2"/>
              <a:buChar char="x"/>
            </a:pPr>
            <a:r>
              <a:rPr lang="en-US" sz="1800" dirty="0"/>
              <a:t> Delay issues </a:t>
            </a:r>
          </a:p>
          <a:p>
            <a:pPr>
              <a:buFont typeface="Wingdings" panose="05000000000000000000" pitchFamily="2" charset="2"/>
              <a:buChar char="x"/>
            </a:pPr>
            <a:r>
              <a:rPr lang="en-US" sz="1800" dirty="0"/>
              <a:t> Limited range </a:t>
            </a:r>
          </a:p>
          <a:p>
            <a:pPr>
              <a:buFont typeface="Wingdings" panose="05000000000000000000" pitchFamily="2" charset="2"/>
              <a:buChar char="x"/>
            </a:pPr>
            <a:r>
              <a:rPr lang="en-US" sz="1800" dirty="0"/>
              <a:t> Not for high power devices</a:t>
            </a:r>
          </a:p>
          <a:p>
            <a:pPr marL="0"/>
            <a:endParaRPr lang="en-US" sz="1800" dirty="0">
              <a:solidFill>
                <a:schemeClr val="tx2"/>
              </a:solidFill>
            </a:endParaRPr>
          </a:p>
          <a:p>
            <a:endParaRPr lang="en-US" sz="1800" dirty="0">
              <a:solidFill>
                <a:schemeClr val="tx2"/>
              </a:solidFill>
            </a:endParaRPr>
          </a:p>
        </p:txBody>
      </p:sp>
    </p:spTree>
    <p:extLst>
      <p:ext uri="{BB962C8B-B14F-4D97-AF65-F5344CB8AC3E}">
        <p14:creationId xmlns:p14="http://schemas.microsoft.com/office/powerpoint/2010/main" val="3603671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6A58D6-B7CF-E88F-18C5-B0B2B5C75E64}"/>
              </a:ext>
            </a:extLst>
          </p:cNvPr>
          <p:cNvSpPr>
            <a:spLocks noGrp="1"/>
          </p:cNvSpPr>
          <p:nvPr>
            <p:ph type="title"/>
          </p:nvPr>
        </p:nvSpPr>
        <p:spPr>
          <a:xfrm>
            <a:off x="698503" y="384790"/>
            <a:ext cx="5251316" cy="1807305"/>
          </a:xfrm>
        </p:spPr>
        <p:txBody>
          <a:bodyPr vert="horz" lIns="91440" tIns="45720" rIns="91440" bIns="45720" rtlCol="0" anchor="ctr">
            <a:normAutofit/>
          </a:bodyPr>
          <a:lstStyle/>
          <a:p>
            <a:r>
              <a:rPr lang="en-US" b="1" dirty="0"/>
              <a:t>Conclusion</a:t>
            </a:r>
          </a:p>
        </p:txBody>
      </p:sp>
      <p:sp>
        <p:nvSpPr>
          <p:cNvPr id="3" name="Text Placeholder 2">
            <a:extLst>
              <a:ext uri="{FF2B5EF4-FFF2-40B4-BE49-F238E27FC236}">
                <a16:creationId xmlns:a16="http://schemas.microsoft.com/office/drawing/2014/main" id="{8C4688DC-7777-4E5D-6BD2-F7C4BE5FB67F}"/>
              </a:ext>
            </a:extLst>
          </p:cNvPr>
          <p:cNvSpPr>
            <a:spLocks noGrp="1"/>
          </p:cNvSpPr>
          <p:nvPr>
            <p:ph type="body" idx="1"/>
          </p:nvPr>
        </p:nvSpPr>
        <p:spPr>
          <a:xfrm>
            <a:off x="698503" y="1900678"/>
            <a:ext cx="5124586" cy="3843666"/>
          </a:xfrm>
        </p:spPr>
        <p:txBody>
          <a:bodyPr vert="horz" lIns="91440" tIns="45720" rIns="91440" bIns="45720" rtlCol="0">
            <a:normAutofit fontScale="92500" lnSpcReduction="10000"/>
          </a:bodyPr>
          <a:lstStyle/>
          <a:p>
            <a:pPr marL="0" indent="0" algn="just">
              <a:lnSpc>
                <a:spcPct val="110000"/>
              </a:lnSpc>
              <a:buNone/>
            </a:pPr>
            <a:r>
              <a:rPr lang="en-US" sz="1900" dirty="0"/>
              <a:t>This project successfully demonstrates a simple and effective way to control devices using sound signals. By combining a </a:t>
            </a:r>
            <a:r>
              <a:rPr lang="en-US" sz="1900" b="1" dirty="0"/>
              <a:t>condenser microphone</a:t>
            </a:r>
            <a:r>
              <a:rPr lang="en-US" sz="1900" dirty="0"/>
              <a:t>, a </a:t>
            </a:r>
            <a:r>
              <a:rPr lang="en-US" sz="1900" b="1" dirty="0"/>
              <a:t>BC547 transistor</a:t>
            </a:r>
            <a:r>
              <a:rPr lang="en-US" sz="1900" dirty="0"/>
              <a:t>, and a </a:t>
            </a:r>
            <a:r>
              <a:rPr lang="en-US" sz="1900" b="1" dirty="0"/>
              <a:t>555 timer IC</a:t>
            </a:r>
            <a:r>
              <a:rPr lang="en-US" sz="1900" dirty="0"/>
              <a:t>, the circuit converts sound into a timed output to drive an LED or other loads. This project also highlights the practical applications of </a:t>
            </a:r>
            <a:r>
              <a:rPr lang="en-US" sz="1900" b="1" dirty="0"/>
              <a:t>sound sensing, signal amplification, and timer-based switching</a:t>
            </a:r>
            <a:r>
              <a:rPr lang="en-US" sz="1900" dirty="0"/>
              <a:t> in automation. It is a low-cost, easy-to-build system that can be applied in </a:t>
            </a:r>
            <a:r>
              <a:rPr lang="en-US" sz="1900" b="1" dirty="0"/>
              <a:t>home automation, security systems, and energy-saving applications </a:t>
            </a:r>
            <a:r>
              <a:rPr lang="en-US" sz="1900" dirty="0"/>
              <a:t>while also providing a valuable learning experience in basic electronics.</a:t>
            </a:r>
          </a:p>
          <a:p>
            <a:pPr marL="0"/>
            <a:endParaRPr lang="en-US" sz="1700" dirty="0"/>
          </a:p>
        </p:txBody>
      </p:sp>
      <p:pic>
        <p:nvPicPr>
          <p:cNvPr id="7" name="Picture 6" descr="Electronics protoboard">
            <a:extLst>
              <a:ext uri="{FF2B5EF4-FFF2-40B4-BE49-F238E27FC236}">
                <a16:creationId xmlns:a16="http://schemas.microsoft.com/office/drawing/2014/main" id="{2C7640BE-18E5-3279-BEA5-46534BD5EBE1}"/>
              </a:ext>
            </a:extLst>
          </p:cNvPr>
          <p:cNvPicPr>
            <a:picLocks noChangeAspect="1"/>
          </p:cNvPicPr>
          <p:nvPr/>
        </p:nvPicPr>
        <p:blipFill>
          <a:blip r:embed="rId2"/>
          <a:srcRect l="3602" r="38360"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723372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288</TotalTime>
  <Words>716</Words>
  <Application>Microsoft Office PowerPoint</Application>
  <PresentationFormat>Widescreen</PresentationFormat>
  <Paragraphs>72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Wingdings</vt:lpstr>
      <vt:lpstr>Office Theme</vt:lpstr>
      <vt:lpstr>Sound-Activated Switch Using 555 Timer IC</vt:lpstr>
      <vt:lpstr>Background</vt:lpstr>
      <vt:lpstr>Objectives</vt:lpstr>
      <vt:lpstr>Components Used</vt:lpstr>
      <vt:lpstr>Working Principle</vt:lpstr>
      <vt:lpstr>Role of 555 Timer IC</vt:lpstr>
      <vt:lpstr>Circuit Description</vt:lpstr>
      <vt:lpstr>Applications</vt:lpstr>
      <vt:lpstr>Advantages and 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AMRIN SHAHWAR</dc:creator>
  <cp:lastModifiedBy>MD. SADAT HOSSAIN</cp:lastModifiedBy>
  <cp:revision>11</cp:revision>
  <dcterms:created xsi:type="dcterms:W3CDTF">2026-01-03T10:07:47Z</dcterms:created>
  <dcterms:modified xsi:type="dcterms:W3CDTF">2026-01-07T17:52:30Z</dcterms:modified>
</cp:coreProperties>
</file>