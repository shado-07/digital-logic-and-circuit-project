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6" r:id="rId10"/>
    <p:sldId id="264" r:id="rId11"/>
    <p:sldId id="261" r:id="rId12"/>
    <p:sldId id="265" r:id="rId13"/>
    <p:sldId id="263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ongenial" panose="02000503040000020004" pitchFamily="2" charset="0"/>
      <p:regular r:id="rId21"/>
      <p:bold r:id="rId22"/>
      <p:italic r:id="rId23"/>
      <p:boldItalic r:id="rId24"/>
    </p:embeddedFont>
    <p:embeddedFont>
      <p:font typeface="Congenial Black" panose="02000503040000020004" pitchFamily="2" charset="0"/>
      <p:bold r:id="rId25"/>
      <p:boldItalic r:id="rId26"/>
    </p:embeddedFont>
    <p:embeddedFont>
      <p:font typeface="Congenial Light" panose="02000503040000020004" pitchFamily="2" charset="0"/>
      <p:regular r:id="rId27"/>
      <p: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  <p:embeddedFont>
      <p:font typeface="Quicksan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4D2DA"/>
    <a:srgbClr val="FFDFD9"/>
    <a:srgbClr val="00BDF0"/>
    <a:srgbClr val="00D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9DB19-3DAC-46FF-A80D-B7E22626CC09}" v="38" dt="2025-03-25T22:37:54.106"/>
  </p1510:revLst>
</p1510:revInfo>
</file>

<file path=ppt/tableStyles.xml><?xml version="1.0" encoding="utf-8"?>
<a:tblStyleLst xmlns:a="http://schemas.openxmlformats.org/drawingml/2006/main" def="{52263E62-ABE6-4F84-9B73-F51FAE7ED92D}">
  <a:tblStyle styleId="{52263E62-ABE6-4F84-9B73-F51FAE7ED9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BBBC86A-6169-462C-B28C-4010F341F95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microsoft.com/office/2016/11/relationships/changesInfo" Target="changesInfos/changesInfo1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SADAT HOSSAIN" userId="beb86229-f6d9-491b-89c6-40775e9c025c" providerId="ADAL" clId="{48F9DB19-3DAC-46FF-A80D-B7E22626CC09}"/>
    <pc:docChg chg="undo redo custSel delSld modSld">
      <pc:chgData name="MD. SADAT HOSSAIN" userId="beb86229-f6d9-491b-89c6-40775e9c025c" providerId="ADAL" clId="{48F9DB19-3DAC-46FF-A80D-B7E22626CC09}" dt="2025-03-25T22:39:53.398" v="630" actId="1076"/>
      <pc:docMkLst>
        <pc:docMk/>
      </pc:docMkLst>
      <pc:sldChg chg="addSp modSp mod modTransition">
        <pc:chgData name="MD. SADAT HOSSAIN" userId="beb86229-f6d9-491b-89c6-40775e9c025c" providerId="ADAL" clId="{48F9DB19-3DAC-46FF-A80D-B7E22626CC09}" dt="2025-03-25T22:11:55.361" v="424"/>
        <pc:sldMkLst>
          <pc:docMk/>
          <pc:sldMk cId="0" sldId="257"/>
        </pc:sldMkLst>
        <pc:spChg chg="add mod">
          <ac:chgData name="MD. SADAT HOSSAIN" userId="beb86229-f6d9-491b-89c6-40775e9c025c" providerId="ADAL" clId="{48F9DB19-3DAC-46FF-A80D-B7E22626CC09}" dt="2025-03-25T22:05:54.114" v="350" actId="1076"/>
          <ac:spMkLst>
            <pc:docMk/>
            <pc:sldMk cId="0" sldId="257"/>
            <ac:spMk id="24" creationId="{45705069-5E03-170F-2497-AA3320E1D7E0}"/>
          </ac:spMkLst>
        </pc:spChg>
        <pc:spChg chg="add mod">
          <ac:chgData name="MD. SADAT HOSSAIN" userId="beb86229-f6d9-491b-89c6-40775e9c025c" providerId="ADAL" clId="{48F9DB19-3DAC-46FF-A80D-B7E22626CC09}" dt="2025-03-25T22:11:55.361" v="424"/>
          <ac:spMkLst>
            <pc:docMk/>
            <pc:sldMk cId="0" sldId="257"/>
            <ac:spMk id="25" creationId="{861CF930-538C-3CFE-D4F0-1C3345DB9E10}"/>
          </ac:spMkLst>
        </pc:spChg>
      </pc:sldChg>
      <pc:sldChg chg="addSp delSp modSp mod modTransition">
        <pc:chgData name="MD. SADAT HOSSAIN" userId="beb86229-f6d9-491b-89c6-40775e9c025c" providerId="ADAL" clId="{48F9DB19-3DAC-46FF-A80D-B7E22626CC09}" dt="2025-03-25T22:13:45.436" v="435" actId="478"/>
        <pc:sldMkLst>
          <pc:docMk/>
          <pc:sldMk cId="0" sldId="258"/>
        </pc:sldMkLst>
        <pc:spChg chg="add del mod">
          <ac:chgData name="MD. SADAT HOSSAIN" userId="beb86229-f6d9-491b-89c6-40775e9c025c" providerId="ADAL" clId="{48F9DB19-3DAC-46FF-A80D-B7E22626CC09}" dt="2025-03-25T21:38:39.795" v="1" actId="478"/>
          <ac:spMkLst>
            <pc:docMk/>
            <pc:sldMk cId="0" sldId="258"/>
            <ac:spMk id="3" creationId="{23ED9DEF-2FF5-551E-EAF6-95A1592CC46C}"/>
          </ac:spMkLst>
        </pc:spChg>
        <pc:spChg chg="add del mod">
          <ac:chgData name="MD. SADAT HOSSAIN" userId="beb86229-f6d9-491b-89c6-40775e9c025c" providerId="ADAL" clId="{48F9DB19-3DAC-46FF-A80D-B7E22626CC09}" dt="2025-03-25T21:38:46.278" v="4" actId="478"/>
          <ac:spMkLst>
            <pc:docMk/>
            <pc:sldMk cId="0" sldId="258"/>
            <ac:spMk id="5" creationId="{78C7B80F-FE1C-55E7-AEFA-E842273CF0D7}"/>
          </ac:spMkLst>
        </pc:spChg>
        <pc:spChg chg="add del mod">
          <ac:chgData name="MD. SADAT HOSSAIN" userId="beb86229-f6d9-491b-89c6-40775e9c025c" providerId="ADAL" clId="{48F9DB19-3DAC-46FF-A80D-B7E22626CC09}" dt="2025-03-25T21:38:49.293" v="6" actId="478"/>
          <ac:spMkLst>
            <pc:docMk/>
            <pc:sldMk cId="0" sldId="258"/>
            <ac:spMk id="7" creationId="{2712D7F1-5599-3749-F8ED-771D410B1B21}"/>
          </ac:spMkLst>
        </pc:spChg>
        <pc:spChg chg="add del mod">
          <ac:chgData name="MD. SADAT HOSSAIN" userId="beb86229-f6d9-491b-89c6-40775e9c025c" providerId="ADAL" clId="{48F9DB19-3DAC-46FF-A80D-B7E22626CC09}" dt="2025-03-25T21:38:56.536" v="8" actId="478"/>
          <ac:spMkLst>
            <pc:docMk/>
            <pc:sldMk cId="0" sldId="258"/>
            <ac:spMk id="9" creationId="{8EA47F32-A8C8-AC84-E5A1-646F0C6FF97E}"/>
          </ac:spMkLst>
        </pc:spChg>
        <pc:spChg chg="add del mod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11" creationId="{7642B032-125E-65EE-2471-3FAFA3F299E0}"/>
          </ac:spMkLst>
        </pc:spChg>
        <pc:spChg chg="add del mod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13" creationId="{5274DCE5-9708-7D3D-5F70-00DFE7B183D0}"/>
          </ac:spMkLst>
        </pc:spChg>
        <pc:spChg chg="del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15" creationId="{C46E2432-68FB-39FC-E41E-F4D274F60E4C}"/>
          </ac:spMkLst>
        </pc:spChg>
        <pc:spChg chg="del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17" creationId="{19E4D852-A05A-3156-1DC0-CDD38C936683}"/>
          </ac:spMkLst>
        </pc:spChg>
        <pc:spChg chg="add del mod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19" creationId="{668403F7-DD7B-C77D-2F1D-9F8BFE44A6C6}"/>
          </ac:spMkLst>
        </pc:spChg>
        <pc:spChg chg="add del mod">
          <ac:chgData name="MD. SADAT HOSSAIN" userId="beb86229-f6d9-491b-89c6-40775e9c025c" providerId="ADAL" clId="{48F9DB19-3DAC-46FF-A80D-B7E22626CC09}" dt="2025-03-25T21:39:14.856" v="14" actId="478"/>
          <ac:spMkLst>
            <pc:docMk/>
            <pc:sldMk cId="0" sldId="258"/>
            <ac:spMk id="21" creationId="{165EA5C0-0915-9036-C2D3-138AA92F8C41}"/>
          </ac:spMkLst>
        </pc:spChg>
        <pc:spChg chg="del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23" creationId="{1D2D06E1-0BA8-D8FF-C360-6375A200900C}"/>
          </ac:spMkLst>
        </pc:spChg>
        <pc:spChg chg="del">
          <ac:chgData name="MD. SADAT HOSSAIN" userId="beb86229-f6d9-491b-89c6-40775e9c025c" providerId="ADAL" clId="{48F9DB19-3DAC-46FF-A80D-B7E22626CC09}" dt="2025-03-25T21:39:08.539" v="12" actId="478"/>
          <ac:spMkLst>
            <pc:docMk/>
            <pc:sldMk cId="0" sldId="258"/>
            <ac:spMk id="25" creationId="{0B659DF1-8208-9072-74B5-CF97C555B7B9}"/>
          </ac:spMkLst>
        </pc:spChg>
        <pc:spChg chg="del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27" creationId="{58732AFB-10BB-B9BF-485B-783224A99394}"/>
          </ac:spMkLst>
        </pc:spChg>
        <pc:spChg chg="add del mod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29" creationId="{49336B74-2C8D-BE55-4369-4ACE2F5775DB}"/>
          </ac:spMkLst>
        </pc:spChg>
        <pc:spChg chg="add del mod">
          <ac:chgData name="MD. SADAT HOSSAIN" userId="beb86229-f6d9-491b-89c6-40775e9c025c" providerId="ADAL" clId="{48F9DB19-3DAC-46FF-A80D-B7E22626CC09}" dt="2025-03-25T21:39:12.325" v="13" actId="478"/>
          <ac:spMkLst>
            <pc:docMk/>
            <pc:sldMk cId="0" sldId="258"/>
            <ac:spMk id="31" creationId="{5082155C-014D-CAA9-B383-009954C6AE54}"/>
          </ac:spMkLst>
        </pc:spChg>
        <pc:spChg chg="add del mod">
          <ac:chgData name="MD. SADAT HOSSAIN" userId="beb86229-f6d9-491b-89c6-40775e9c025c" providerId="ADAL" clId="{48F9DB19-3DAC-46FF-A80D-B7E22626CC09}" dt="2025-03-25T21:39:12.325" v="13" actId="478"/>
          <ac:spMkLst>
            <pc:docMk/>
            <pc:sldMk cId="0" sldId="258"/>
            <ac:spMk id="33" creationId="{07E16BB9-0FFC-BF5D-86F9-587823EEFBEA}"/>
          </ac:spMkLst>
        </pc:spChg>
        <pc:spChg chg="add mod">
          <ac:chgData name="MD. SADAT HOSSAIN" userId="beb86229-f6d9-491b-89c6-40775e9c025c" providerId="ADAL" clId="{48F9DB19-3DAC-46FF-A80D-B7E22626CC09}" dt="2025-03-25T21:40:02.894" v="24"/>
          <ac:spMkLst>
            <pc:docMk/>
            <pc:sldMk cId="0" sldId="258"/>
            <ac:spMk id="34" creationId="{B2F41830-D311-BFCF-9DC7-CA1091E567B6}"/>
          </ac:spMkLst>
        </pc:spChg>
        <pc:spChg chg="add mod">
          <ac:chgData name="MD. SADAT HOSSAIN" userId="beb86229-f6d9-491b-89c6-40775e9c025c" providerId="ADAL" clId="{48F9DB19-3DAC-46FF-A80D-B7E22626CC09}" dt="2025-03-25T21:40:02.894" v="24"/>
          <ac:spMkLst>
            <pc:docMk/>
            <pc:sldMk cId="0" sldId="258"/>
            <ac:spMk id="42" creationId="{03A1B375-D037-EF89-968D-C84DEF5B560C}"/>
          </ac:spMkLst>
        </pc:spChg>
        <pc:spChg chg="add mod">
          <ac:chgData name="MD. SADAT HOSSAIN" userId="beb86229-f6d9-491b-89c6-40775e9c025c" providerId="ADAL" clId="{48F9DB19-3DAC-46FF-A80D-B7E22626CC09}" dt="2025-03-25T21:40:39.394" v="25"/>
          <ac:spMkLst>
            <pc:docMk/>
            <pc:sldMk cId="0" sldId="258"/>
            <ac:spMk id="43" creationId="{B302FABA-9DC0-3CCC-A215-1E5DDFF3E5FA}"/>
          </ac:spMkLst>
        </pc:spChg>
        <pc:spChg chg="add mod">
          <ac:chgData name="MD. SADAT HOSSAIN" userId="beb86229-f6d9-491b-89c6-40775e9c025c" providerId="ADAL" clId="{48F9DB19-3DAC-46FF-A80D-B7E22626CC09}" dt="2025-03-25T21:40:39.394" v="25"/>
          <ac:spMkLst>
            <pc:docMk/>
            <pc:sldMk cId="0" sldId="258"/>
            <ac:spMk id="44" creationId="{C7E67D8F-2124-4EFE-E18B-BC8D78A026E1}"/>
          </ac:spMkLst>
        </pc:spChg>
        <pc:spChg chg="add mod">
          <ac:chgData name="MD. SADAT HOSSAIN" userId="beb86229-f6d9-491b-89c6-40775e9c025c" providerId="ADAL" clId="{48F9DB19-3DAC-46FF-A80D-B7E22626CC09}" dt="2025-03-25T21:40:56.291" v="26" actId="1076"/>
          <ac:spMkLst>
            <pc:docMk/>
            <pc:sldMk cId="0" sldId="258"/>
            <ac:spMk id="52" creationId="{CFF9B794-F0E4-902F-2FE9-5FEDBBB448E3}"/>
          </ac:spMkLst>
        </pc:spChg>
        <pc:spChg chg="add mod">
          <ac:chgData name="MD. SADAT HOSSAIN" userId="beb86229-f6d9-491b-89c6-40775e9c025c" providerId="ADAL" clId="{48F9DB19-3DAC-46FF-A80D-B7E22626CC09}" dt="2025-03-25T22:06:31.537" v="353" actId="1076"/>
          <ac:spMkLst>
            <pc:docMk/>
            <pc:sldMk cId="0" sldId="258"/>
            <ac:spMk id="53" creationId="{7188FBFC-B5E3-224B-0779-A0EB420AA524}"/>
          </ac:spMkLst>
        </pc:spChg>
        <pc:spChg chg="add del mod">
          <ac:chgData name="MD. SADAT HOSSAIN" userId="beb86229-f6d9-491b-89c6-40775e9c025c" providerId="ADAL" clId="{48F9DB19-3DAC-46FF-A80D-B7E22626CC09}" dt="2025-03-25T22:13:27.763" v="427" actId="478"/>
          <ac:spMkLst>
            <pc:docMk/>
            <pc:sldMk cId="0" sldId="258"/>
            <ac:spMk id="55" creationId="{01D8F259-E516-F4EE-E4C2-773843EC709B}"/>
          </ac:spMkLst>
        </pc:spChg>
        <pc:spChg chg="add del">
          <ac:chgData name="MD. SADAT HOSSAIN" userId="beb86229-f6d9-491b-89c6-40775e9c025c" providerId="ADAL" clId="{48F9DB19-3DAC-46FF-A80D-B7E22626CC09}" dt="2025-03-25T22:13:45.436" v="435" actId="478"/>
          <ac:spMkLst>
            <pc:docMk/>
            <pc:sldMk cId="0" sldId="258"/>
            <ac:spMk id="57" creationId="{24AE1E71-5CE9-282A-2740-8198B1829B59}"/>
          </ac:spMkLst>
        </pc:spChg>
        <pc:spChg chg="del">
          <ac:chgData name="MD. SADAT HOSSAIN" userId="beb86229-f6d9-491b-89c6-40775e9c025c" providerId="ADAL" clId="{48F9DB19-3DAC-46FF-A80D-B7E22626CC09}" dt="2025-03-25T21:38:43.985" v="3" actId="478"/>
          <ac:spMkLst>
            <pc:docMk/>
            <pc:sldMk cId="0" sldId="258"/>
            <ac:spMk id="51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47.500" v="5" actId="478"/>
          <ac:spMkLst>
            <pc:docMk/>
            <pc:sldMk cId="0" sldId="258"/>
            <ac:spMk id="519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6.536" v="8" actId="478"/>
          <ac:spMkLst>
            <pc:docMk/>
            <pc:sldMk cId="0" sldId="258"/>
            <ac:spMk id="520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9:02.106" v="9" actId="478"/>
          <ac:spMkLst>
            <pc:docMk/>
            <pc:sldMk cId="0" sldId="258"/>
            <ac:spMk id="525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38.145" v="0" actId="478"/>
          <ac:spMkLst>
            <pc:docMk/>
            <pc:sldMk cId="0" sldId="258"/>
            <ac:spMk id="526" creationId="{00000000-0000-0000-0000-000000000000}"/>
          </ac:spMkLst>
        </pc:spChg>
        <pc:spChg chg="del mod">
          <ac:chgData name="MD. SADAT HOSSAIN" userId="beb86229-f6d9-491b-89c6-40775e9c025c" providerId="ADAL" clId="{48F9DB19-3DAC-46FF-A80D-B7E22626CC09}" dt="2025-03-25T21:39:05.120" v="11" actId="478"/>
          <ac:spMkLst>
            <pc:docMk/>
            <pc:sldMk cId="0" sldId="258"/>
            <ac:spMk id="52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6.536" v="8" actId="478"/>
          <ac:spMkLst>
            <pc:docMk/>
            <pc:sldMk cId="0" sldId="258"/>
            <ac:spMk id="529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2.023" v="7" actId="478"/>
          <ac:spMkLst>
            <pc:docMk/>
            <pc:sldMk cId="0" sldId="258"/>
            <ac:spMk id="530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40.961" v="2" actId="478"/>
          <ac:spMkLst>
            <pc:docMk/>
            <pc:sldMk cId="0" sldId="258"/>
            <ac:spMk id="555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2.023" v="7" actId="478"/>
          <ac:spMkLst>
            <pc:docMk/>
            <pc:sldMk cId="0" sldId="258"/>
            <ac:spMk id="556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6.536" v="8" actId="478"/>
          <ac:spMkLst>
            <pc:docMk/>
            <pc:sldMk cId="0" sldId="258"/>
            <ac:spMk id="557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6.536" v="8" actId="478"/>
          <ac:spMkLst>
            <pc:docMk/>
            <pc:sldMk cId="0" sldId="258"/>
            <ac:spMk id="55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8:52.023" v="7" actId="478"/>
          <ac:spMkLst>
            <pc:docMk/>
            <pc:sldMk cId="0" sldId="258"/>
            <ac:spMk id="559" creationId="{00000000-0000-0000-0000-000000000000}"/>
          </ac:spMkLst>
        </pc:sp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35" creationId="{95A11105-8792-3E40-63F6-2D737025A03B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36" creationId="{E5A624CE-A4EE-964A-D790-CB57B242110A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37" creationId="{9574CB67-E1CB-7748-6D47-F88978CEA9FE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38" creationId="{E5B62127-D12D-750D-2985-1A84FB9D3D08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39" creationId="{24D8D06C-4FF1-86D7-A13B-BD01BE25D8BB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40" creationId="{A04A27B5-1BFA-13AA-E906-4F89A2269C88}"/>
          </ac:picMkLst>
        </pc:picChg>
        <pc:picChg chg="add mod">
          <ac:chgData name="MD. SADAT HOSSAIN" userId="beb86229-f6d9-491b-89c6-40775e9c025c" providerId="ADAL" clId="{48F9DB19-3DAC-46FF-A80D-B7E22626CC09}" dt="2025-03-25T21:40:02.894" v="24"/>
          <ac:picMkLst>
            <pc:docMk/>
            <pc:sldMk cId="0" sldId="258"/>
            <ac:picMk id="41" creationId="{1E27965A-1B09-6546-FC8D-EE5F5D8BA46B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45" creationId="{103CEAC6-18F1-48C2-25EC-B41C24E123EE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46" creationId="{000A284D-2465-1F82-DC92-C7E2B29A5D8B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47" creationId="{954202F3-0A27-9D3A-3AAC-86BC99429618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48" creationId="{B52170B1-3DBF-7EB9-3949-B74BED10F236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49" creationId="{59714AFF-6049-5380-96B9-2AF41B7460AD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50" creationId="{D2D9D09E-9ED4-8D9D-733E-A3DDFB28BFB9}"/>
          </ac:picMkLst>
        </pc:picChg>
        <pc:picChg chg="add mod">
          <ac:chgData name="MD. SADAT HOSSAIN" userId="beb86229-f6d9-491b-89c6-40775e9c025c" providerId="ADAL" clId="{48F9DB19-3DAC-46FF-A80D-B7E22626CC09}" dt="2025-03-25T21:40:39.394" v="25"/>
          <ac:picMkLst>
            <pc:docMk/>
            <pc:sldMk cId="0" sldId="258"/>
            <ac:picMk id="51" creationId="{BBB635F7-1CE0-20F2-EE00-8EB15B145547}"/>
          </ac:picMkLst>
        </pc:picChg>
      </pc:sldChg>
      <pc:sldChg chg="addSp delSp modSp mod modTransition">
        <pc:chgData name="MD. SADAT HOSSAIN" userId="beb86229-f6d9-491b-89c6-40775e9c025c" providerId="ADAL" clId="{48F9DB19-3DAC-46FF-A80D-B7E22626CC09}" dt="2025-03-25T22:37:12.579" v="612" actId="1076"/>
        <pc:sldMkLst>
          <pc:docMk/>
          <pc:sldMk cId="0" sldId="259"/>
        </pc:sldMkLst>
        <pc:spChg chg="add del mod">
          <ac:chgData name="MD. SADAT HOSSAIN" userId="beb86229-f6d9-491b-89c6-40775e9c025c" providerId="ADAL" clId="{48F9DB19-3DAC-46FF-A80D-B7E22626CC09}" dt="2025-03-25T21:39:34.633" v="20" actId="478"/>
          <ac:spMkLst>
            <pc:docMk/>
            <pc:sldMk cId="0" sldId="259"/>
            <ac:spMk id="3" creationId="{84D99086-ECBB-00ED-22CD-2934A1170CD9}"/>
          </ac:spMkLst>
        </pc:spChg>
        <pc:spChg chg="add del mod">
          <ac:chgData name="MD. SADAT HOSSAIN" userId="beb86229-f6d9-491b-89c6-40775e9c025c" providerId="ADAL" clId="{48F9DB19-3DAC-46FF-A80D-B7E22626CC09}" dt="2025-03-25T21:39:31.305" v="18" actId="478"/>
          <ac:spMkLst>
            <pc:docMk/>
            <pc:sldMk cId="0" sldId="259"/>
            <ac:spMk id="5" creationId="{EB48C93C-A84B-D23A-C4CD-23CB1B70030D}"/>
          </ac:spMkLst>
        </pc:spChg>
        <pc:spChg chg="add del mod">
          <ac:chgData name="MD. SADAT HOSSAIN" userId="beb86229-f6d9-491b-89c6-40775e9c025c" providerId="ADAL" clId="{48F9DB19-3DAC-46FF-A80D-B7E22626CC09}" dt="2025-03-25T21:39:39.927" v="23" actId="478"/>
          <ac:spMkLst>
            <pc:docMk/>
            <pc:sldMk cId="0" sldId="259"/>
            <ac:spMk id="7" creationId="{EFDE2C0D-702A-B6BF-FC1D-13973A92BEC0}"/>
          </ac:spMkLst>
        </pc:spChg>
        <pc:spChg chg="add mod">
          <ac:chgData name="MD. SADAT HOSSAIN" userId="beb86229-f6d9-491b-89c6-40775e9c025c" providerId="ADAL" clId="{48F9DB19-3DAC-46FF-A80D-B7E22626CC09}" dt="2025-03-25T21:41:02.796" v="27"/>
          <ac:spMkLst>
            <pc:docMk/>
            <pc:sldMk cId="0" sldId="259"/>
            <ac:spMk id="8" creationId="{7E10A78D-2DDF-E2F9-3F25-C462D9C806BB}"/>
          </ac:spMkLst>
        </pc:spChg>
        <pc:spChg chg="add mod">
          <ac:chgData name="MD. SADAT HOSSAIN" userId="beb86229-f6d9-491b-89c6-40775e9c025c" providerId="ADAL" clId="{48F9DB19-3DAC-46FF-A80D-B7E22626CC09}" dt="2025-03-25T21:41:02.796" v="27"/>
          <ac:spMkLst>
            <pc:docMk/>
            <pc:sldMk cId="0" sldId="259"/>
            <ac:spMk id="9" creationId="{16DA3C42-96D7-DDCD-893E-50E7BC213EAB}"/>
          </ac:spMkLst>
        </pc:spChg>
        <pc:spChg chg="add mod">
          <ac:chgData name="MD. SADAT HOSSAIN" userId="beb86229-f6d9-491b-89c6-40775e9c025c" providerId="ADAL" clId="{48F9DB19-3DAC-46FF-A80D-B7E22626CC09}" dt="2025-03-25T21:41:48.504" v="88" actId="1076"/>
          <ac:spMkLst>
            <pc:docMk/>
            <pc:sldMk cId="0" sldId="259"/>
            <ac:spMk id="17" creationId="{EA276103-8FEC-ABED-75DA-723A7598200D}"/>
          </ac:spMkLst>
        </pc:spChg>
        <pc:spChg chg="add mod">
          <ac:chgData name="MD. SADAT HOSSAIN" userId="beb86229-f6d9-491b-89c6-40775e9c025c" providerId="ADAL" clId="{48F9DB19-3DAC-46FF-A80D-B7E22626CC09}" dt="2025-03-25T22:06:21.007" v="352" actId="1076"/>
          <ac:spMkLst>
            <pc:docMk/>
            <pc:sldMk cId="0" sldId="259"/>
            <ac:spMk id="18" creationId="{2BAC83B8-EA87-FF80-5068-D6445EEB58AF}"/>
          </ac:spMkLst>
        </pc:spChg>
        <pc:spChg chg="add mod">
          <ac:chgData name="MD. SADAT HOSSAIN" userId="beb86229-f6d9-491b-89c6-40775e9c025c" providerId="ADAL" clId="{48F9DB19-3DAC-46FF-A80D-B7E22626CC09}" dt="2025-03-25T22:37:12.579" v="612" actId="1076"/>
          <ac:spMkLst>
            <pc:docMk/>
            <pc:sldMk cId="0" sldId="259"/>
            <ac:spMk id="29" creationId="{967956B2-1820-1062-27E3-2B601B988D1F}"/>
          </ac:spMkLst>
        </pc:spChg>
        <pc:spChg chg="mod">
          <ac:chgData name="MD. SADAT HOSSAIN" userId="beb86229-f6d9-491b-89c6-40775e9c025c" providerId="ADAL" clId="{48F9DB19-3DAC-46FF-A80D-B7E22626CC09}" dt="2025-03-25T21:41:31.485" v="86" actId="207"/>
          <ac:spMkLst>
            <pc:docMk/>
            <pc:sldMk cId="0" sldId="259"/>
            <ac:spMk id="564" creationId="{00000000-0000-0000-0000-000000000000}"/>
          </ac:spMkLst>
        </pc:spChg>
        <pc:spChg chg="del mod">
          <ac:chgData name="MD. SADAT HOSSAIN" userId="beb86229-f6d9-491b-89c6-40775e9c025c" providerId="ADAL" clId="{48F9DB19-3DAC-46FF-A80D-B7E22626CC09}" dt="2025-03-25T21:39:28.964" v="17" actId="478"/>
          <ac:spMkLst>
            <pc:docMk/>
            <pc:sldMk cId="0" sldId="259"/>
            <ac:spMk id="567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39:26.733" v="15" actId="478"/>
          <ac:spMkLst>
            <pc:docMk/>
            <pc:sldMk cId="0" sldId="259"/>
            <ac:spMk id="568" creationId="{00000000-0000-0000-0000-000000000000}"/>
          </ac:spMkLst>
        </pc:spChg>
        <pc:spChg chg="del mod">
          <ac:chgData name="MD. SADAT HOSSAIN" userId="beb86229-f6d9-491b-89c6-40775e9c025c" providerId="ADAL" clId="{48F9DB19-3DAC-46FF-A80D-B7E22626CC09}" dt="2025-03-25T21:39:37.099" v="22" actId="478"/>
          <ac:spMkLst>
            <pc:docMk/>
            <pc:sldMk cId="0" sldId="259"/>
            <ac:spMk id="569" creationId="{00000000-0000-0000-0000-000000000000}"/>
          </ac:spMkLst>
        </pc:spChg>
        <pc:grpChg chg="del">
          <ac:chgData name="MD. SADAT HOSSAIN" userId="beb86229-f6d9-491b-89c6-40775e9c025c" providerId="ADAL" clId="{48F9DB19-3DAC-46FF-A80D-B7E22626CC09}" dt="2025-03-25T21:41:36.728" v="87" actId="478"/>
          <ac:grpSpMkLst>
            <pc:docMk/>
            <pc:sldMk cId="0" sldId="259"/>
            <ac:grpSpMk id="585" creationId="{00000000-0000-0000-0000-000000000000}"/>
          </ac:grpSpMkLst>
        </pc:grp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0" creationId="{899130B7-72DD-C3F8-3896-76E4ECCE286B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1" creationId="{3850F4D0-3B0A-DB0B-5CB2-E0703C5D8F1A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2" creationId="{2C065A0D-C035-F3A0-E0CC-E72D9FE9D5F5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3" creationId="{B8712232-8536-22D0-0F1F-46DDA789F896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4" creationId="{A9489332-5F41-2CA5-B1D7-25C9CC442DCC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5" creationId="{E2E089B8-BC18-7775-B81C-BFA3C127136B}"/>
          </ac:picMkLst>
        </pc:picChg>
        <pc:picChg chg="add mod">
          <ac:chgData name="MD. SADAT HOSSAIN" userId="beb86229-f6d9-491b-89c6-40775e9c025c" providerId="ADAL" clId="{48F9DB19-3DAC-46FF-A80D-B7E22626CC09}" dt="2025-03-25T21:41:02.796" v="27"/>
          <ac:picMkLst>
            <pc:docMk/>
            <pc:sldMk cId="0" sldId="259"/>
            <ac:picMk id="16" creationId="{9F4E345A-C782-AEB9-9016-69C880F47675}"/>
          </ac:picMkLst>
        </pc:picChg>
        <pc:picChg chg="add del mod">
          <ac:chgData name="MD. SADAT HOSSAIN" userId="beb86229-f6d9-491b-89c6-40775e9c025c" providerId="ADAL" clId="{48F9DB19-3DAC-46FF-A80D-B7E22626CC09}" dt="2025-03-25T22:25:27.967" v="441" actId="478"/>
          <ac:picMkLst>
            <pc:docMk/>
            <pc:sldMk cId="0" sldId="259"/>
            <ac:picMk id="20" creationId="{C299F73D-A6D0-F2C3-3126-968C4A8C8C96}"/>
          </ac:picMkLst>
        </pc:picChg>
        <pc:picChg chg="add del mod">
          <ac:chgData name="MD. SADAT HOSSAIN" userId="beb86229-f6d9-491b-89c6-40775e9c025c" providerId="ADAL" clId="{48F9DB19-3DAC-46FF-A80D-B7E22626CC09}" dt="2025-03-25T22:26:38.200" v="550" actId="478"/>
          <ac:picMkLst>
            <pc:docMk/>
            <pc:sldMk cId="0" sldId="259"/>
            <ac:picMk id="22" creationId="{3A103065-717C-29C5-D348-06FDA1F4A19B}"/>
          </ac:picMkLst>
        </pc:picChg>
        <pc:picChg chg="add del mod">
          <ac:chgData name="MD. SADAT HOSSAIN" userId="beb86229-f6d9-491b-89c6-40775e9c025c" providerId="ADAL" clId="{48F9DB19-3DAC-46FF-A80D-B7E22626CC09}" dt="2025-03-25T22:27:43.854" v="558" actId="478"/>
          <ac:picMkLst>
            <pc:docMk/>
            <pc:sldMk cId="0" sldId="259"/>
            <ac:picMk id="24" creationId="{8F734CAC-3C99-0E1D-E3AA-436769757358}"/>
          </ac:picMkLst>
        </pc:picChg>
        <pc:picChg chg="add del mod">
          <ac:chgData name="MD. SADAT HOSSAIN" userId="beb86229-f6d9-491b-89c6-40775e9c025c" providerId="ADAL" clId="{48F9DB19-3DAC-46FF-A80D-B7E22626CC09}" dt="2025-03-25T22:29:56.621" v="562" actId="478"/>
          <ac:picMkLst>
            <pc:docMk/>
            <pc:sldMk cId="0" sldId="259"/>
            <ac:picMk id="26" creationId="{FD245D7E-C365-A125-E312-BB330C1A9A2E}"/>
          </ac:picMkLst>
        </pc:picChg>
        <pc:picChg chg="add mod">
          <ac:chgData name="MD. SADAT HOSSAIN" userId="beb86229-f6d9-491b-89c6-40775e9c025c" providerId="ADAL" clId="{48F9DB19-3DAC-46FF-A80D-B7E22626CC09}" dt="2025-03-25T22:36:20.950" v="611" actId="29295"/>
          <ac:picMkLst>
            <pc:docMk/>
            <pc:sldMk cId="0" sldId="259"/>
            <ac:picMk id="28" creationId="{A5A3CEE6-D304-8B40-597D-FAD0B2B2FC06}"/>
          </ac:picMkLst>
        </pc:picChg>
      </pc:sldChg>
      <pc:sldChg chg="addSp delSp modSp mod modTransition">
        <pc:chgData name="MD. SADAT HOSSAIN" userId="beb86229-f6d9-491b-89c6-40775e9c025c" providerId="ADAL" clId="{48F9DB19-3DAC-46FF-A80D-B7E22626CC09}" dt="2025-03-25T22:39:53.398" v="630" actId="1076"/>
        <pc:sldMkLst>
          <pc:docMk/>
          <pc:sldMk cId="0" sldId="260"/>
        </pc:sldMkLst>
        <pc:spChg chg="add del mod">
          <ac:chgData name="MD. SADAT HOSSAIN" userId="beb86229-f6d9-491b-89c6-40775e9c025c" providerId="ADAL" clId="{48F9DB19-3DAC-46FF-A80D-B7E22626CC09}" dt="2025-03-25T21:42:03.510" v="90" actId="478"/>
          <ac:spMkLst>
            <pc:docMk/>
            <pc:sldMk cId="0" sldId="260"/>
            <ac:spMk id="3" creationId="{623F179F-432E-E8A3-43FF-F0610DFE32C0}"/>
          </ac:spMkLst>
        </pc:spChg>
        <pc:spChg chg="add del mod">
          <ac:chgData name="MD. SADAT HOSSAIN" userId="beb86229-f6d9-491b-89c6-40775e9c025c" providerId="ADAL" clId="{48F9DB19-3DAC-46FF-A80D-B7E22626CC09}" dt="2025-03-25T21:42:03.510" v="90" actId="478"/>
          <ac:spMkLst>
            <pc:docMk/>
            <pc:sldMk cId="0" sldId="260"/>
            <ac:spMk id="5" creationId="{B5644AF8-441B-AF63-3447-DB0F2B424B46}"/>
          </ac:spMkLst>
        </pc:spChg>
        <pc:spChg chg="add mod">
          <ac:chgData name="MD. SADAT HOSSAIN" userId="beb86229-f6d9-491b-89c6-40775e9c025c" providerId="ADAL" clId="{48F9DB19-3DAC-46FF-A80D-B7E22626CC09}" dt="2025-03-25T21:42:10.729" v="92"/>
          <ac:spMkLst>
            <pc:docMk/>
            <pc:sldMk cId="0" sldId="260"/>
            <ac:spMk id="6" creationId="{BFF172B8-A30B-00EA-75AD-52B7EF971CB5}"/>
          </ac:spMkLst>
        </pc:spChg>
        <pc:spChg chg="add mod">
          <ac:chgData name="MD. SADAT HOSSAIN" userId="beb86229-f6d9-491b-89c6-40775e9c025c" providerId="ADAL" clId="{48F9DB19-3DAC-46FF-A80D-B7E22626CC09}" dt="2025-03-25T21:42:10.729" v="92"/>
          <ac:spMkLst>
            <pc:docMk/>
            <pc:sldMk cId="0" sldId="260"/>
            <ac:spMk id="7" creationId="{8AA3B6DA-287F-7726-0184-1DEFF09F3BAB}"/>
          </ac:spMkLst>
        </pc:spChg>
        <pc:spChg chg="add mod">
          <ac:chgData name="MD. SADAT HOSSAIN" userId="beb86229-f6d9-491b-89c6-40775e9c025c" providerId="ADAL" clId="{48F9DB19-3DAC-46FF-A80D-B7E22626CC09}" dt="2025-03-25T21:42:21.691" v="93" actId="1076"/>
          <ac:spMkLst>
            <pc:docMk/>
            <pc:sldMk cId="0" sldId="260"/>
            <ac:spMk id="15" creationId="{E8A99CA2-A1E9-86FB-522F-85611F1EFF63}"/>
          </ac:spMkLst>
        </pc:spChg>
        <pc:spChg chg="add mod">
          <ac:chgData name="MD. SADAT HOSSAIN" userId="beb86229-f6d9-491b-89c6-40775e9c025c" providerId="ADAL" clId="{48F9DB19-3DAC-46FF-A80D-B7E22626CC09}" dt="2025-03-25T22:06:57.443" v="354" actId="1076"/>
          <ac:spMkLst>
            <pc:docMk/>
            <pc:sldMk cId="0" sldId="260"/>
            <ac:spMk id="16" creationId="{08615A1C-C0FE-DA66-51EB-F8788EEA944A}"/>
          </ac:spMkLst>
        </pc:spChg>
        <pc:spChg chg="add mod">
          <ac:chgData name="MD. SADAT HOSSAIN" userId="beb86229-f6d9-491b-89c6-40775e9c025c" providerId="ADAL" clId="{48F9DB19-3DAC-46FF-A80D-B7E22626CC09}" dt="2025-03-25T22:39:53.398" v="630" actId="1076"/>
          <ac:spMkLst>
            <pc:docMk/>
            <pc:sldMk cId="0" sldId="260"/>
            <ac:spMk id="17" creationId="{5EDFE6B7-2F32-0F44-26AE-05197C6F58FF}"/>
          </ac:spMkLst>
        </pc:spChg>
        <pc:spChg chg="del">
          <ac:chgData name="MD. SADAT HOSSAIN" userId="beb86229-f6d9-491b-89c6-40775e9c025c" providerId="ADAL" clId="{48F9DB19-3DAC-46FF-A80D-B7E22626CC09}" dt="2025-03-25T21:42:07.445" v="91" actId="478"/>
          <ac:spMkLst>
            <pc:docMk/>
            <pc:sldMk cId="0" sldId="260"/>
            <ac:spMk id="606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1:59.792" v="89" actId="478"/>
          <ac:spMkLst>
            <pc:docMk/>
            <pc:sldMk cId="0" sldId="260"/>
            <ac:spMk id="607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1:59.792" v="89" actId="478"/>
          <ac:spMkLst>
            <pc:docMk/>
            <pc:sldMk cId="0" sldId="260"/>
            <ac:spMk id="609" creationId="{00000000-0000-0000-0000-000000000000}"/>
          </ac:spMkLst>
        </pc:spChg>
        <pc:grpChg chg="del">
          <ac:chgData name="MD. SADAT HOSSAIN" userId="beb86229-f6d9-491b-89c6-40775e9c025c" providerId="ADAL" clId="{48F9DB19-3DAC-46FF-A80D-B7E22626CC09}" dt="2025-03-25T21:42:07.445" v="91" actId="478"/>
          <ac:grpSpMkLst>
            <pc:docMk/>
            <pc:sldMk cId="0" sldId="260"/>
            <ac:grpSpMk id="611" creationId="{00000000-0000-0000-0000-000000000000}"/>
          </ac:grpSpMkLst>
        </pc:grp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8" creationId="{A1EC6297-D9E9-BA56-9AB4-C2735FAC5F60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9" creationId="{8DA1F1FE-38F5-626E-693F-52DDB10EA610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10" creationId="{EBDBA175-57D9-E16E-EBB5-70B484F3E81B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11" creationId="{21C6F197-6D74-D007-61BD-2E3C08CFBA5A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12" creationId="{B5D6F232-CAD4-162B-3E90-02A9AA81BFEF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13" creationId="{3FD30424-0307-67EA-4812-6E3F2812563F}"/>
          </ac:picMkLst>
        </pc:picChg>
        <pc:picChg chg="add mod">
          <ac:chgData name="MD. SADAT HOSSAIN" userId="beb86229-f6d9-491b-89c6-40775e9c025c" providerId="ADAL" clId="{48F9DB19-3DAC-46FF-A80D-B7E22626CC09}" dt="2025-03-25T21:42:10.729" v="92"/>
          <ac:picMkLst>
            <pc:docMk/>
            <pc:sldMk cId="0" sldId="260"/>
            <ac:picMk id="14" creationId="{3CB79221-9DB9-DC16-0A78-B75F14A745AB}"/>
          </ac:picMkLst>
        </pc:picChg>
        <pc:picChg chg="del">
          <ac:chgData name="MD. SADAT HOSSAIN" userId="beb86229-f6d9-491b-89c6-40775e9c025c" providerId="ADAL" clId="{48F9DB19-3DAC-46FF-A80D-B7E22626CC09}" dt="2025-03-25T21:42:07.445" v="91" actId="478"/>
          <ac:picMkLst>
            <pc:docMk/>
            <pc:sldMk cId="0" sldId="260"/>
            <ac:picMk id="608" creationId="{00000000-0000-0000-0000-000000000000}"/>
          </ac:picMkLst>
        </pc:picChg>
      </pc:sldChg>
      <pc:sldChg chg="addSp delSp modSp mod modTransition">
        <pc:chgData name="MD. SADAT HOSSAIN" userId="beb86229-f6d9-491b-89c6-40775e9c025c" providerId="ADAL" clId="{48F9DB19-3DAC-46FF-A80D-B7E22626CC09}" dt="2025-03-25T22:07:07.715" v="355" actId="1076"/>
        <pc:sldMkLst>
          <pc:docMk/>
          <pc:sldMk cId="0" sldId="261"/>
        </pc:sldMkLst>
        <pc:spChg chg="add mod">
          <ac:chgData name="MD. SADAT HOSSAIN" userId="beb86229-f6d9-491b-89c6-40775e9c025c" providerId="ADAL" clId="{48F9DB19-3DAC-46FF-A80D-B7E22626CC09}" dt="2025-03-25T21:42:30.765" v="95" actId="478"/>
          <ac:spMkLst>
            <pc:docMk/>
            <pc:sldMk cId="0" sldId="261"/>
            <ac:spMk id="3" creationId="{18BEEECD-2832-673C-407A-882AC3DCB3B2}"/>
          </ac:spMkLst>
        </pc:spChg>
        <pc:spChg chg="add del mod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5" creationId="{87414BD8-355C-3D33-6589-80672301F5E9}"/>
          </ac:spMkLst>
        </pc:spChg>
        <pc:spChg chg="del">
          <ac:chgData name="MD. SADAT HOSSAIN" userId="beb86229-f6d9-491b-89c6-40775e9c025c" providerId="ADAL" clId="{48F9DB19-3DAC-46FF-A80D-B7E22626CC09}" dt="2025-03-25T21:42:44.179" v="98" actId="478"/>
          <ac:spMkLst>
            <pc:docMk/>
            <pc:sldMk cId="0" sldId="261"/>
            <ac:spMk id="7" creationId="{2F3CDA7A-5364-3C18-BCFB-5641EC501FE0}"/>
          </ac:spMkLst>
        </pc:spChg>
        <pc:spChg chg="del">
          <ac:chgData name="MD. SADAT HOSSAIN" userId="beb86229-f6d9-491b-89c6-40775e9c025c" providerId="ADAL" clId="{48F9DB19-3DAC-46FF-A80D-B7E22626CC09}" dt="2025-03-25T21:42:44.179" v="98" actId="478"/>
          <ac:spMkLst>
            <pc:docMk/>
            <pc:sldMk cId="0" sldId="261"/>
            <ac:spMk id="9" creationId="{E1343113-7251-F8AD-8FAB-7C6EBA18EF21}"/>
          </ac:spMkLst>
        </pc:spChg>
        <pc:spChg chg="add del mod">
          <ac:chgData name="MD. SADAT HOSSAIN" userId="beb86229-f6d9-491b-89c6-40775e9c025c" providerId="ADAL" clId="{48F9DB19-3DAC-46FF-A80D-B7E22626CC09}" dt="2025-03-25T21:42:44.179" v="98" actId="478"/>
          <ac:spMkLst>
            <pc:docMk/>
            <pc:sldMk cId="0" sldId="261"/>
            <ac:spMk id="11" creationId="{A86CE39F-5221-EE60-8656-9804F7773A1D}"/>
          </ac:spMkLst>
        </pc:spChg>
        <pc:spChg chg="add del mod">
          <ac:chgData name="MD. SADAT HOSSAIN" userId="beb86229-f6d9-491b-89c6-40775e9c025c" providerId="ADAL" clId="{48F9DB19-3DAC-46FF-A80D-B7E22626CC09}" dt="2025-03-25T21:42:44.179" v="98" actId="478"/>
          <ac:spMkLst>
            <pc:docMk/>
            <pc:sldMk cId="0" sldId="261"/>
            <ac:spMk id="13" creationId="{39609848-FCB0-1CCB-C7EF-8465A73CEB55}"/>
          </ac:spMkLst>
        </pc:spChg>
        <pc:spChg chg="add del mod">
          <ac:chgData name="MD. SADAT HOSSAIN" userId="beb86229-f6d9-491b-89c6-40775e9c025c" providerId="ADAL" clId="{48F9DB19-3DAC-46FF-A80D-B7E22626CC09}" dt="2025-03-25T21:42:44.179" v="98" actId="478"/>
          <ac:spMkLst>
            <pc:docMk/>
            <pc:sldMk cId="0" sldId="261"/>
            <ac:spMk id="15" creationId="{F7518D8F-BD7E-BD87-CD56-76746483AE3E}"/>
          </ac:spMkLst>
        </pc:spChg>
        <pc:spChg chg="add mod">
          <ac:chgData name="MD. SADAT HOSSAIN" userId="beb86229-f6d9-491b-89c6-40775e9c025c" providerId="ADAL" clId="{48F9DB19-3DAC-46FF-A80D-B7E22626CC09}" dt="2025-03-25T21:42:48.034" v="99"/>
          <ac:spMkLst>
            <pc:docMk/>
            <pc:sldMk cId="0" sldId="261"/>
            <ac:spMk id="16" creationId="{0D1315BE-1C4E-0EBC-175D-A99BE2356DF6}"/>
          </ac:spMkLst>
        </pc:spChg>
        <pc:spChg chg="add mod">
          <ac:chgData name="MD. SADAT HOSSAIN" userId="beb86229-f6d9-491b-89c6-40775e9c025c" providerId="ADAL" clId="{48F9DB19-3DAC-46FF-A80D-B7E22626CC09}" dt="2025-03-25T21:42:48.034" v="99"/>
          <ac:spMkLst>
            <pc:docMk/>
            <pc:sldMk cId="0" sldId="261"/>
            <ac:spMk id="17" creationId="{458A8E0E-1CAD-A44C-7FB7-20969FBF5815}"/>
          </ac:spMkLst>
        </pc:spChg>
        <pc:spChg chg="add mod">
          <ac:chgData name="MD. SADAT HOSSAIN" userId="beb86229-f6d9-491b-89c6-40775e9c025c" providerId="ADAL" clId="{48F9DB19-3DAC-46FF-A80D-B7E22626CC09}" dt="2025-03-25T21:43:12.160" v="102" actId="1076"/>
          <ac:spMkLst>
            <pc:docMk/>
            <pc:sldMk cId="0" sldId="261"/>
            <ac:spMk id="25" creationId="{F058EC6D-BFDA-AFCF-AA40-2D4491270443}"/>
          </ac:spMkLst>
        </pc:spChg>
        <pc:spChg chg="add mod">
          <ac:chgData name="MD. SADAT HOSSAIN" userId="beb86229-f6d9-491b-89c6-40775e9c025c" providerId="ADAL" clId="{48F9DB19-3DAC-46FF-A80D-B7E22626CC09}" dt="2025-03-25T22:07:07.715" v="355" actId="1076"/>
          <ac:spMkLst>
            <pc:docMk/>
            <pc:sldMk cId="0" sldId="261"/>
            <ac:spMk id="26" creationId="{946A570B-73CF-5F82-4BF7-BA0C462BAB3D}"/>
          </ac:spMkLst>
        </pc:spChg>
        <pc:spChg chg="del">
          <ac:chgData name="MD. SADAT HOSSAIN" userId="beb86229-f6d9-491b-89c6-40775e9c025c" providerId="ADAL" clId="{48F9DB19-3DAC-46FF-A80D-B7E22626CC09}" dt="2025-03-25T21:42:33.173" v="96" actId="478"/>
          <ac:spMkLst>
            <pc:docMk/>
            <pc:sldMk cId="0" sldId="261"/>
            <ac:spMk id="627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2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29" creationId="{00000000-0000-0000-0000-000000000000}"/>
          </ac:spMkLst>
        </pc:spChg>
        <pc:spChg chg="del mod">
          <ac:chgData name="MD. SADAT HOSSAIN" userId="beb86229-f6d9-491b-89c6-40775e9c025c" providerId="ADAL" clId="{48F9DB19-3DAC-46FF-A80D-B7E22626CC09}" dt="2025-03-25T21:42:30.765" v="95" actId="478"/>
          <ac:spMkLst>
            <pc:docMk/>
            <pc:sldMk cId="0" sldId="261"/>
            <ac:spMk id="630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31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33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35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2:41.153" v="97" actId="478"/>
          <ac:spMkLst>
            <pc:docMk/>
            <pc:sldMk cId="0" sldId="261"/>
            <ac:spMk id="636" creationId="{00000000-0000-0000-0000-000000000000}"/>
          </ac:spMkLst>
        </pc:sp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18" creationId="{7EAA376A-B7D1-1D54-7AD4-3EA35B323D23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19" creationId="{1EB46310-30F6-FECA-5AF6-283A4BB37C8A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20" creationId="{0E5BD488-3397-ADA3-0A66-44C01C3D81B5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21" creationId="{FAF0A2E6-7536-737B-4247-922720996B53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22" creationId="{E1AF8733-15B1-A58A-FC0E-EE22B4C06970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23" creationId="{06E6B8E7-46E1-33EF-91D9-42EA5E502E98}"/>
          </ac:picMkLst>
        </pc:picChg>
        <pc:picChg chg="add mod">
          <ac:chgData name="MD. SADAT HOSSAIN" userId="beb86229-f6d9-491b-89c6-40775e9c025c" providerId="ADAL" clId="{48F9DB19-3DAC-46FF-A80D-B7E22626CC09}" dt="2025-03-25T21:42:48.034" v="99"/>
          <ac:picMkLst>
            <pc:docMk/>
            <pc:sldMk cId="0" sldId="261"/>
            <ac:picMk id="24" creationId="{36817877-540E-1CB7-5210-59C07260831B}"/>
          </ac:picMkLst>
        </pc:picChg>
      </pc:sldChg>
      <pc:sldChg chg="addSp delSp modSp mod modTransition">
        <pc:chgData name="MD. SADAT HOSSAIN" userId="beb86229-f6d9-491b-89c6-40775e9c025c" providerId="ADAL" clId="{48F9DB19-3DAC-46FF-A80D-B7E22626CC09}" dt="2025-03-25T22:08:01.340" v="384" actId="1076"/>
        <pc:sldMkLst>
          <pc:docMk/>
          <pc:sldMk cId="0" sldId="262"/>
        </pc:sldMkLst>
        <pc:spChg chg="add del mod">
          <ac:chgData name="MD. SADAT HOSSAIN" userId="beb86229-f6d9-491b-89c6-40775e9c025c" providerId="ADAL" clId="{48F9DB19-3DAC-46FF-A80D-B7E22626CC09}" dt="2025-03-25T21:43:40.542" v="104" actId="478"/>
          <ac:spMkLst>
            <pc:docMk/>
            <pc:sldMk cId="0" sldId="262"/>
            <ac:spMk id="3" creationId="{3A40BE28-E2B1-8FE2-DBB4-786B3E14515D}"/>
          </ac:spMkLst>
        </pc:spChg>
        <pc:spChg chg="add del mod">
          <ac:chgData name="MD. SADAT HOSSAIN" userId="beb86229-f6d9-491b-89c6-40775e9c025c" providerId="ADAL" clId="{48F9DB19-3DAC-46FF-A80D-B7E22626CC09}" dt="2025-03-25T21:43:40.542" v="104" actId="478"/>
          <ac:spMkLst>
            <pc:docMk/>
            <pc:sldMk cId="0" sldId="262"/>
            <ac:spMk id="5" creationId="{8893589A-E5FE-2F28-E639-A64A1252551E}"/>
          </ac:spMkLst>
        </pc:spChg>
        <pc:spChg chg="add del mod">
          <ac:chgData name="MD. SADAT HOSSAIN" userId="beb86229-f6d9-491b-89c6-40775e9c025c" providerId="ADAL" clId="{48F9DB19-3DAC-46FF-A80D-B7E22626CC09}" dt="2025-03-25T21:43:40.542" v="104" actId="478"/>
          <ac:spMkLst>
            <pc:docMk/>
            <pc:sldMk cId="0" sldId="262"/>
            <ac:spMk id="7" creationId="{2DA1B367-D96A-CA8B-DB0C-FB3662A5F48C}"/>
          </ac:spMkLst>
        </pc:spChg>
        <pc:spChg chg="add mod">
          <ac:chgData name="MD. SADAT HOSSAIN" userId="beb86229-f6d9-491b-89c6-40775e9c025c" providerId="ADAL" clId="{48F9DB19-3DAC-46FF-A80D-B7E22626CC09}" dt="2025-03-25T21:43:47.915" v="106"/>
          <ac:spMkLst>
            <pc:docMk/>
            <pc:sldMk cId="0" sldId="262"/>
            <ac:spMk id="8" creationId="{200E87DF-6855-F075-DF22-ADC0D4FED1C4}"/>
          </ac:spMkLst>
        </pc:spChg>
        <pc:spChg chg="add mod">
          <ac:chgData name="MD. SADAT HOSSAIN" userId="beb86229-f6d9-491b-89c6-40775e9c025c" providerId="ADAL" clId="{48F9DB19-3DAC-46FF-A80D-B7E22626CC09}" dt="2025-03-25T21:43:47.915" v="106"/>
          <ac:spMkLst>
            <pc:docMk/>
            <pc:sldMk cId="0" sldId="262"/>
            <ac:spMk id="9" creationId="{C0662D71-A11A-B36C-96CF-BCD3F75FA812}"/>
          </ac:spMkLst>
        </pc:spChg>
        <pc:spChg chg="add mod">
          <ac:chgData name="MD. SADAT HOSSAIN" userId="beb86229-f6d9-491b-89c6-40775e9c025c" providerId="ADAL" clId="{48F9DB19-3DAC-46FF-A80D-B7E22626CC09}" dt="2025-03-25T21:44:02.190" v="107" actId="1076"/>
          <ac:spMkLst>
            <pc:docMk/>
            <pc:sldMk cId="0" sldId="262"/>
            <ac:spMk id="17" creationId="{420C7490-2DD0-AF54-99AB-0592763E84E2}"/>
          </ac:spMkLst>
        </pc:spChg>
        <pc:spChg chg="add mod">
          <ac:chgData name="MD. SADAT HOSSAIN" userId="beb86229-f6d9-491b-89c6-40775e9c025c" providerId="ADAL" clId="{48F9DB19-3DAC-46FF-A80D-B7E22626CC09}" dt="2025-03-25T22:07:21.852" v="356" actId="1076"/>
          <ac:spMkLst>
            <pc:docMk/>
            <pc:sldMk cId="0" sldId="262"/>
            <ac:spMk id="18" creationId="{6FBB8082-C88B-E818-15A0-E769FB6A7549}"/>
          </ac:spMkLst>
        </pc:spChg>
        <pc:spChg chg="add mod">
          <ac:chgData name="MD. SADAT HOSSAIN" userId="beb86229-f6d9-491b-89c6-40775e9c025c" providerId="ADAL" clId="{48F9DB19-3DAC-46FF-A80D-B7E22626CC09}" dt="2025-03-25T22:08:01.340" v="384" actId="1076"/>
          <ac:spMkLst>
            <pc:docMk/>
            <pc:sldMk cId="0" sldId="262"/>
            <ac:spMk id="19" creationId="{15BCF205-B953-D32D-3477-1E3041EA749C}"/>
          </ac:spMkLst>
        </pc:spChg>
        <pc:spChg chg="del">
          <ac:chgData name="MD. SADAT HOSSAIN" userId="beb86229-f6d9-491b-89c6-40775e9c025c" providerId="ADAL" clId="{48F9DB19-3DAC-46FF-A80D-B7E22626CC09}" dt="2025-03-25T21:43:33.669" v="103" actId="478"/>
          <ac:spMkLst>
            <pc:docMk/>
            <pc:sldMk cId="0" sldId="262"/>
            <ac:spMk id="66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3:33.669" v="103" actId="478"/>
          <ac:spMkLst>
            <pc:docMk/>
            <pc:sldMk cId="0" sldId="262"/>
            <ac:spMk id="669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3:33.669" v="103" actId="478"/>
          <ac:spMkLst>
            <pc:docMk/>
            <pc:sldMk cId="0" sldId="262"/>
            <ac:spMk id="670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3:33.669" v="103" actId="478"/>
          <ac:spMkLst>
            <pc:docMk/>
            <pc:sldMk cId="0" sldId="262"/>
            <ac:spMk id="671" creationId="{00000000-0000-0000-0000-000000000000}"/>
          </ac:spMkLst>
        </pc:spChg>
        <pc:grpChg chg="del">
          <ac:chgData name="MD. SADAT HOSSAIN" userId="beb86229-f6d9-491b-89c6-40775e9c025c" providerId="ADAL" clId="{48F9DB19-3DAC-46FF-A80D-B7E22626CC09}" dt="2025-03-25T21:43:40.542" v="104" actId="478"/>
          <ac:grpSpMkLst>
            <pc:docMk/>
            <pc:sldMk cId="0" sldId="262"/>
            <ac:grpSpMk id="679" creationId="{00000000-0000-0000-0000-000000000000}"/>
          </ac:grpSpMkLst>
        </pc:grpChg>
        <pc:grpChg chg="del">
          <ac:chgData name="MD. SADAT HOSSAIN" userId="beb86229-f6d9-491b-89c6-40775e9c025c" providerId="ADAL" clId="{48F9DB19-3DAC-46FF-A80D-B7E22626CC09}" dt="2025-03-25T21:43:44.508" v="105" actId="478"/>
          <ac:grpSpMkLst>
            <pc:docMk/>
            <pc:sldMk cId="0" sldId="262"/>
            <ac:grpSpMk id="685" creationId="{00000000-0000-0000-0000-000000000000}"/>
          </ac:grpSpMkLst>
        </pc:grp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0" creationId="{27F486E8-ED83-52E8-AFE4-BF534C6042B4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1" creationId="{DDA6AB04-8AB2-18C1-2E41-688F9B2905C4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2" creationId="{A33AC949-960E-BD26-11EA-147390551D28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3" creationId="{40DC1561-9822-37FB-A6D5-A7B6C61DA0B4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4" creationId="{D7F6765F-3414-4A34-DECE-C1982B4BC350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5" creationId="{99E90DF2-CCFE-47A6-7F25-BCAD8DB828AE}"/>
          </ac:picMkLst>
        </pc:picChg>
        <pc:picChg chg="add mod">
          <ac:chgData name="MD. SADAT HOSSAIN" userId="beb86229-f6d9-491b-89c6-40775e9c025c" providerId="ADAL" clId="{48F9DB19-3DAC-46FF-A80D-B7E22626CC09}" dt="2025-03-25T21:43:47.915" v="106"/>
          <ac:picMkLst>
            <pc:docMk/>
            <pc:sldMk cId="0" sldId="262"/>
            <ac:picMk id="16" creationId="{75F78425-5AB5-4FC6-F5A4-DFF825576EBE}"/>
          </ac:picMkLst>
        </pc:picChg>
      </pc:sldChg>
      <pc:sldChg chg="addSp delSp modSp mod modTransition">
        <pc:chgData name="MD. SADAT HOSSAIN" userId="beb86229-f6d9-491b-89c6-40775e9c025c" providerId="ADAL" clId="{48F9DB19-3DAC-46FF-A80D-B7E22626CC09}" dt="2025-03-25T22:09:30.950" v="415" actId="1076"/>
        <pc:sldMkLst>
          <pc:docMk/>
          <pc:sldMk cId="0" sldId="263"/>
        </pc:sldMkLst>
        <pc:spChg chg="add del mod">
          <ac:chgData name="MD. SADAT HOSSAIN" userId="beb86229-f6d9-491b-89c6-40775e9c025c" providerId="ADAL" clId="{48F9DB19-3DAC-46FF-A80D-B7E22626CC09}" dt="2025-03-25T21:44:19.476" v="110" actId="478"/>
          <ac:spMkLst>
            <pc:docMk/>
            <pc:sldMk cId="0" sldId="263"/>
            <ac:spMk id="3" creationId="{47DA6058-47CF-E741-EB88-978FD4DDC359}"/>
          </ac:spMkLst>
        </pc:spChg>
        <pc:spChg chg="add del mod">
          <ac:chgData name="MD. SADAT HOSSAIN" userId="beb86229-f6d9-491b-89c6-40775e9c025c" providerId="ADAL" clId="{48F9DB19-3DAC-46FF-A80D-B7E22626CC09}" dt="2025-03-25T21:44:19.476" v="110" actId="478"/>
          <ac:spMkLst>
            <pc:docMk/>
            <pc:sldMk cId="0" sldId="263"/>
            <ac:spMk id="5" creationId="{9C4A573E-B0ED-69E8-934D-60F3B79383A8}"/>
          </ac:spMkLst>
        </pc:spChg>
        <pc:spChg chg="add del mod">
          <ac:chgData name="MD. SADAT HOSSAIN" userId="beb86229-f6d9-491b-89c6-40775e9c025c" providerId="ADAL" clId="{48F9DB19-3DAC-46FF-A80D-B7E22626CC09}" dt="2025-03-25T21:44:22.276" v="111" actId="478"/>
          <ac:spMkLst>
            <pc:docMk/>
            <pc:sldMk cId="0" sldId="263"/>
            <ac:spMk id="7" creationId="{4ADC1AE8-DE82-C5E1-7CF3-BBEFA997F91B}"/>
          </ac:spMkLst>
        </pc:spChg>
        <pc:spChg chg="add mod">
          <ac:chgData name="MD. SADAT HOSSAIN" userId="beb86229-f6d9-491b-89c6-40775e9c025c" providerId="ADAL" clId="{48F9DB19-3DAC-46FF-A80D-B7E22626CC09}" dt="2025-03-25T21:44:26.448" v="113"/>
          <ac:spMkLst>
            <pc:docMk/>
            <pc:sldMk cId="0" sldId="263"/>
            <ac:spMk id="8" creationId="{F257EA79-6FD5-9892-3D14-1665FD0019A1}"/>
          </ac:spMkLst>
        </pc:spChg>
        <pc:spChg chg="add mod">
          <ac:chgData name="MD. SADAT HOSSAIN" userId="beb86229-f6d9-491b-89c6-40775e9c025c" providerId="ADAL" clId="{48F9DB19-3DAC-46FF-A80D-B7E22626CC09}" dt="2025-03-25T21:44:26.448" v="113"/>
          <ac:spMkLst>
            <pc:docMk/>
            <pc:sldMk cId="0" sldId="263"/>
            <ac:spMk id="9" creationId="{A7BAC60D-2366-A3EF-A19D-CFA2F4294352}"/>
          </ac:spMkLst>
        </pc:spChg>
        <pc:spChg chg="add mod">
          <ac:chgData name="MD. SADAT HOSSAIN" userId="beb86229-f6d9-491b-89c6-40775e9c025c" providerId="ADAL" clId="{48F9DB19-3DAC-46FF-A80D-B7E22626CC09}" dt="2025-03-25T21:44:34.903" v="114" actId="1076"/>
          <ac:spMkLst>
            <pc:docMk/>
            <pc:sldMk cId="0" sldId="263"/>
            <ac:spMk id="17" creationId="{3088238A-87D3-5317-096D-B64690BAD4F2}"/>
          </ac:spMkLst>
        </pc:spChg>
        <pc:spChg chg="add mod">
          <ac:chgData name="MD. SADAT HOSSAIN" userId="beb86229-f6d9-491b-89c6-40775e9c025c" providerId="ADAL" clId="{48F9DB19-3DAC-46FF-A80D-B7E22626CC09}" dt="2025-03-25T22:09:30.950" v="415" actId="1076"/>
          <ac:spMkLst>
            <pc:docMk/>
            <pc:sldMk cId="0" sldId="263"/>
            <ac:spMk id="18" creationId="{7ECED1FB-59F2-5A0A-A4B3-7FB147E8FABE}"/>
          </ac:spMkLst>
        </pc:spChg>
        <pc:spChg chg="del">
          <ac:chgData name="MD. SADAT HOSSAIN" userId="beb86229-f6d9-491b-89c6-40775e9c025c" providerId="ADAL" clId="{48F9DB19-3DAC-46FF-A80D-B7E22626CC09}" dt="2025-03-25T21:44:15.122" v="109" actId="478"/>
          <ac:spMkLst>
            <pc:docMk/>
            <pc:sldMk cId="0" sldId="263"/>
            <ac:spMk id="708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4:24.124" v="112" actId="478"/>
          <ac:spMkLst>
            <pc:docMk/>
            <pc:sldMk cId="0" sldId="263"/>
            <ac:spMk id="709" creationId="{00000000-0000-0000-0000-000000000000}"/>
          </ac:spMkLst>
        </pc:spChg>
        <pc:spChg chg="del mod">
          <ac:chgData name="MD. SADAT HOSSAIN" userId="beb86229-f6d9-491b-89c6-40775e9c025c" providerId="ADAL" clId="{48F9DB19-3DAC-46FF-A80D-B7E22626CC09}" dt="2025-03-25T21:44:19.476" v="110" actId="478"/>
          <ac:spMkLst>
            <pc:docMk/>
            <pc:sldMk cId="0" sldId="263"/>
            <ac:spMk id="710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4:15.122" v="109" actId="478"/>
          <ac:spMkLst>
            <pc:docMk/>
            <pc:sldMk cId="0" sldId="263"/>
            <ac:spMk id="711" creationId="{00000000-0000-0000-0000-000000000000}"/>
          </ac:spMkLst>
        </pc:spChg>
        <pc:spChg chg="del">
          <ac:chgData name="MD. SADAT HOSSAIN" userId="beb86229-f6d9-491b-89c6-40775e9c025c" providerId="ADAL" clId="{48F9DB19-3DAC-46FF-A80D-B7E22626CC09}" dt="2025-03-25T21:44:15.122" v="109" actId="478"/>
          <ac:spMkLst>
            <pc:docMk/>
            <pc:sldMk cId="0" sldId="263"/>
            <ac:spMk id="712" creationId="{00000000-0000-0000-0000-000000000000}"/>
          </ac:spMkLst>
        </pc:spChg>
        <pc:grpChg chg="del">
          <ac:chgData name="MD. SADAT HOSSAIN" userId="beb86229-f6d9-491b-89c6-40775e9c025c" providerId="ADAL" clId="{48F9DB19-3DAC-46FF-A80D-B7E22626CC09}" dt="2025-03-25T21:44:15.122" v="109" actId="478"/>
          <ac:grpSpMkLst>
            <pc:docMk/>
            <pc:sldMk cId="0" sldId="263"/>
            <ac:grpSpMk id="714" creationId="{00000000-0000-0000-0000-000000000000}"/>
          </ac:grpSpMkLst>
        </pc:grp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0" creationId="{1BEE7126-CB66-E6FE-2EF0-6B37B0F90398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1" creationId="{482A7AA2-8FF2-FF83-6F1D-DEC7CB1F1B8C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2" creationId="{8D4A2BCB-13F1-5915-0827-A36E8AD5FAA6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3" creationId="{655AC4BD-507C-A864-C4BA-663027F69649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4" creationId="{83E42AA2-E696-8644-D572-7BAD519DACB1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5" creationId="{15CB4A8E-90A8-F8C9-8496-12EA6B4DE9F2}"/>
          </ac:picMkLst>
        </pc:picChg>
        <pc:picChg chg="add mod">
          <ac:chgData name="MD. SADAT HOSSAIN" userId="beb86229-f6d9-491b-89c6-40775e9c025c" providerId="ADAL" clId="{48F9DB19-3DAC-46FF-A80D-B7E22626CC09}" dt="2025-03-25T21:44:26.448" v="113"/>
          <ac:picMkLst>
            <pc:docMk/>
            <pc:sldMk cId="0" sldId="263"/>
            <ac:picMk id="16" creationId="{A600D075-6157-6D73-EF58-0F410AB99B78}"/>
          </ac:picMkLst>
        </pc:picChg>
        <pc:picChg chg="del">
          <ac:chgData name="MD. SADAT HOSSAIN" userId="beb86229-f6d9-491b-89c6-40775e9c025c" providerId="ADAL" clId="{48F9DB19-3DAC-46FF-A80D-B7E22626CC09}" dt="2025-03-25T21:44:15.122" v="109" actId="478"/>
          <ac:picMkLst>
            <pc:docMk/>
            <pc:sldMk cId="0" sldId="263"/>
            <ac:picMk id="713" creationId="{00000000-0000-0000-0000-000000000000}"/>
          </ac:picMkLst>
        </pc:picChg>
      </pc:sldChg>
      <pc:sldChg chg="del">
        <pc:chgData name="MD. SADAT HOSSAIN" userId="beb86229-f6d9-491b-89c6-40775e9c025c" providerId="ADAL" clId="{48F9DB19-3DAC-46FF-A80D-B7E22626CC09}" dt="2025-03-25T21:52:49.587" v="137" actId="47"/>
        <pc:sldMkLst>
          <pc:docMk/>
          <pc:sldMk cId="0" sldId="264"/>
        </pc:sldMkLst>
      </pc:sldChg>
      <pc:sldChg chg="del">
        <pc:chgData name="MD. SADAT HOSSAIN" userId="beb86229-f6d9-491b-89c6-40775e9c025c" providerId="ADAL" clId="{48F9DB19-3DAC-46FF-A80D-B7E22626CC09}" dt="2025-03-25T21:52:48.679" v="136" actId="47"/>
        <pc:sldMkLst>
          <pc:docMk/>
          <pc:sldMk cId="0" sldId="265"/>
        </pc:sldMkLst>
      </pc:sldChg>
      <pc:sldChg chg="del">
        <pc:chgData name="MD. SADAT HOSSAIN" userId="beb86229-f6d9-491b-89c6-40775e9c025c" providerId="ADAL" clId="{48F9DB19-3DAC-46FF-A80D-B7E22626CC09}" dt="2025-03-25T21:52:48.252" v="135" actId="47"/>
        <pc:sldMkLst>
          <pc:docMk/>
          <pc:sldMk cId="0" sldId="266"/>
        </pc:sldMkLst>
      </pc:sldChg>
      <pc:sldChg chg="del">
        <pc:chgData name="MD. SADAT HOSSAIN" userId="beb86229-f6d9-491b-89c6-40775e9c025c" providerId="ADAL" clId="{48F9DB19-3DAC-46FF-A80D-B7E22626CC09}" dt="2025-03-25T21:52:47.805" v="134" actId="47"/>
        <pc:sldMkLst>
          <pc:docMk/>
          <pc:sldMk cId="0" sldId="267"/>
        </pc:sldMkLst>
      </pc:sldChg>
      <pc:sldChg chg="del">
        <pc:chgData name="MD. SADAT HOSSAIN" userId="beb86229-f6d9-491b-89c6-40775e9c025c" providerId="ADAL" clId="{48F9DB19-3DAC-46FF-A80D-B7E22626CC09}" dt="2025-03-25T21:52:47.310" v="133" actId="47"/>
        <pc:sldMkLst>
          <pc:docMk/>
          <pc:sldMk cId="0" sldId="268"/>
        </pc:sldMkLst>
      </pc:sldChg>
      <pc:sldChg chg="del">
        <pc:chgData name="MD. SADAT HOSSAIN" userId="beb86229-f6d9-491b-89c6-40775e9c025c" providerId="ADAL" clId="{48F9DB19-3DAC-46FF-A80D-B7E22626CC09}" dt="2025-03-25T21:52:46.853" v="132" actId="47"/>
        <pc:sldMkLst>
          <pc:docMk/>
          <pc:sldMk cId="0" sldId="269"/>
        </pc:sldMkLst>
      </pc:sldChg>
      <pc:sldChg chg="del">
        <pc:chgData name="MD. SADAT HOSSAIN" userId="beb86229-f6d9-491b-89c6-40775e9c025c" providerId="ADAL" clId="{48F9DB19-3DAC-46FF-A80D-B7E22626CC09}" dt="2025-03-25T21:52:46.390" v="131" actId="47"/>
        <pc:sldMkLst>
          <pc:docMk/>
          <pc:sldMk cId="0" sldId="270"/>
        </pc:sldMkLst>
      </pc:sldChg>
      <pc:sldChg chg="del">
        <pc:chgData name="MD. SADAT HOSSAIN" userId="beb86229-f6d9-491b-89c6-40775e9c025c" providerId="ADAL" clId="{48F9DB19-3DAC-46FF-A80D-B7E22626CC09}" dt="2025-03-25T21:52:45.898" v="130" actId="47"/>
        <pc:sldMkLst>
          <pc:docMk/>
          <pc:sldMk cId="0" sldId="271"/>
        </pc:sldMkLst>
      </pc:sldChg>
      <pc:sldChg chg="del">
        <pc:chgData name="MD. SADAT HOSSAIN" userId="beb86229-f6d9-491b-89c6-40775e9c025c" providerId="ADAL" clId="{48F9DB19-3DAC-46FF-A80D-B7E22626CC09}" dt="2025-03-25T21:52:45.399" v="129" actId="47"/>
        <pc:sldMkLst>
          <pc:docMk/>
          <pc:sldMk cId="0" sldId="272"/>
        </pc:sldMkLst>
      </pc:sldChg>
      <pc:sldChg chg="del">
        <pc:chgData name="MD. SADAT HOSSAIN" userId="beb86229-f6d9-491b-89c6-40775e9c025c" providerId="ADAL" clId="{48F9DB19-3DAC-46FF-A80D-B7E22626CC09}" dt="2025-03-25T21:52:44.927" v="128" actId="47"/>
        <pc:sldMkLst>
          <pc:docMk/>
          <pc:sldMk cId="0" sldId="273"/>
        </pc:sldMkLst>
      </pc:sldChg>
      <pc:sldChg chg="del">
        <pc:chgData name="MD. SADAT HOSSAIN" userId="beb86229-f6d9-491b-89c6-40775e9c025c" providerId="ADAL" clId="{48F9DB19-3DAC-46FF-A80D-B7E22626CC09}" dt="2025-03-25T21:52:44.370" v="127" actId="47"/>
        <pc:sldMkLst>
          <pc:docMk/>
          <pc:sldMk cId="0" sldId="274"/>
        </pc:sldMkLst>
      </pc:sldChg>
      <pc:sldChg chg="del">
        <pc:chgData name="MD. SADAT HOSSAIN" userId="beb86229-f6d9-491b-89c6-40775e9c025c" providerId="ADAL" clId="{48F9DB19-3DAC-46FF-A80D-B7E22626CC09}" dt="2025-03-25T21:52:43.848" v="126" actId="47"/>
        <pc:sldMkLst>
          <pc:docMk/>
          <pc:sldMk cId="0" sldId="275"/>
        </pc:sldMkLst>
      </pc:sldChg>
      <pc:sldChg chg="del">
        <pc:chgData name="MD. SADAT HOSSAIN" userId="beb86229-f6d9-491b-89c6-40775e9c025c" providerId="ADAL" clId="{48F9DB19-3DAC-46FF-A80D-B7E22626CC09}" dt="2025-03-25T21:52:43.191" v="125" actId="47"/>
        <pc:sldMkLst>
          <pc:docMk/>
          <pc:sldMk cId="0" sldId="276"/>
        </pc:sldMkLst>
      </pc:sldChg>
      <pc:sldChg chg="del">
        <pc:chgData name="MD. SADAT HOSSAIN" userId="beb86229-f6d9-491b-89c6-40775e9c025c" providerId="ADAL" clId="{48F9DB19-3DAC-46FF-A80D-B7E22626CC09}" dt="2025-03-25T21:52:42.629" v="124" actId="47"/>
        <pc:sldMkLst>
          <pc:docMk/>
          <pc:sldMk cId="0" sldId="277"/>
        </pc:sldMkLst>
      </pc:sldChg>
      <pc:sldChg chg="del">
        <pc:chgData name="MD. SADAT HOSSAIN" userId="beb86229-f6d9-491b-89c6-40775e9c025c" providerId="ADAL" clId="{48F9DB19-3DAC-46FF-A80D-B7E22626CC09}" dt="2025-03-25T21:52:41.941" v="123" actId="47"/>
        <pc:sldMkLst>
          <pc:docMk/>
          <pc:sldMk cId="0" sldId="278"/>
        </pc:sldMkLst>
      </pc:sldChg>
      <pc:sldChg chg="del">
        <pc:chgData name="MD. SADAT HOSSAIN" userId="beb86229-f6d9-491b-89c6-40775e9c025c" providerId="ADAL" clId="{48F9DB19-3DAC-46FF-A80D-B7E22626CC09}" dt="2025-03-25T21:52:41.508" v="122" actId="47"/>
        <pc:sldMkLst>
          <pc:docMk/>
          <pc:sldMk cId="0" sldId="279"/>
        </pc:sldMkLst>
      </pc:sldChg>
      <pc:sldChg chg="del">
        <pc:chgData name="MD. SADAT HOSSAIN" userId="beb86229-f6d9-491b-89c6-40775e9c025c" providerId="ADAL" clId="{48F9DB19-3DAC-46FF-A80D-B7E22626CC09}" dt="2025-03-25T21:52:40.087" v="121" actId="47"/>
        <pc:sldMkLst>
          <pc:docMk/>
          <pc:sldMk cId="0" sldId="280"/>
        </pc:sldMkLst>
      </pc:sldChg>
      <pc:sldChg chg="del">
        <pc:chgData name="MD. SADAT HOSSAIN" userId="beb86229-f6d9-491b-89c6-40775e9c025c" providerId="ADAL" clId="{48F9DB19-3DAC-46FF-A80D-B7E22626CC09}" dt="2025-03-25T21:52:39.565" v="120" actId="47"/>
        <pc:sldMkLst>
          <pc:docMk/>
          <pc:sldMk cId="0" sldId="281"/>
        </pc:sldMkLst>
      </pc:sldChg>
      <pc:sldChg chg="del">
        <pc:chgData name="MD. SADAT HOSSAIN" userId="beb86229-f6d9-491b-89c6-40775e9c025c" providerId="ADAL" clId="{48F9DB19-3DAC-46FF-A80D-B7E22626CC09}" dt="2025-03-25T21:52:39.045" v="119" actId="47"/>
        <pc:sldMkLst>
          <pc:docMk/>
          <pc:sldMk cId="0" sldId="282"/>
        </pc:sldMkLst>
      </pc:sldChg>
      <pc:sldChg chg="del">
        <pc:chgData name="MD. SADAT HOSSAIN" userId="beb86229-f6d9-491b-89c6-40775e9c025c" providerId="ADAL" clId="{48F9DB19-3DAC-46FF-A80D-B7E22626CC09}" dt="2025-03-25T21:52:38.371" v="118" actId="47"/>
        <pc:sldMkLst>
          <pc:docMk/>
          <pc:sldMk cId="0" sldId="283"/>
        </pc:sldMkLst>
      </pc:sldChg>
      <pc:sldChg chg="del">
        <pc:chgData name="MD. SADAT HOSSAIN" userId="beb86229-f6d9-491b-89c6-40775e9c025c" providerId="ADAL" clId="{48F9DB19-3DAC-46FF-A80D-B7E22626CC09}" dt="2025-03-25T21:52:38.080" v="117" actId="47"/>
        <pc:sldMkLst>
          <pc:docMk/>
          <pc:sldMk cId="0" sldId="284"/>
        </pc:sldMkLst>
      </pc:sldChg>
      <pc:sldChg chg="del">
        <pc:chgData name="MD. SADAT HOSSAIN" userId="beb86229-f6d9-491b-89c6-40775e9c025c" providerId="ADAL" clId="{48F9DB19-3DAC-46FF-A80D-B7E22626CC09}" dt="2025-03-25T21:52:37.646" v="116" actId="47"/>
        <pc:sldMkLst>
          <pc:docMk/>
          <pc:sldMk cId="0" sldId="285"/>
        </pc:sldMkLst>
      </pc:sldChg>
      <pc:sldChg chg="del">
        <pc:chgData name="MD. SADAT HOSSAIN" userId="beb86229-f6d9-491b-89c6-40775e9c025c" providerId="ADAL" clId="{48F9DB19-3DAC-46FF-A80D-B7E22626CC09}" dt="2025-03-25T21:52:37.082" v="115" actId="47"/>
        <pc:sldMkLst>
          <pc:docMk/>
          <pc:sldMk cId="0" sldId="286"/>
        </pc:sldMkLst>
      </pc:sldChg>
      <pc:sldMasterChg chg="delSldLayout">
        <pc:chgData name="MD. SADAT HOSSAIN" userId="beb86229-f6d9-491b-89c6-40775e9c025c" providerId="ADAL" clId="{48F9DB19-3DAC-46FF-A80D-B7E22626CC09}" dt="2025-03-25T21:52:49.587" v="137" actId="47"/>
        <pc:sldMasterMkLst>
          <pc:docMk/>
          <pc:sldMasterMk cId="0" sldId="2147483677"/>
        </pc:sldMasterMkLst>
        <pc:sldLayoutChg chg="del">
          <pc:chgData name="MD. SADAT HOSSAIN" userId="beb86229-f6d9-491b-89c6-40775e9c025c" providerId="ADAL" clId="{48F9DB19-3DAC-46FF-A80D-B7E22626CC09}" dt="2025-03-25T21:52:48.679" v="136" actId="47"/>
          <pc:sldLayoutMkLst>
            <pc:docMk/>
            <pc:sldMasterMk cId="0" sldId="2147483677"/>
            <pc:sldLayoutMk cId="0" sldId="2147483651"/>
          </pc:sldLayoutMkLst>
        </pc:sldLayoutChg>
        <pc:sldLayoutChg chg="del">
          <pc:chgData name="MD. SADAT HOSSAIN" userId="beb86229-f6d9-491b-89c6-40775e9c025c" providerId="ADAL" clId="{48F9DB19-3DAC-46FF-A80D-B7E22626CC09}" dt="2025-03-25T21:52:49.587" v="137" actId="47"/>
          <pc:sldLayoutMkLst>
            <pc:docMk/>
            <pc:sldMasterMk cId="0" sldId="2147483677"/>
            <pc:sldLayoutMk cId="0" sldId="2147483652"/>
          </pc:sldLayoutMkLst>
        </pc:sldLayoutChg>
        <pc:sldLayoutChg chg="del">
          <pc:chgData name="MD. SADAT HOSSAIN" userId="beb86229-f6d9-491b-89c6-40775e9c025c" providerId="ADAL" clId="{48F9DB19-3DAC-46FF-A80D-B7E22626CC09}" dt="2025-03-25T21:52:40.087" v="121" actId="47"/>
          <pc:sldLayoutMkLst>
            <pc:docMk/>
            <pc:sldMasterMk cId="0" sldId="2147483677"/>
            <pc:sldLayoutMk cId="0" sldId="2147483654"/>
          </pc:sldLayoutMkLst>
        </pc:sldLayoutChg>
        <pc:sldLayoutChg chg="del">
          <pc:chgData name="MD. SADAT HOSSAIN" userId="beb86229-f6d9-491b-89c6-40775e9c025c" providerId="ADAL" clId="{48F9DB19-3DAC-46FF-A80D-B7E22626CC09}" dt="2025-03-25T21:52:38.371" v="118" actId="47"/>
          <pc:sldLayoutMkLst>
            <pc:docMk/>
            <pc:sldMasterMk cId="0" sldId="2147483677"/>
            <pc:sldLayoutMk cId="0" sldId="2147483655"/>
          </pc:sldLayoutMkLst>
        </pc:sldLayoutChg>
        <pc:sldLayoutChg chg="del">
          <pc:chgData name="MD. SADAT HOSSAIN" userId="beb86229-f6d9-491b-89c6-40775e9c025c" providerId="ADAL" clId="{48F9DB19-3DAC-46FF-A80D-B7E22626CC09}" dt="2025-03-25T21:52:43.848" v="126" actId="47"/>
          <pc:sldLayoutMkLst>
            <pc:docMk/>
            <pc:sldMasterMk cId="0" sldId="2147483677"/>
            <pc:sldLayoutMk cId="0" sldId="2147483656"/>
          </pc:sldLayoutMkLst>
        </pc:sldLayoutChg>
        <pc:sldLayoutChg chg="del">
          <pc:chgData name="MD. SADAT HOSSAIN" userId="beb86229-f6d9-491b-89c6-40775e9c025c" providerId="ADAL" clId="{48F9DB19-3DAC-46FF-A80D-B7E22626CC09}" dt="2025-03-25T21:52:43.191" v="125" actId="47"/>
          <pc:sldLayoutMkLst>
            <pc:docMk/>
            <pc:sldMasterMk cId="0" sldId="2147483677"/>
            <pc:sldLayoutMk cId="0" sldId="2147483657"/>
          </pc:sldLayoutMkLst>
        </pc:sldLayoutChg>
        <pc:sldLayoutChg chg="del">
          <pc:chgData name="MD. SADAT HOSSAIN" userId="beb86229-f6d9-491b-89c6-40775e9c025c" providerId="ADAL" clId="{48F9DB19-3DAC-46FF-A80D-B7E22626CC09}" dt="2025-03-25T21:52:44.370" v="127" actId="47"/>
          <pc:sldLayoutMkLst>
            <pc:docMk/>
            <pc:sldMasterMk cId="0" sldId="2147483677"/>
            <pc:sldLayoutMk cId="0" sldId="2147483660"/>
          </pc:sldLayoutMkLst>
        </pc:sldLayoutChg>
        <pc:sldLayoutChg chg="del">
          <pc:chgData name="MD. SADAT HOSSAIN" userId="beb86229-f6d9-491b-89c6-40775e9c025c" providerId="ADAL" clId="{48F9DB19-3DAC-46FF-A80D-B7E22626CC09}" dt="2025-03-25T21:52:37.082" v="115" actId="47"/>
          <pc:sldLayoutMkLst>
            <pc:docMk/>
            <pc:sldMasterMk cId="0" sldId="2147483677"/>
            <pc:sldLayoutMk cId="0" sldId="2147483661"/>
          </pc:sldLayoutMkLst>
        </pc:sldLayoutChg>
        <pc:sldLayoutChg chg="del">
          <pc:chgData name="MD. SADAT HOSSAIN" userId="beb86229-f6d9-491b-89c6-40775e9c025c" providerId="ADAL" clId="{48F9DB19-3DAC-46FF-A80D-B7E22626CC09}" dt="2025-03-25T21:52:41.508" v="122" actId="47"/>
          <pc:sldLayoutMkLst>
            <pc:docMk/>
            <pc:sldMasterMk cId="0" sldId="2147483677"/>
            <pc:sldLayoutMk cId="0" sldId="2147483662"/>
          </pc:sldLayoutMkLst>
        </pc:sldLayoutChg>
        <pc:sldLayoutChg chg="del">
          <pc:chgData name="MD. SADAT HOSSAIN" userId="beb86229-f6d9-491b-89c6-40775e9c025c" providerId="ADAL" clId="{48F9DB19-3DAC-46FF-A80D-B7E22626CC09}" dt="2025-03-25T21:52:45.898" v="130" actId="47"/>
          <pc:sldLayoutMkLst>
            <pc:docMk/>
            <pc:sldMasterMk cId="0" sldId="2147483677"/>
            <pc:sldLayoutMk cId="0" sldId="2147483664"/>
          </pc:sldLayoutMkLst>
        </pc:sldLayoutChg>
        <pc:sldLayoutChg chg="del">
          <pc:chgData name="MD. SADAT HOSSAIN" userId="beb86229-f6d9-491b-89c6-40775e9c025c" providerId="ADAL" clId="{48F9DB19-3DAC-46FF-A80D-B7E22626CC09}" dt="2025-03-25T21:52:47.310" v="133" actId="47"/>
          <pc:sldLayoutMkLst>
            <pc:docMk/>
            <pc:sldMasterMk cId="0" sldId="2147483677"/>
            <pc:sldLayoutMk cId="0" sldId="2147483666"/>
          </pc:sldLayoutMkLst>
        </pc:sldLayoutChg>
        <pc:sldLayoutChg chg="del">
          <pc:chgData name="MD. SADAT HOSSAIN" userId="beb86229-f6d9-491b-89c6-40775e9c025c" providerId="ADAL" clId="{48F9DB19-3DAC-46FF-A80D-B7E22626CC09}" dt="2025-03-25T21:52:47.805" v="134" actId="47"/>
          <pc:sldLayoutMkLst>
            <pc:docMk/>
            <pc:sldMasterMk cId="0" sldId="2147483677"/>
            <pc:sldLayoutMk cId="0" sldId="2147483667"/>
          </pc:sldLayoutMkLst>
        </pc:sldLayoutChg>
        <pc:sldLayoutChg chg="del">
          <pc:chgData name="MD. SADAT HOSSAIN" userId="beb86229-f6d9-491b-89c6-40775e9c025c" providerId="ADAL" clId="{48F9DB19-3DAC-46FF-A80D-B7E22626CC09}" dt="2025-03-25T21:52:44.927" v="128" actId="47"/>
          <pc:sldLayoutMkLst>
            <pc:docMk/>
            <pc:sldMasterMk cId="0" sldId="2147483677"/>
            <pc:sldLayoutMk cId="0" sldId="2147483668"/>
          </pc:sldLayoutMkLst>
        </pc:sldLayoutChg>
        <pc:sldLayoutChg chg="del">
          <pc:chgData name="MD. SADAT HOSSAIN" userId="beb86229-f6d9-491b-89c6-40775e9c025c" providerId="ADAL" clId="{48F9DB19-3DAC-46FF-A80D-B7E22626CC09}" dt="2025-03-25T21:52:42.629" v="124" actId="47"/>
          <pc:sldLayoutMkLst>
            <pc:docMk/>
            <pc:sldMasterMk cId="0" sldId="2147483677"/>
            <pc:sldLayoutMk cId="0" sldId="2147483669"/>
          </pc:sldLayoutMkLst>
        </pc:sldLayoutChg>
        <pc:sldLayoutChg chg="del">
          <pc:chgData name="MD. SADAT HOSSAIN" userId="beb86229-f6d9-491b-89c6-40775e9c025c" providerId="ADAL" clId="{48F9DB19-3DAC-46FF-A80D-B7E22626CC09}" dt="2025-03-25T21:52:41.941" v="123" actId="47"/>
          <pc:sldLayoutMkLst>
            <pc:docMk/>
            <pc:sldMasterMk cId="0" sldId="2147483677"/>
            <pc:sldLayoutMk cId="0" sldId="2147483670"/>
          </pc:sldLayoutMkLst>
        </pc:sldLayoutChg>
        <pc:sldLayoutChg chg="del">
          <pc:chgData name="MD. SADAT HOSSAIN" userId="beb86229-f6d9-491b-89c6-40775e9c025c" providerId="ADAL" clId="{48F9DB19-3DAC-46FF-A80D-B7E22626CC09}" dt="2025-03-25T21:52:38.080" v="117" actId="47"/>
          <pc:sldLayoutMkLst>
            <pc:docMk/>
            <pc:sldMasterMk cId="0" sldId="2147483677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1f2710ac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1f2710ac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200655ab2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200655ab2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200655ab2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200655ab2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200655ab2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200655ab2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200655ab2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200655ab2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>
          <a:extLst>
            <a:ext uri="{FF2B5EF4-FFF2-40B4-BE49-F238E27FC236}">
              <a16:creationId xmlns:a16="http://schemas.microsoft.com/office/drawing/2014/main" id="{CF8F7F06-5E7A-915D-75AA-65CF66F5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200655ab2c_0_196:notes">
            <a:extLst>
              <a:ext uri="{FF2B5EF4-FFF2-40B4-BE49-F238E27FC236}">
                <a16:creationId xmlns:a16="http://schemas.microsoft.com/office/drawing/2014/main" id="{B358339D-F8DF-4D02-698B-68637CD9B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200655ab2c_0_196:notes">
            <a:extLst>
              <a:ext uri="{FF2B5EF4-FFF2-40B4-BE49-F238E27FC236}">
                <a16:creationId xmlns:a16="http://schemas.microsoft.com/office/drawing/2014/main" id="{61E5F027-5475-7AA2-2B93-4B12250B4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465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df755e4bb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df755e4bb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df755e4bb5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df755e4bb5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825" y="1105725"/>
            <a:ext cx="5804400" cy="24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69825" y="3748825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046925" y="2737575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6925" y="1085450"/>
            <a:ext cx="1318500" cy="10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46925" y="3579375"/>
            <a:ext cx="4969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4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/>
          <p:nvPr/>
        </p:nvSpPr>
        <p:spPr>
          <a:xfrm rot="1301339">
            <a:off x="-766151" y="4409521"/>
            <a:ext cx="2425509" cy="1224612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 rot="780888">
            <a:off x="8110856" y="4004671"/>
            <a:ext cx="1215785" cy="1394783"/>
          </a:xfrm>
          <a:custGeom>
            <a:avLst/>
            <a:gdLst/>
            <a:ahLst/>
            <a:cxnLst/>
            <a:rect l="l" t="t" r="r" b="b"/>
            <a:pathLst>
              <a:path w="48632" h="55792" extrusionOk="0">
                <a:moveTo>
                  <a:pt x="33191" y="0"/>
                </a:moveTo>
                <a:cubicBezTo>
                  <a:pt x="31773" y="0"/>
                  <a:pt x="30388" y="397"/>
                  <a:pt x="29084" y="659"/>
                </a:cubicBezTo>
                <a:cubicBezTo>
                  <a:pt x="27406" y="990"/>
                  <a:pt x="25950" y="1730"/>
                  <a:pt x="24526" y="2591"/>
                </a:cubicBezTo>
                <a:cubicBezTo>
                  <a:pt x="23091" y="3463"/>
                  <a:pt x="21391" y="4114"/>
                  <a:pt x="20309" y="5405"/>
                </a:cubicBezTo>
                <a:cubicBezTo>
                  <a:pt x="19239" y="6686"/>
                  <a:pt x="18543" y="8319"/>
                  <a:pt x="17903" y="9909"/>
                </a:cubicBezTo>
                <a:cubicBezTo>
                  <a:pt x="17285" y="11432"/>
                  <a:pt x="16424" y="13065"/>
                  <a:pt x="16281" y="14787"/>
                </a:cubicBezTo>
                <a:cubicBezTo>
                  <a:pt x="16137" y="16498"/>
                  <a:pt x="15883" y="17933"/>
                  <a:pt x="15497" y="19312"/>
                </a:cubicBezTo>
                <a:cubicBezTo>
                  <a:pt x="15033" y="20957"/>
                  <a:pt x="14724" y="22403"/>
                  <a:pt x="13996" y="23650"/>
                </a:cubicBezTo>
                <a:cubicBezTo>
                  <a:pt x="13157" y="25107"/>
                  <a:pt x="12671" y="26730"/>
                  <a:pt x="11612" y="27745"/>
                </a:cubicBezTo>
                <a:cubicBezTo>
                  <a:pt x="10431" y="28904"/>
                  <a:pt x="8709" y="29257"/>
                  <a:pt x="7440" y="30019"/>
                </a:cubicBezTo>
                <a:cubicBezTo>
                  <a:pt x="5972" y="30891"/>
                  <a:pt x="4548" y="31509"/>
                  <a:pt x="3267" y="32094"/>
                </a:cubicBezTo>
                <a:cubicBezTo>
                  <a:pt x="1910" y="32712"/>
                  <a:pt x="972" y="34213"/>
                  <a:pt x="442" y="35758"/>
                </a:cubicBezTo>
                <a:cubicBezTo>
                  <a:pt x="0" y="37039"/>
                  <a:pt x="232" y="38584"/>
                  <a:pt x="464" y="40250"/>
                </a:cubicBezTo>
                <a:cubicBezTo>
                  <a:pt x="663" y="41619"/>
                  <a:pt x="1115" y="42999"/>
                  <a:pt x="1833" y="44478"/>
                </a:cubicBezTo>
                <a:cubicBezTo>
                  <a:pt x="2451" y="45736"/>
                  <a:pt x="3234" y="46961"/>
                  <a:pt x="4272" y="48208"/>
                </a:cubicBezTo>
                <a:cubicBezTo>
                  <a:pt x="5188" y="49301"/>
                  <a:pt x="6336" y="50195"/>
                  <a:pt x="7594" y="51200"/>
                </a:cubicBezTo>
                <a:cubicBezTo>
                  <a:pt x="9040" y="52370"/>
                  <a:pt x="10298" y="53440"/>
                  <a:pt x="11777" y="54080"/>
                </a:cubicBezTo>
                <a:cubicBezTo>
                  <a:pt x="13433" y="54798"/>
                  <a:pt x="15033" y="55140"/>
                  <a:pt x="16711" y="55272"/>
                </a:cubicBezTo>
                <a:cubicBezTo>
                  <a:pt x="18024" y="55382"/>
                  <a:pt x="19401" y="55791"/>
                  <a:pt x="20739" y="55791"/>
                </a:cubicBezTo>
                <a:cubicBezTo>
                  <a:pt x="21145" y="55791"/>
                  <a:pt x="21547" y="55754"/>
                  <a:pt x="21943" y="55659"/>
                </a:cubicBezTo>
                <a:cubicBezTo>
                  <a:pt x="23565" y="55272"/>
                  <a:pt x="25276" y="54544"/>
                  <a:pt x="26855" y="53705"/>
                </a:cubicBezTo>
                <a:cubicBezTo>
                  <a:pt x="28323" y="52944"/>
                  <a:pt x="29504" y="51509"/>
                  <a:pt x="30916" y="50405"/>
                </a:cubicBezTo>
                <a:cubicBezTo>
                  <a:pt x="32219" y="49378"/>
                  <a:pt x="33632" y="48352"/>
                  <a:pt x="34879" y="47083"/>
                </a:cubicBezTo>
                <a:cubicBezTo>
                  <a:pt x="35861" y="46067"/>
                  <a:pt x="37042" y="44930"/>
                  <a:pt x="38102" y="43529"/>
                </a:cubicBezTo>
                <a:cubicBezTo>
                  <a:pt x="38996" y="42325"/>
                  <a:pt x="39305" y="40604"/>
                  <a:pt x="40199" y="39191"/>
                </a:cubicBezTo>
                <a:cubicBezTo>
                  <a:pt x="41016" y="37877"/>
                  <a:pt x="41689" y="36465"/>
                  <a:pt x="42440" y="35019"/>
                </a:cubicBezTo>
                <a:cubicBezTo>
                  <a:pt x="43168" y="33628"/>
                  <a:pt x="43930" y="32259"/>
                  <a:pt x="44559" y="30791"/>
                </a:cubicBezTo>
                <a:cubicBezTo>
                  <a:pt x="45188" y="29323"/>
                  <a:pt x="46071" y="27966"/>
                  <a:pt x="46557" y="26465"/>
                </a:cubicBezTo>
                <a:cubicBezTo>
                  <a:pt x="47053" y="24930"/>
                  <a:pt x="48002" y="23507"/>
                  <a:pt x="48312" y="21983"/>
                </a:cubicBezTo>
                <a:cubicBezTo>
                  <a:pt x="48632" y="20372"/>
                  <a:pt x="48036" y="18683"/>
                  <a:pt x="48091" y="17149"/>
                </a:cubicBezTo>
                <a:cubicBezTo>
                  <a:pt x="48146" y="15504"/>
                  <a:pt x="48466" y="13904"/>
                  <a:pt x="48157" y="12392"/>
                </a:cubicBezTo>
                <a:cubicBezTo>
                  <a:pt x="47826" y="10803"/>
                  <a:pt x="47340" y="9235"/>
                  <a:pt x="46523" y="7878"/>
                </a:cubicBezTo>
                <a:cubicBezTo>
                  <a:pt x="45729" y="6564"/>
                  <a:pt x="44371" y="5670"/>
                  <a:pt x="43047" y="4655"/>
                </a:cubicBezTo>
                <a:cubicBezTo>
                  <a:pt x="41612" y="3551"/>
                  <a:pt x="40475" y="2160"/>
                  <a:pt x="39051" y="1498"/>
                </a:cubicBezTo>
                <a:cubicBezTo>
                  <a:pt x="37418" y="758"/>
                  <a:pt x="35696" y="284"/>
                  <a:pt x="34128" y="63"/>
                </a:cubicBezTo>
                <a:cubicBezTo>
                  <a:pt x="33815" y="19"/>
                  <a:pt x="33502" y="0"/>
                  <a:pt x="331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175325" y="-717000"/>
            <a:ext cx="1215800" cy="1394800"/>
          </a:xfrm>
          <a:custGeom>
            <a:avLst/>
            <a:gdLst/>
            <a:ahLst/>
            <a:cxnLst/>
            <a:rect l="l" t="t" r="r" b="b"/>
            <a:pathLst>
              <a:path w="48632" h="55792" extrusionOk="0">
                <a:moveTo>
                  <a:pt x="33191" y="0"/>
                </a:moveTo>
                <a:cubicBezTo>
                  <a:pt x="31773" y="0"/>
                  <a:pt x="30388" y="397"/>
                  <a:pt x="29084" y="659"/>
                </a:cubicBezTo>
                <a:cubicBezTo>
                  <a:pt x="27406" y="990"/>
                  <a:pt x="25950" y="1730"/>
                  <a:pt x="24526" y="2591"/>
                </a:cubicBezTo>
                <a:cubicBezTo>
                  <a:pt x="23091" y="3463"/>
                  <a:pt x="21391" y="4114"/>
                  <a:pt x="20309" y="5405"/>
                </a:cubicBezTo>
                <a:cubicBezTo>
                  <a:pt x="19239" y="6686"/>
                  <a:pt x="18543" y="8319"/>
                  <a:pt x="17903" y="9909"/>
                </a:cubicBezTo>
                <a:cubicBezTo>
                  <a:pt x="17285" y="11432"/>
                  <a:pt x="16424" y="13065"/>
                  <a:pt x="16281" y="14787"/>
                </a:cubicBezTo>
                <a:cubicBezTo>
                  <a:pt x="16137" y="16498"/>
                  <a:pt x="15883" y="17933"/>
                  <a:pt x="15497" y="19312"/>
                </a:cubicBezTo>
                <a:cubicBezTo>
                  <a:pt x="15033" y="20957"/>
                  <a:pt x="14724" y="22403"/>
                  <a:pt x="13996" y="23650"/>
                </a:cubicBezTo>
                <a:cubicBezTo>
                  <a:pt x="13157" y="25107"/>
                  <a:pt x="12671" y="26730"/>
                  <a:pt x="11612" y="27745"/>
                </a:cubicBezTo>
                <a:cubicBezTo>
                  <a:pt x="10431" y="28904"/>
                  <a:pt x="8709" y="29257"/>
                  <a:pt x="7440" y="30019"/>
                </a:cubicBezTo>
                <a:cubicBezTo>
                  <a:pt x="5972" y="30891"/>
                  <a:pt x="4548" y="31509"/>
                  <a:pt x="3267" y="32094"/>
                </a:cubicBezTo>
                <a:cubicBezTo>
                  <a:pt x="1910" y="32712"/>
                  <a:pt x="972" y="34213"/>
                  <a:pt x="442" y="35758"/>
                </a:cubicBezTo>
                <a:cubicBezTo>
                  <a:pt x="0" y="37039"/>
                  <a:pt x="232" y="38584"/>
                  <a:pt x="464" y="40250"/>
                </a:cubicBezTo>
                <a:cubicBezTo>
                  <a:pt x="663" y="41619"/>
                  <a:pt x="1115" y="42999"/>
                  <a:pt x="1833" y="44478"/>
                </a:cubicBezTo>
                <a:cubicBezTo>
                  <a:pt x="2451" y="45736"/>
                  <a:pt x="3234" y="46961"/>
                  <a:pt x="4272" y="48208"/>
                </a:cubicBezTo>
                <a:cubicBezTo>
                  <a:pt x="5188" y="49301"/>
                  <a:pt x="6336" y="50195"/>
                  <a:pt x="7594" y="51200"/>
                </a:cubicBezTo>
                <a:cubicBezTo>
                  <a:pt x="9040" y="52370"/>
                  <a:pt x="10298" y="53440"/>
                  <a:pt x="11777" y="54080"/>
                </a:cubicBezTo>
                <a:cubicBezTo>
                  <a:pt x="13433" y="54798"/>
                  <a:pt x="15033" y="55140"/>
                  <a:pt x="16711" y="55272"/>
                </a:cubicBezTo>
                <a:cubicBezTo>
                  <a:pt x="18024" y="55382"/>
                  <a:pt x="19401" y="55791"/>
                  <a:pt x="20739" y="55791"/>
                </a:cubicBezTo>
                <a:cubicBezTo>
                  <a:pt x="21145" y="55791"/>
                  <a:pt x="21547" y="55754"/>
                  <a:pt x="21943" y="55659"/>
                </a:cubicBezTo>
                <a:cubicBezTo>
                  <a:pt x="23565" y="55272"/>
                  <a:pt x="25276" y="54544"/>
                  <a:pt x="26855" y="53705"/>
                </a:cubicBezTo>
                <a:cubicBezTo>
                  <a:pt x="28323" y="52944"/>
                  <a:pt x="29504" y="51509"/>
                  <a:pt x="30916" y="50405"/>
                </a:cubicBezTo>
                <a:cubicBezTo>
                  <a:pt x="32219" y="49378"/>
                  <a:pt x="33632" y="48352"/>
                  <a:pt x="34879" y="47083"/>
                </a:cubicBezTo>
                <a:cubicBezTo>
                  <a:pt x="35861" y="46067"/>
                  <a:pt x="37042" y="44930"/>
                  <a:pt x="38102" y="43529"/>
                </a:cubicBezTo>
                <a:cubicBezTo>
                  <a:pt x="38996" y="42325"/>
                  <a:pt x="39305" y="40604"/>
                  <a:pt x="40199" y="39191"/>
                </a:cubicBezTo>
                <a:cubicBezTo>
                  <a:pt x="41016" y="37877"/>
                  <a:pt x="41689" y="36465"/>
                  <a:pt x="42440" y="35019"/>
                </a:cubicBezTo>
                <a:cubicBezTo>
                  <a:pt x="43168" y="33628"/>
                  <a:pt x="43930" y="32259"/>
                  <a:pt x="44559" y="30791"/>
                </a:cubicBezTo>
                <a:cubicBezTo>
                  <a:pt x="45188" y="29323"/>
                  <a:pt x="46071" y="27966"/>
                  <a:pt x="46557" y="26465"/>
                </a:cubicBezTo>
                <a:cubicBezTo>
                  <a:pt x="47053" y="24930"/>
                  <a:pt x="48002" y="23507"/>
                  <a:pt x="48312" y="21983"/>
                </a:cubicBezTo>
                <a:cubicBezTo>
                  <a:pt x="48632" y="20372"/>
                  <a:pt x="48036" y="18683"/>
                  <a:pt x="48091" y="17149"/>
                </a:cubicBezTo>
                <a:cubicBezTo>
                  <a:pt x="48146" y="15504"/>
                  <a:pt x="48466" y="13904"/>
                  <a:pt x="48157" y="12392"/>
                </a:cubicBezTo>
                <a:cubicBezTo>
                  <a:pt x="47826" y="10803"/>
                  <a:pt x="47340" y="9235"/>
                  <a:pt x="46523" y="7878"/>
                </a:cubicBezTo>
                <a:cubicBezTo>
                  <a:pt x="45729" y="6564"/>
                  <a:pt x="44371" y="5670"/>
                  <a:pt x="43047" y="4655"/>
                </a:cubicBezTo>
                <a:cubicBezTo>
                  <a:pt x="41612" y="3551"/>
                  <a:pt x="40475" y="2160"/>
                  <a:pt x="39051" y="1498"/>
                </a:cubicBezTo>
                <a:cubicBezTo>
                  <a:pt x="37418" y="758"/>
                  <a:pt x="35696" y="284"/>
                  <a:pt x="34128" y="63"/>
                </a:cubicBezTo>
                <a:cubicBezTo>
                  <a:pt x="33815" y="19"/>
                  <a:pt x="33502" y="0"/>
                  <a:pt x="331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 rot="-8100000">
            <a:off x="7815867" y="-9311"/>
            <a:ext cx="2123355" cy="1481386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864200" y="4259525"/>
            <a:ext cx="2327240" cy="2112410"/>
          </a:xfrm>
          <a:custGeom>
            <a:avLst/>
            <a:gdLst/>
            <a:ahLst/>
            <a:cxnLst/>
            <a:rect l="l" t="t" r="r" b="b"/>
            <a:pathLst>
              <a:path w="58422" h="53029" extrusionOk="0">
                <a:moveTo>
                  <a:pt x="37082" y="1"/>
                </a:moveTo>
                <a:cubicBezTo>
                  <a:pt x="31913" y="1"/>
                  <a:pt x="25460" y="1926"/>
                  <a:pt x="17462" y="6601"/>
                </a:cubicBezTo>
                <a:cubicBezTo>
                  <a:pt x="3499" y="14780"/>
                  <a:pt x="1" y="35144"/>
                  <a:pt x="15563" y="47296"/>
                </a:cubicBezTo>
                <a:cubicBezTo>
                  <a:pt x="20821" y="51395"/>
                  <a:pt x="26338" y="53028"/>
                  <a:pt x="31530" y="53028"/>
                </a:cubicBezTo>
                <a:cubicBezTo>
                  <a:pt x="41716" y="53028"/>
                  <a:pt x="50651" y="46741"/>
                  <a:pt x="53919" y="40453"/>
                </a:cubicBezTo>
                <a:cubicBezTo>
                  <a:pt x="57890" y="32812"/>
                  <a:pt x="58422" y="1"/>
                  <a:pt x="370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 rot="-708734">
            <a:off x="-651692" y="-617295"/>
            <a:ext cx="2136298" cy="1567687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rot="3285116">
            <a:off x="7402112" y="-510929"/>
            <a:ext cx="1819051" cy="1472191"/>
          </a:xfrm>
          <a:custGeom>
            <a:avLst/>
            <a:gdLst/>
            <a:ahLst/>
            <a:cxnLst/>
            <a:rect l="l" t="t" r="r" b="b"/>
            <a:pathLst>
              <a:path w="32087" h="25967" extrusionOk="0">
                <a:moveTo>
                  <a:pt x="20835" y="0"/>
                </a:moveTo>
                <a:cubicBezTo>
                  <a:pt x="20803" y="0"/>
                  <a:pt x="20772" y="0"/>
                  <a:pt x="20740" y="1"/>
                </a:cubicBezTo>
                <a:cubicBezTo>
                  <a:pt x="19106" y="23"/>
                  <a:pt x="17484" y="464"/>
                  <a:pt x="15828" y="939"/>
                </a:cubicBezTo>
                <a:cubicBezTo>
                  <a:pt x="14239" y="1402"/>
                  <a:pt x="12484" y="1623"/>
                  <a:pt x="10983" y="2418"/>
                </a:cubicBezTo>
                <a:cubicBezTo>
                  <a:pt x="9493" y="3224"/>
                  <a:pt x="8223" y="4427"/>
                  <a:pt x="6932" y="5464"/>
                </a:cubicBezTo>
                <a:cubicBezTo>
                  <a:pt x="5585" y="6568"/>
                  <a:pt x="4548" y="7892"/>
                  <a:pt x="3555" y="9162"/>
                </a:cubicBezTo>
                <a:cubicBezTo>
                  <a:pt x="2440" y="10563"/>
                  <a:pt x="1248" y="11855"/>
                  <a:pt x="751" y="13334"/>
                </a:cubicBezTo>
                <a:cubicBezTo>
                  <a:pt x="177" y="15023"/>
                  <a:pt x="0" y="16590"/>
                  <a:pt x="11" y="17925"/>
                </a:cubicBezTo>
                <a:cubicBezTo>
                  <a:pt x="45" y="19658"/>
                  <a:pt x="828" y="20939"/>
                  <a:pt x="1667" y="22120"/>
                </a:cubicBezTo>
                <a:cubicBezTo>
                  <a:pt x="2528" y="23334"/>
                  <a:pt x="3588" y="24316"/>
                  <a:pt x="5089" y="24967"/>
                </a:cubicBezTo>
                <a:cubicBezTo>
                  <a:pt x="6402" y="25541"/>
                  <a:pt x="7903" y="25751"/>
                  <a:pt x="9548" y="25917"/>
                </a:cubicBezTo>
                <a:cubicBezTo>
                  <a:pt x="9873" y="25950"/>
                  <a:pt x="10179" y="25967"/>
                  <a:pt x="10469" y="25967"/>
                </a:cubicBezTo>
                <a:cubicBezTo>
                  <a:pt x="12178" y="25967"/>
                  <a:pt x="13308" y="25387"/>
                  <a:pt x="14195" y="24283"/>
                </a:cubicBezTo>
                <a:cubicBezTo>
                  <a:pt x="15221" y="22992"/>
                  <a:pt x="16104" y="21358"/>
                  <a:pt x="16943" y="19780"/>
                </a:cubicBezTo>
                <a:cubicBezTo>
                  <a:pt x="17804" y="18157"/>
                  <a:pt x="18665" y="16733"/>
                  <a:pt x="20398" y="16126"/>
                </a:cubicBezTo>
                <a:cubicBezTo>
                  <a:pt x="21277" y="15823"/>
                  <a:pt x="22082" y="15715"/>
                  <a:pt x="22829" y="15715"/>
                </a:cubicBezTo>
                <a:cubicBezTo>
                  <a:pt x="24171" y="15715"/>
                  <a:pt x="25323" y="16063"/>
                  <a:pt x="26380" y="16248"/>
                </a:cubicBezTo>
                <a:cubicBezTo>
                  <a:pt x="26714" y="16310"/>
                  <a:pt x="27029" y="16348"/>
                  <a:pt x="27329" y="16348"/>
                </a:cubicBezTo>
                <a:cubicBezTo>
                  <a:pt x="28631" y="16348"/>
                  <a:pt x="29662" y="15628"/>
                  <a:pt x="30729" y="12992"/>
                </a:cubicBezTo>
                <a:cubicBezTo>
                  <a:pt x="31700" y="10685"/>
                  <a:pt x="32086" y="10817"/>
                  <a:pt x="31866" y="8146"/>
                </a:cubicBezTo>
                <a:cubicBezTo>
                  <a:pt x="31744" y="6656"/>
                  <a:pt x="30883" y="5199"/>
                  <a:pt x="29636" y="3753"/>
                </a:cubicBezTo>
                <a:cubicBezTo>
                  <a:pt x="28709" y="2694"/>
                  <a:pt x="27539" y="1623"/>
                  <a:pt x="25663" y="884"/>
                </a:cubicBezTo>
                <a:cubicBezTo>
                  <a:pt x="24135" y="288"/>
                  <a:pt x="22512" y="0"/>
                  <a:pt x="208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-695725" y="3696350"/>
            <a:ext cx="2224363" cy="1949621"/>
          </a:xfrm>
          <a:custGeom>
            <a:avLst/>
            <a:gdLst/>
            <a:ahLst/>
            <a:cxnLst/>
            <a:rect l="l" t="t" r="r" b="b"/>
            <a:pathLst>
              <a:path w="59847" h="52455" extrusionOk="0">
                <a:moveTo>
                  <a:pt x="20669" y="1"/>
                </a:moveTo>
                <a:cubicBezTo>
                  <a:pt x="17192" y="1"/>
                  <a:pt x="12991" y="1383"/>
                  <a:pt x="8963" y="4728"/>
                </a:cubicBezTo>
                <a:cubicBezTo>
                  <a:pt x="1" y="12167"/>
                  <a:pt x="1215" y="22675"/>
                  <a:pt x="7970" y="32564"/>
                </a:cubicBezTo>
                <a:cubicBezTo>
                  <a:pt x="13255" y="40293"/>
                  <a:pt x="27512" y="52454"/>
                  <a:pt x="39145" y="52454"/>
                </a:cubicBezTo>
                <a:cubicBezTo>
                  <a:pt x="42380" y="52454"/>
                  <a:pt x="45412" y="51513"/>
                  <a:pt x="47992" y="49275"/>
                </a:cubicBezTo>
                <a:cubicBezTo>
                  <a:pt x="59846" y="38988"/>
                  <a:pt x="54416" y="24650"/>
                  <a:pt x="43058" y="21361"/>
                </a:cubicBezTo>
                <a:cubicBezTo>
                  <a:pt x="31689" y="18061"/>
                  <a:pt x="29692" y="9992"/>
                  <a:pt x="28466" y="4728"/>
                </a:cubicBezTo>
                <a:cubicBezTo>
                  <a:pt x="27806" y="1885"/>
                  <a:pt x="24731" y="1"/>
                  <a:pt x="20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 rot="4379925">
            <a:off x="7890689" y="-264470"/>
            <a:ext cx="1337778" cy="1202845"/>
            <a:chOff x="2120575" y="1877425"/>
            <a:chExt cx="721025" cy="648300"/>
          </a:xfrm>
        </p:grpSpPr>
        <p:sp>
          <p:nvSpPr>
            <p:cNvPr id="27" name="Google Shape;27;p4"/>
            <p:cNvSpPr/>
            <p:nvPr/>
          </p:nvSpPr>
          <p:spPr>
            <a:xfrm>
              <a:off x="2120575" y="2220000"/>
              <a:ext cx="636150" cy="305725"/>
            </a:xfrm>
            <a:custGeom>
              <a:avLst/>
              <a:gdLst/>
              <a:ahLst/>
              <a:cxnLst/>
              <a:rect l="l" t="t" r="r" b="b"/>
              <a:pathLst>
                <a:path w="25446" h="12229" extrusionOk="0">
                  <a:moveTo>
                    <a:pt x="52" y="11172"/>
                  </a:moveTo>
                  <a:cubicBezTo>
                    <a:pt x="38" y="11172"/>
                    <a:pt x="1" y="11229"/>
                    <a:pt x="11" y="11240"/>
                  </a:cubicBezTo>
                  <a:cubicBezTo>
                    <a:pt x="142" y="11319"/>
                    <a:pt x="276" y="11393"/>
                    <a:pt x="413" y="11463"/>
                  </a:cubicBezTo>
                  <a:lnTo>
                    <a:pt x="413" y="11463"/>
                  </a:lnTo>
                  <a:cubicBezTo>
                    <a:pt x="297" y="11360"/>
                    <a:pt x="187" y="11243"/>
                    <a:pt x="55" y="11173"/>
                  </a:cubicBezTo>
                  <a:cubicBezTo>
                    <a:pt x="54" y="11173"/>
                    <a:pt x="53" y="11172"/>
                    <a:pt x="52" y="11172"/>
                  </a:cubicBezTo>
                  <a:close/>
                  <a:moveTo>
                    <a:pt x="413" y="11463"/>
                  </a:moveTo>
                  <a:cubicBezTo>
                    <a:pt x="481" y="11523"/>
                    <a:pt x="551" y="11578"/>
                    <a:pt x="629" y="11615"/>
                  </a:cubicBezTo>
                  <a:cubicBezTo>
                    <a:pt x="923" y="11741"/>
                    <a:pt x="1225" y="11837"/>
                    <a:pt x="1533" y="11905"/>
                  </a:cubicBezTo>
                  <a:lnTo>
                    <a:pt x="1533" y="11905"/>
                  </a:lnTo>
                  <a:cubicBezTo>
                    <a:pt x="1147" y="11791"/>
                    <a:pt x="771" y="11644"/>
                    <a:pt x="413" y="11463"/>
                  </a:cubicBezTo>
                  <a:close/>
                  <a:moveTo>
                    <a:pt x="25370" y="0"/>
                  </a:moveTo>
                  <a:cubicBezTo>
                    <a:pt x="25353" y="0"/>
                    <a:pt x="25338" y="8"/>
                    <a:pt x="25331" y="26"/>
                  </a:cubicBezTo>
                  <a:cubicBezTo>
                    <a:pt x="24934" y="864"/>
                    <a:pt x="24183" y="1251"/>
                    <a:pt x="23300" y="1394"/>
                  </a:cubicBezTo>
                  <a:cubicBezTo>
                    <a:pt x="22904" y="1460"/>
                    <a:pt x="22467" y="1655"/>
                    <a:pt x="22059" y="1655"/>
                  </a:cubicBezTo>
                  <a:cubicBezTo>
                    <a:pt x="21990" y="1655"/>
                    <a:pt x="21921" y="1650"/>
                    <a:pt x="21854" y="1637"/>
                  </a:cubicBezTo>
                  <a:cubicBezTo>
                    <a:pt x="21313" y="1527"/>
                    <a:pt x="20839" y="1196"/>
                    <a:pt x="20331" y="1008"/>
                  </a:cubicBezTo>
                  <a:cubicBezTo>
                    <a:pt x="19389" y="659"/>
                    <a:pt x="18434" y="441"/>
                    <a:pt x="17432" y="441"/>
                  </a:cubicBezTo>
                  <a:cubicBezTo>
                    <a:pt x="17166" y="441"/>
                    <a:pt x="16896" y="457"/>
                    <a:pt x="16622" y="489"/>
                  </a:cubicBezTo>
                  <a:cubicBezTo>
                    <a:pt x="15474" y="633"/>
                    <a:pt x="14614" y="1129"/>
                    <a:pt x="13863" y="1990"/>
                  </a:cubicBezTo>
                  <a:cubicBezTo>
                    <a:pt x="13090" y="2873"/>
                    <a:pt x="12572" y="3822"/>
                    <a:pt x="12152" y="4904"/>
                  </a:cubicBezTo>
                  <a:cubicBezTo>
                    <a:pt x="11711" y="6074"/>
                    <a:pt x="11346" y="7299"/>
                    <a:pt x="10706" y="8381"/>
                  </a:cubicBezTo>
                  <a:cubicBezTo>
                    <a:pt x="9746" y="9981"/>
                    <a:pt x="7969" y="10864"/>
                    <a:pt x="6214" y="11438"/>
                  </a:cubicBezTo>
                  <a:cubicBezTo>
                    <a:pt x="5149" y="11784"/>
                    <a:pt x="4000" y="12046"/>
                    <a:pt x="2877" y="12046"/>
                  </a:cubicBezTo>
                  <a:cubicBezTo>
                    <a:pt x="2422" y="12046"/>
                    <a:pt x="1971" y="12003"/>
                    <a:pt x="1533" y="11905"/>
                  </a:cubicBezTo>
                  <a:lnTo>
                    <a:pt x="1533" y="11905"/>
                  </a:lnTo>
                  <a:cubicBezTo>
                    <a:pt x="2286" y="12128"/>
                    <a:pt x="3080" y="12228"/>
                    <a:pt x="3873" y="12228"/>
                  </a:cubicBezTo>
                  <a:cubicBezTo>
                    <a:pt x="4427" y="12228"/>
                    <a:pt x="4980" y="12179"/>
                    <a:pt x="5519" y="12090"/>
                  </a:cubicBezTo>
                  <a:cubicBezTo>
                    <a:pt x="7395" y="11791"/>
                    <a:pt x="9018" y="10688"/>
                    <a:pt x="10254" y="9242"/>
                  </a:cubicBezTo>
                  <a:cubicBezTo>
                    <a:pt x="11832" y="7410"/>
                    <a:pt x="12450" y="5114"/>
                    <a:pt x="13764" y="3116"/>
                  </a:cubicBezTo>
                  <a:cubicBezTo>
                    <a:pt x="14327" y="2266"/>
                    <a:pt x="15099" y="1648"/>
                    <a:pt x="16104" y="1339"/>
                  </a:cubicBezTo>
                  <a:cubicBezTo>
                    <a:pt x="16449" y="1230"/>
                    <a:pt x="16773" y="1192"/>
                    <a:pt x="17104" y="1192"/>
                  </a:cubicBezTo>
                  <a:cubicBezTo>
                    <a:pt x="17344" y="1192"/>
                    <a:pt x="17588" y="1212"/>
                    <a:pt x="17848" y="1240"/>
                  </a:cubicBezTo>
                  <a:cubicBezTo>
                    <a:pt x="17942" y="1251"/>
                    <a:pt x="18038" y="1256"/>
                    <a:pt x="18135" y="1256"/>
                  </a:cubicBezTo>
                  <a:cubicBezTo>
                    <a:pt x="18526" y="1256"/>
                    <a:pt x="18937" y="1181"/>
                    <a:pt x="19330" y="1181"/>
                  </a:cubicBezTo>
                  <a:cubicBezTo>
                    <a:pt x="19491" y="1181"/>
                    <a:pt x="19649" y="1193"/>
                    <a:pt x="19801" y="1229"/>
                  </a:cubicBezTo>
                  <a:cubicBezTo>
                    <a:pt x="20707" y="1441"/>
                    <a:pt x="21613" y="1687"/>
                    <a:pt x="22542" y="1687"/>
                  </a:cubicBezTo>
                  <a:cubicBezTo>
                    <a:pt x="22676" y="1687"/>
                    <a:pt x="22811" y="1681"/>
                    <a:pt x="22947" y="1670"/>
                  </a:cubicBezTo>
                  <a:cubicBezTo>
                    <a:pt x="23797" y="1604"/>
                    <a:pt x="24768" y="1394"/>
                    <a:pt x="25309" y="699"/>
                  </a:cubicBezTo>
                  <a:cubicBezTo>
                    <a:pt x="25430" y="533"/>
                    <a:pt x="25353" y="257"/>
                    <a:pt x="25430" y="70"/>
                  </a:cubicBezTo>
                  <a:cubicBezTo>
                    <a:pt x="25445" y="32"/>
                    <a:pt x="25405" y="0"/>
                    <a:pt x="25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2796325" y="1879350"/>
              <a:ext cx="45275" cy="279875"/>
            </a:xfrm>
            <a:custGeom>
              <a:avLst/>
              <a:gdLst/>
              <a:ahLst/>
              <a:cxnLst/>
              <a:rect l="l" t="t" r="r" b="b"/>
              <a:pathLst>
                <a:path w="1811" h="11195" extrusionOk="0">
                  <a:moveTo>
                    <a:pt x="698" y="1"/>
                  </a:moveTo>
                  <a:cubicBezTo>
                    <a:pt x="554" y="1"/>
                    <a:pt x="402" y="46"/>
                    <a:pt x="277" y="120"/>
                  </a:cubicBezTo>
                  <a:cubicBezTo>
                    <a:pt x="67" y="230"/>
                    <a:pt x="1" y="396"/>
                    <a:pt x="78" y="616"/>
                  </a:cubicBezTo>
                  <a:cubicBezTo>
                    <a:pt x="144" y="815"/>
                    <a:pt x="255" y="881"/>
                    <a:pt x="453" y="914"/>
                  </a:cubicBezTo>
                  <a:cubicBezTo>
                    <a:pt x="475" y="914"/>
                    <a:pt x="553" y="914"/>
                    <a:pt x="575" y="903"/>
                  </a:cubicBezTo>
                  <a:cubicBezTo>
                    <a:pt x="575" y="903"/>
                    <a:pt x="619" y="1003"/>
                    <a:pt x="619" y="1003"/>
                  </a:cubicBezTo>
                  <a:cubicBezTo>
                    <a:pt x="729" y="1268"/>
                    <a:pt x="696" y="1621"/>
                    <a:pt x="762" y="1908"/>
                  </a:cubicBezTo>
                  <a:cubicBezTo>
                    <a:pt x="950" y="2636"/>
                    <a:pt x="1149" y="3365"/>
                    <a:pt x="1226" y="4115"/>
                  </a:cubicBezTo>
                  <a:cubicBezTo>
                    <a:pt x="1391" y="5649"/>
                    <a:pt x="1425" y="7206"/>
                    <a:pt x="1127" y="8718"/>
                  </a:cubicBezTo>
                  <a:cubicBezTo>
                    <a:pt x="950" y="9557"/>
                    <a:pt x="608" y="10373"/>
                    <a:pt x="277" y="11168"/>
                  </a:cubicBezTo>
                  <a:cubicBezTo>
                    <a:pt x="269" y="11184"/>
                    <a:pt x="290" y="11195"/>
                    <a:pt x="307" y="11195"/>
                  </a:cubicBezTo>
                  <a:cubicBezTo>
                    <a:pt x="313" y="11195"/>
                    <a:pt x="318" y="11193"/>
                    <a:pt x="321" y="11190"/>
                  </a:cubicBezTo>
                  <a:cubicBezTo>
                    <a:pt x="729" y="10318"/>
                    <a:pt x="1138" y="9468"/>
                    <a:pt x="1391" y="8541"/>
                  </a:cubicBezTo>
                  <a:cubicBezTo>
                    <a:pt x="1634" y="7636"/>
                    <a:pt x="1701" y="6687"/>
                    <a:pt x="1756" y="5738"/>
                  </a:cubicBezTo>
                  <a:cubicBezTo>
                    <a:pt x="1811" y="4800"/>
                    <a:pt x="1778" y="3861"/>
                    <a:pt x="1656" y="2923"/>
                  </a:cubicBezTo>
                  <a:cubicBezTo>
                    <a:pt x="1601" y="2438"/>
                    <a:pt x="1590" y="1941"/>
                    <a:pt x="1480" y="1455"/>
                  </a:cubicBezTo>
                  <a:cubicBezTo>
                    <a:pt x="1380" y="1036"/>
                    <a:pt x="1369" y="451"/>
                    <a:pt x="1049" y="131"/>
                  </a:cubicBezTo>
                  <a:cubicBezTo>
                    <a:pt x="959" y="40"/>
                    <a:pt x="832" y="1"/>
                    <a:pt x="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125575" y="1877425"/>
              <a:ext cx="573925" cy="492700"/>
            </a:xfrm>
            <a:custGeom>
              <a:avLst/>
              <a:gdLst/>
              <a:ahLst/>
              <a:cxnLst/>
              <a:rect l="l" t="t" r="r" b="b"/>
              <a:pathLst>
                <a:path w="22957" h="19708" extrusionOk="0">
                  <a:moveTo>
                    <a:pt x="38" y="19334"/>
                  </a:moveTo>
                  <a:cubicBezTo>
                    <a:pt x="18" y="19334"/>
                    <a:pt x="0" y="19392"/>
                    <a:pt x="21" y="19402"/>
                  </a:cubicBezTo>
                  <a:cubicBezTo>
                    <a:pt x="95" y="19436"/>
                    <a:pt x="179" y="19449"/>
                    <a:pt x="267" y="19452"/>
                  </a:cubicBezTo>
                  <a:lnTo>
                    <a:pt x="267" y="19452"/>
                  </a:lnTo>
                  <a:cubicBezTo>
                    <a:pt x="190" y="19417"/>
                    <a:pt x="116" y="19378"/>
                    <a:pt x="43" y="19336"/>
                  </a:cubicBezTo>
                  <a:cubicBezTo>
                    <a:pt x="41" y="19335"/>
                    <a:pt x="39" y="19334"/>
                    <a:pt x="38" y="19334"/>
                  </a:cubicBezTo>
                  <a:close/>
                  <a:moveTo>
                    <a:pt x="21441" y="1"/>
                  </a:moveTo>
                  <a:cubicBezTo>
                    <a:pt x="21388" y="1"/>
                    <a:pt x="21365" y="61"/>
                    <a:pt x="21400" y="153"/>
                  </a:cubicBezTo>
                  <a:cubicBezTo>
                    <a:pt x="21621" y="682"/>
                    <a:pt x="21731" y="1234"/>
                    <a:pt x="21886" y="1786"/>
                  </a:cubicBezTo>
                  <a:cubicBezTo>
                    <a:pt x="22029" y="2327"/>
                    <a:pt x="22051" y="2824"/>
                    <a:pt x="22040" y="3386"/>
                  </a:cubicBezTo>
                  <a:cubicBezTo>
                    <a:pt x="22040" y="4457"/>
                    <a:pt x="21853" y="5462"/>
                    <a:pt x="21268" y="6356"/>
                  </a:cubicBezTo>
                  <a:cubicBezTo>
                    <a:pt x="20716" y="7216"/>
                    <a:pt x="19965" y="7890"/>
                    <a:pt x="19049" y="8331"/>
                  </a:cubicBezTo>
                  <a:cubicBezTo>
                    <a:pt x="18067" y="8817"/>
                    <a:pt x="16996" y="9170"/>
                    <a:pt x="15926" y="9181"/>
                  </a:cubicBezTo>
                  <a:cubicBezTo>
                    <a:pt x="15859" y="9182"/>
                    <a:pt x="15792" y="9183"/>
                    <a:pt x="15724" y="9183"/>
                  </a:cubicBezTo>
                  <a:cubicBezTo>
                    <a:pt x="14779" y="9183"/>
                    <a:pt x="13798" y="9091"/>
                    <a:pt x="12835" y="9091"/>
                  </a:cubicBezTo>
                  <a:cubicBezTo>
                    <a:pt x="11593" y="9091"/>
                    <a:pt x="10381" y="9243"/>
                    <a:pt x="9314" y="9943"/>
                  </a:cubicBezTo>
                  <a:cubicBezTo>
                    <a:pt x="7361" y="11234"/>
                    <a:pt x="6963" y="13740"/>
                    <a:pt x="6080" y="15759"/>
                  </a:cubicBezTo>
                  <a:cubicBezTo>
                    <a:pt x="5628" y="16819"/>
                    <a:pt x="4811" y="17779"/>
                    <a:pt x="3895" y="18519"/>
                  </a:cubicBezTo>
                  <a:cubicBezTo>
                    <a:pt x="3204" y="19081"/>
                    <a:pt x="2305" y="19497"/>
                    <a:pt x="1397" y="19497"/>
                  </a:cubicBezTo>
                  <a:cubicBezTo>
                    <a:pt x="1218" y="19497"/>
                    <a:pt x="1038" y="19481"/>
                    <a:pt x="859" y="19446"/>
                  </a:cubicBezTo>
                  <a:cubicBezTo>
                    <a:pt x="813" y="19438"/>
                    <a:pt x="763" y="19435"/>
                    <a:pt x="712" y="19435"/>
                  </a:cubicBezTo>
                  <a:cubicBezTo>
                    <a:pt x="584" y="19435"/>
                    <a:pt x="445" y="19453"/>
                    <a:pt x="313" y="19453"/>
                  </a:cubicBezTo>
                  <a:cubicBezTo>
                    <a:pt x="298" y="19453"/>
                    <a:pt x="282" y="19452"/>
                    <a:pt x="267" y="19452"/>
                  </a:cubicBezTo>
                  <a:lnTo>
                    <a:pt x="267" y="19452"/>
                  </a:lnTo>
                  <a:cubicBezTo>
                    <a:pt x="652" y="19628"/>
                    <a:pt x="1078" y="19707"/>
                    <a:pt x="1508" y="19707"/>
                  </a:cubicBezTo>
                  <a:cubicBezTo>
                    <a:pt x="2054" y="19707"/>
                    <a:pt x="2607" y="19579"/>
                    <a:pt x="3089" y="19358"/>
                  </a:cubicBezTo>
                  <a:cubicBezTo>
                    <a:pt x="4127" y="18883"/>
                    <a:pt x="4910" y="17945"/>
                    <a:pt x="5484" y="16974"/>
                  </a:cubicBezTo>
                  <a:cubicBezTo>
                    <a:pt x="6676" y="14965"/>
                    <a:pt x="7085" y="12415"/>
                    <a:pt x="8873" y="10782"/>
                  </a:cubicBezTo>
                  <a:cubicBezTo>
                    <a:pt x="9834" y="9912"/>
                    <a:pt x="10993" y="9695"/>
                    <a:pt x="12202" y="9695"/>
                  </a:cubicBezTo>
                  <a:cubicBezTo>
                    <a:pt x="13311" y="9695"/>
                    <a:pt x="14462" y="9878"/>
                    <a:pt x="15539" y="9910"/>
                  </a:cubicBezTo>
                  <a:cubicBezTo>
                    <a:pt x="15602" y="9912"/>
                    <a:pt x="15665" y="9913"/>
                    <a:pt x="15729" y="9913"/>
                  </a:cubicBezTo>
                  <a:cubicBezTo>
                    <a:pt x="16835" y="9913"/>
                    <a:pt x="17939" y="9555"/>
                    <a:pt x="18983" y="9148"/>
                  </a:cubicBezTo>
                  <a:cubicBezTo>
                    <a:pt x="20010" y="8740"/>
                    <a:pt x="21102" y="8265"/>
                    <a:pt x="21787" y="7393"/>
                  </a:cubicBezTo>
                  <a:cubicBezTo>
                    <a:pt x="22515" y="6466"/>
                    <a:pt x="22758" y="5274"/>
                    <a:pt x="22857" y="4104"/>
                  </a:cubicBezTo>
                  <a:cubicBezTo>
                    <a:pt x="22957" y="2923"/>
                    <a:pt x="22791" y="1676"/>
                    <a:pt x="22184" y="660"/>
                  </a:cubicBezTo>
                  <a:cubicBezTo>
                    <a:pt x="22029" y="406"/>
                    <a:pt x="21776" y="263"/>
                    <a:pt x="21555" y="64"/>
                  </a:cubicBezTo>
                  <a:cubicBezTo>
                    <a:pt x="21511" y="20"/>
                    <a:pt x="21471" y="1"/>
                    <a:pt x="21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4"/>
          <p:cNvSpPr/>
          <p:nvPr/>
        </p:nvSpPr>
        <p:spPr>
          <a:xfrm rot="4190986">
            <a:off x="-332516" y="4161361"/>
            <a:ext cx="1550935" cy="1125520"/>
          </a:xfrm>
          <a:custGeom>
            <a:avLst/>
            <a:gdLst/>
            <a:ahLst/>
            <a:cxnLst/>
            <a:rect l="l" t="t" r="r" b="b"/>
            <a:pathLst>
              <a:path w="27686" h="20091" extrusionOk="0">
                <a:moveTo>
                  <a:pt x="17582" y="0"/>
                </a:moveTo>
                <a:cubicBezTo>
                  <a:pt x="16906" y="0"/>
                  <a:pt x="16233" y="91"/>
                  <a:pt x="15597" y="319"/>
                </a:cubicBezTo>
                <a:cubicBezTo>
                  <a:pt x="15023" y="529"/>
                  <a:pt x="14449" y="794"/>
                  <a:pt x="13985" y="1191"/>
                </a:cubicBezTo>
                <a:cubicBezTo>
                  <a:pt x="13423" y="1666"/>
                  <a:pt x="13058" y="2306"/>
                  <a:pt x="12672" y="2913"/>
                </a:cubicBezTo>
                <a:cubicBezTo>
                  <a:pt x="12341" y="3454"/>
                  <a:pt x="11977" y="3918"/>
                  <a:pt x="11491" y="4337"/>
                </a:cubicBezTo>
                <a:cubicBezTo>
                  <a:pt x="11061" y="4701"/>
                  <a:pt x="10608" y="5055"/>
                  <a:pt x="10100" y="5319"/>
                </a:cubicBezTo>
                <a:cubicBezTo>
                  <a:pt x="9019" y="5915"/>
                  <a:pt x="7860" y="6379"/>
                  <a:pt x="6734" y="6876"/>
                </a:cubicBezTo>
                <a:cubicBezTo>
                  <a:pt x="5608" y="7361"/>
                  <a:pt x="4515" y="7924"/>
                  <a:pt x="3588" y="8741"/>
                </a:cubicBezTo>
                <a:cubicBezTo>
                  <a:pt x="2672" y="9558"/>
                  <a:pt x="1855" y="10529"/>
                  <a:pt x="1348" y="11644"/>
                </a:cubicBezTo>
                <a:cubicBezTo>
                  <a:pt x="266" y="13962"/>
                  <a:pt x="1" y="16611"/>
                  <a:pt x="111" y="19138"/>
                </a:cubicBezTo>
                <a:cubicBezTo>
                  <a:pt x="130" y="19404"/>
                  <a:pt x="198" y="19661"/>
                  <a:pt x="238" y="19931"/>
                </a:cubicBezTo>
                <a:lnTo>
                  <a:pt x="238" y="19931"/>
                </a:lnTo>
                <a:cubicBezTo>
                  <a:pt x="333" y="17491"/>
                  <a:pt x="669" y="15012"/>
                  <a:pt x="1579" y="12726"/>
                </a:cubicBezTo>
                <a:cubicBezTo>
                  <a:pt x="2010" y="11622"/>
                  <a:pt x="2551" y="10518"/>
                  <a:pt x="3367" y="9668"/>
                </a:cubicBezTo>
                <a:cubicBezTo>
                  <a:pt x="4206" y="8796"/>
                  <a:pt x="5244" y="8178"/>
                  <a:pt x="6336" y="7681"/>
                </a:cubicBezTo>
                <a:cubicBezTo>
                  <a:pt x="8478" y="6710"/>
                  <a:pt x="11027" y="6180"/>
                  <a:pt x="12650" y="4359"/>
                </a:cubicBezTo>
                <a:cubicBezTo>
                  <a:pt x="13125" y="3818"/>
                  <a:pt x="13378" y="3123"/>
                  <a:pt x="13776" y="2516"/>
                </a:cubicBezTo>
                <a:cubicBezTo>
                  <a:pt x="14096" y="2030"/>
                  <a:pt x="14515" y="1578"/>
                  <a:pt x="15023" y="1269"/>
                </a:cubicBezTo>
                <a:cubicBezTo>
                  <a:pt x="15881" y="750"/>
                  <a:pt x="16909" y="594"/>
                  <a:pt x="17913" y="594"/>
                </a:cubicBezTo>
                <a:cubicBezTo>
                  <a:pt x="18084" y="594"/>
                  <a:pt x="18254" y="598"/>
                  <a:pt x="18423" y="606"/>
                </a:cubicBezTo>
                <a:cubicBezTo>
                  <a:pt x="19019" y="629"/>
                  <a:pt x="19626" y="640"/>
                  <a:pt x="20211" y="794"/>
                </a:cubicBezTo>
                <a:cubicBezTo>
                  <a:pt x="20906" y="971"/>
                  <a:pt x="21568" y="1280"/>
                  <a:pt x="22242" y="1567"/>
                </a:cubicBezTo>
                <a:cubicBezTo>
                  <a:pt x="22937" y="1854"/>
                  <a:pt x="23665" y="2108"/>
                  <a:pt x="24350" y="2417"/>
                </a:cubicBezTo>
                <a:cubicBezTo>
                  <a:pt x="25034" y="2726"/>
                  <a:pt x="25707" y="3101"/>
                  <a:pt x="26425" y="3311"/>
                </a:cubicBezTo>
                <a:cubicBezTo>
                  <a:pt x="26778" y="3421"/>
                  <a:pt x="27142" y="3487"/>
                  <a:pt x="27495" y="3542"/>
                </a:cubicBezTo>
                <a:cubicBezTo>
                  <a:pt x="27504" y="3544"/>
                  <a:pt x="27513" y="3544"/>
                  <a:pt x="27521" y="3544"/>
                </a:cubicBezTo>
                <a:cubicBezTo>
                  <a:pt x="27645" y="3544"/>
                  <a:pt x="27686" y="3396"/>
                  <a:pt x="27562" y="3344"/>
                </a:cubicBezTo>
                <a:cubicBezTo>
                  <a:pt x="26822" y="3079"/>
                  <a:pt x="26072" y="2847"/>
                  <a:pt x="25354" y="2538"/>
                </a:cubicBezTo>
                <a:cubicBezTo>
                  <a:pt x="24637" y="2229"/>
                  <a:pt x="23941" y="1876"/>
                  <a:pt x="23235" y="1556"/>
                </a:cubicBezTo>
                <a:cubicBezTo>
                  <a:pt x="21966" y="960"/>
                  <a:pt x="20663" y="419"/>
                  <a:pt x="19272" y="165"/>
                </a:cubicBezTo>
                <a:cubicBezTo>
                  <a:pt x="18719" y="64"/>
                  <a:pt x="18149" y="0"/>
                  <a:pt x="17582" y="0"/>
                </a:cubicBezTo>
                <a:close/>
                <a:moveTo>
                  <a:pt x="238" y="19931"/>
                </a:moveTo>
                <a:cubicBezTo>
                  <a:pt x="236" y="19976"/>
                  <a:pt x="234" y="20021"/>
                  <a:pt x="233" y="20065"/>
                </a:cubicBezTo>
                <a:cubicBezTo>
                  <a:pt x="233" y="20082"/>
                  <a:pt x="238" y="20090"/>
                  <a:pt x="244" y="20090"/>
                </a:cubicBezTo>
                <a:cubicBezTo>
                  <a:pt x="249" y="20090"/>
                  <a:pt x="255" y="20082"/>
                  <a:pt x="255" y="20065"/>
                </a:cubicBezTo>
                <a:cubicBezTo>
                  <a:pt x="250" y="20020"/>
                  <a:pt x="244" y="19975"/>
                  <a:pt x="238" y="1993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4190986">
            <a:off x="-365976" y="4424627"/>
            <a:ext cx="1421532" cy="893257"/>
          </a:xfrm>
          <a:custGeom>
            <a:avLst/>
            <a:gdLst/>
            <a:ahLst/>
            <a:cxnLst/>
            <a:rect l="l" t="t" r="r" b="b"/>
            <a:pathLst>
              <a:path w="25376" h="15945" extrusionOk="0">
                <a:moveTo>
                  <a:pt x="17150" y="1"/>
                </a:moveTo>
                <a:cubicBezTo>
                  <a:pt x="16050" y="1"/>
                  <a:pt x="14962" y="285"/>
                  <a:pt x="14095" y="941"/>
                </a:cubicBezTo>
                <a:cubicBezTo>
                  <a:pt x="13631" y="1295"/>
                  <a:pt x="13256" y="1736"/>
                  <a:pt x="12947" y="2222"/>
                </a:cubicBezTo>
                <a:cubicBezTo>
                  <a:pt x="12605" y="2774"/>
                  <a:pt x="12395" y="3414"/>
                  <a:pt x="11987" y="3910"/>
                </a:cubicBezTo>
                <a:cubicBezTo>
                  <a:pt x="11247" y="4816"/>
                  <a:pt x="10232" y="5478"/>
                  <a:pt x="9150" y="5908"/>
                </a:cubicBezTo>
                <a:cubicBezTo>
                  <a:pt x="8598" y="6129"/>
                  <a:pt x="8013" y="6206"/>
                  <a:pt x="7428" y="6317"/>
                </a:cubicBezTo>
                <a:cubicBezTo>
                  <a:pt x="6788" y="6438"/>
                  <a:pt x="6137" y="6471"/>
                  <a:pt x="5497" y="6548"/>
                </a:cubicBezTo>
                <a:cubicBezTo>
                  <a:pt x="4846" y="6615"/>
                  <a:pt x="4183" y="6758"/>
                  <a:pt x="3565" y="6979"/>
                </a:cubicBezTo>
                <a:cubicBezTo>
                  <a:pt x="3046" y="7178"/>
                  <a:pt x="2561" y="7476"/>
                  <a:pt x="2141" y="7862"/>
                </a:cubicBezTo>
                <a:cubicBezTo>
                  <a:pt x="210" y="9617"/>
                  <a:pt x="155" y="12431"/>
                  <a:pt x="397" y="14860"/>
                </a:cubicBezTo>
                <a:cubicBezTo>
                  <a:pt x="431" y="15213"/>
                  <a:pt x="442" y="15566"/>
                  <a:pt x="486" y="15919"/>
                </a:cubicBezTo>
                <a:cubicBezTo>
                  <a:pt x="486" y="15936"/>
                  <a:pt x="499" y="15944"/>
                  <a:pt x="512" y="15944"/>
                </a:cubicBezTo>
                <a:cubicBezTo>
                  <a:pt x="524" y="15944"/>
                  <a:pt x="535" y="15936"/>
                  <a:pt x="530" y="15919"/>
                </a:cubicBezTo>
                <a:cubicBezTo>
                  <a:pt x="331" y="13403"/>
                  <a:pt x="0" y="10522"/>
                  <a:pt x="1711" y="8436"/>
                </a:cubicBezTo>
                <a:cubicBezTo>
                  <a:pt x="2064" y="8005"/>
                  <a:pt x="2561" y="7718"/>
                  <a:pt x="3035" y="7453"/>
                </a:cubicBezTo>
                <a:cubicBezTo>
                  <a:pt x="3620" y="7144"/>
                  <a:pt x="4249" y="6979"/>
                  <a:pt x="4901" y="6902"/>
                </a:cubicBezTo>
                <a:cubicBezTo>
                  <a:pt x="5541" y="6813"/>
                  <a:pt x="6192" y="6725"/>
                  <a:pt x="6832" y="6648"/>
                </a:cubicBezTo>
                <a:cubicBezTo>
                  <a:pt x="7395" y="6582"/>
                  <a:pt x="7969" y="6559"/>
                  <a:pt x="8510" y="6405"/>
                </a:cubicBezTo>
                <a:cubicBezTo>
                  <a:pt x="9581" y="6096"/>
                  <a:pt x="10552" y="5533"/>
                  <a:pt x="11413" y="4816"/>
                </a:cubicBezTo>
                <a:cubicBezTo>
                  <a:pt x="11843" y="4462"/>
                  <a:pt x="12252" y="4076"/>
                  <a:pt x="12572" y="3612"/>
                </a:cubicBezTo>
                <a:cubicBezTo>
                  <a:pt x="12936" y="3083"/>
                  <a:pt x="13212" y="2487"/>
                  <a:pt x="13609" y="1968"/>
                </a:cubicBezTo>
                <a:cubicBezTo>
                  <a:pt x="14426" y="923"/>
                  <a:pt x="15663" y="498"/>
                  <a:pt x="16932" y="498"/>
                </a:cubicBezTo>
                <a:cubicBezTo>
                  <a:pt x="17688" y="498"/>
                  <a:pt x="18454" y="649"/>
                  <a:pt x="19150" y="908"/>
                </a:cubicBezTo>
                <a:cubicBezTo>
                  <a:pt x="21347" y="1725"/>
                  <a:pt x="22958" y="3646"/>
                  <a:pt x="24283" y="5489"/>
                </a:cubicBezTo>
                <a:cubicBezTo>
                  <a:pt x="24459" y="5743"/>
                  <a:pt x="24570" y="6030"/>
                  <a:pt x="24757" y="6272"/>
                </a:cubicBezTo>
                <a:cubicBezTo>
                  <a:pt x="24813" y="6350"/>
                  <a:pt x="24910" y="6391"/>
                  <a:pt x="25010" y="6391"/>
                </a:cubicBezTo>
                <a:cubicBezTo>
                  <a:pt x="25067" y="6391"/>
                  <a:pt x="25124" y="6378"/>
                  <a:pt x="25177" y="6350"/>
                </a:cubicBezTo>
                <a:cubicBezTo>
                  <a:pt x="25298" y="6272"/>
                  <a:pt x="25375" y="6074"/>
                  <a:pt x="25298" y="5952"/>
                </a:cubicBezTo>
                <a:cubicBezTo>
                  <a:pt x="24603" y="4893"/>
                  <a:pt x="23863" y="3855"/>
                  <a:pt x="23013" y="2928"/>
                </a:cubicBezTo>
                <a:cubicBezTo>
                  <a:pt x="22185" y="2034"/>
                  <a:pt x="21214" y="1206"/>
                  <a:pt x="20099" y="676"/>
                </a:cubicBezTo>
                <a:cubicBezTo>
                  <a:pt x="19219" y="250"/>
                  <a:pt x="18179" y="1"/>
                  <a:pt x="17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522025" y="300675"/>
            <a:ext cx="324250" cy="345975"/>
            <a:chOff x="2956375" y="1744075"/>
            <a:chExt cx="324250" cy="345975"/>
          </a:xfrm>
        </p:grpSpPr>
        <p:sp>
          <p:nvSpPr>
            <p:cNvPr id="33" name="Google Shape;33;p4"/>
            <p:cNvSpPr/>
            <p:nvPr/>
          </p:nvSpPr>
          <p:spPr>
            <a:xfrm>
              <a:off x="3096825" y="1989975"/>
              <a:ext cx="62125" cy="100075"/>
            </a:xfrm>
            <a:custGeom>
              <a:avLst/>
              <a:gdLst/>
              <a:ahLst/>
              <a:cxnLst/>
              <a:rect l="l" t="t" r="r" b="b"/>
              <a:pathLst>
                <a:path w="2485" h="4003" extrusionOk="0">
                  <a:moveTo>
                    <a:pt x="1679" y="1"/>
                  </a:moveTo>
                  <a:cubicBezTo>
                    <a:pt x="1612" y="1"/>
                    <a:pt x="1544" y="11"/>
                    <a:pt x="1480" y="32"/>
                  </a:cubicBezTo>
                  <a:cubicBezTo>
                    <a:pt x="1281" y="99"/>
                    <a:pt x="1148" y="209"/>
                    <a:pt x="1016" y="386"/>
                  </a:cubicBezTo>
                  <a:cubicBezTo>
                    <a:pt x="861" y="606"/>
                    <a:pt x="696" y="827"/>
                    <a:pt x="586" y="1070"/>
                  </a:cubicBezTo>
                  <a:cubicBezTo>
                    <a:pt x="442" y="1368"/>
                    <a:pt x="321" y="1666"/>
                    <a:pt x="210" y="1975"/>
                  </a:cubicBezTo>
                  <a:cubicBezTo>
                    <a:pt x="166" y="2107"/>
                    <a:pt x="133" y="2240"/>
                    <a:pt x="100" y="2372"/>
                  </a:cubicBezTo>
                  <a:cubicBezTo>
                    <a:pt x="56" y="2538"/>
                    <a:pt x="1" y="2759"/>
                    <a:pt x="34" y="2935"/>
                  </a:cubicBezTo>
                  <a:cubicBezTo>
                    <a:pt x="34" y="2946"/>
                    <a:pt x="34" y="2957"/>
                    <a:pt x="34" y="2968"/>
                  </a:cubicBezTo>
                  <a:cubicBezTo>
                    <a:pt x="34" y="3024"/>
                    <a:pt x="23" y="3068"/>
                    <a:pt x="34" y="3112"/>
                  </a:cubicBezTo>
                  <a:cubicBezTo>
                    <a:pt x="41" y="3163"/>
                    <a:pt x="43" y="3190"/>
                    <a:pt x="41" y="3190"/>
                  </a:cubicBezTo>
                  <a:cubicBezTo>
                    <a:pt x="40" y="3190"/>
                    <a:pt x="37" y="3182"/>
                    <a:pt x="34" y="3167"/>
                  </a:cubicBezTo>
                  <a:cubicBezTo>
                    <a:pt x="12" y="3200"/>
                    <a:pt x="23" y="3244"/>
                    <a:pt x="23" y="3266"/>
                  </a:cubicBezTo>
                  <a:cubicBezTo>
                    <a:pt x="23" y="3299"/>
                    <a:pt x="34" y="3322"/>
                    <a:pt x="34" y="3355"/>
                  </a:cubicBezTo>
                  <a:cubicBezTo>
                    <a:pt x="34" y="3377"/>
                    <a:pt x="34" y="3388"/>
                    <a:pt x="45" y="3399"/>
                  </a:cubicBezTo>
                  <a:cubicBezTo>
                    <a:pt x="34" y="3421"/>
                    <a:pt x="34" y="3454"/>
                    <a:pt x="34" y="3465"/>
                  </a:cubicBezTo>
                  <a:cubicBezTo>
                    <a:pt x="34" y="3597"/>
                    <a:pt x="56" y="3686"/>
                    <a:pt x="122" y="3785"/>
                  </a:cubicBezTo>
                  <a:cubicBezTo>
                    <a:pt x="149" y="3909"/>
                    <a:pt x="284" y="4002"/>
                    <a:pt x="408" y="4002"/>
                  </a:cubicBezTo>
                  <a:cubicBezTo>
                    <a:pt x="483" y="4002"/>
                    <a:pt x="555" y="3968"/>
                    <a:pt x="597" y="3884"/>
                  </a:cubicBezTo>
                  <a:cubicBezTo>
                    <a:pt x="674" y="3829"/>
                    <a:pt x="729" y="3785"/>
                    <a:pt x="773" y="3686"/>
                  </a:cubicBezTo>
                  <a:cubicBezTo>
                    <a:pt x="783" y="3666"/>
                    <a:pt x="793" y="3637"/>
                    <a:pt x="803" y="3607"/>
                  </a:cubicBezTo>
                  <a:lnTo>
                    <a:pt x="803" y="3607"/>
                  </a:lnTo>
                  <a:cubicBezTo>
                    <a:pt x="816" y="3592"/>
                    <a:pt x="839" y="3563"/>
                    <a:pt x="873" y="3520"/>
                  </a:cubicBezTo>
                  <a:cubicBezTo>
                    <a:pt x="873" y="3509"/>
                    <a:pt x="917" y="3432"/>
                    <a:pt x="928" y="3410"/>
                  </a:cubicBezTo>
                  <a:cubicBezTo>
                    <a:pt x="961" y="3377"/>
                    <a:pt x="994" y="3333"/>
                    <a:pt x="1016" y="3277"/>
                  </a:cubicBezTo>
                  <a:cubicBezTo>
                    <a:pt x="1016" y="3277"/>
                    <a:pt x="1027" y="3277"/>
                    <a:pt x="1027" y="3266"/>
                  </a:cubicBezTo>
                  <a:cubicBezTo>
                    <a:pt x="1137" y="3156"/>
                    <a:pt x="1215" y="2990"/>
                    <a:pt x="1292" y="2847"/>
                  </a:cubicBezTo>
                  <a:cubicBezTo>
                    <a:pt x="1347" y="2726"/>
                    <a:pt x="1413" y="2615"/>
                    <a:pt x="1469" y="2505"/>
                  </a:cubicBezTo>
                  <a:cubicBezTo>
                    <a:pt x="1601" y="2284"/>
                    <a:pt x="1744" y="2052"/>
                    <a:pt x="1899" y="1843"/>
                  </a:cubicBezTo>
                  <a:cubicBezTo>
                    <a:pt x="2054" y="1622"/>
                    <a:pt x="2197" y="1390"/>
                    <a:pt x="2352" y="1169"/>
                  </a:cubicBezTo>
                  <a:cubicBezTo>
                    <a:pt x="2473" y="1015"/>
                    <a:pt x="2484" y="750"/>
                    <a:pt x="2440" y="573"/>
                  </a:cubicBezTo>
                  <a:cubicBezTo>
                    <a:pt x="2385" y="397"/>
                    <a:pt x="2252" y="198"/>
                    <a:pt x="2076" y="110"/>
                  </a:cubicBezTo>
                  <a:cubicBezTo>
                    <a:pt x="1957" y="43"/>
                    <a:pt x="1818" y="1"/>
                    <a:pt x="1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069425" y="1883750"/>
              <a:ext cx="84000" cy="81825"/>
            </a:xfrm>
            <a:custGeom>
              <a:avLst/>
              <a:gdLst/>
              <a:ahLst/>
              <a:cxnLst/>
              <a:rect l="l" t="t" r="r" b="b"/>
              <a:pathLst>
                <a:path w="3360" h="3273" extrusionOk="0">
                  <a:moveTo>
                    <a:pt x="2612" y="0"/>
                  </a:moveTo>
                  <a:cubicBezTo>
                    <a:pt x="2484" y="0"/>
                    <a:pt x="2357" y="36"/>
                    <a:pt x="2222" y="109"/>
                  </a:cubicBezTo>
                  <a:cubicBezTo>
                    <a:pt x="2156" y="142"/>
                    <a:pt x="2090" y="175"/>
                    <a:pt x="2024" y="231"/>
                  </a:cubicBezTo>
                  <a:cubicBezTo>
                    <a:pt x="1980" y="264"/>
                    <a:pt x="1924" y="297"/>
                    <a:pt x="1880" y="341"/>
                  </a:cubicBezTo>
                  <a:cubicBezTo>
                    <a:pt x="1812" y="435"/>
                    <a:pt x="1775" y="482"/>
                    <a:pt x="1772" y="482"/>
                  </a:cubicBezTo>
                  <a:cubicBezTo>
                    <a:pt x="1769" y="482"/>
                    <a:pt x="1787" y="454"/>
                    <a:pt x="1825" y="396"/>
                  </a:cubicBezTo>
                  <a:lnTo>
                    <a:pt x="1825" y="396"/>
                  </a:lnTo>
                  <a:cubicBezTo>
                    <a:pt x="1814" y="396"/>
                    <a:pt x="1759" y="451"/>
                    <a:pt x="1748" y="462"/>
                  </a:cubicBezTo>
                  <a:cubicBezTo>
                    <a:pt x="1693" y="507"/>
                    <a:pt x="1637" y="551"/>
                    <a:pt x="1582" y="595"/>
                  </a:cubicBezTo>
                  <a:cubicBezTo>
                    <a:pt x="1527" y="650"/>
                    <a:pt x="1472" y="705"/>
                    <a:pt x="1417" y="749"/>
                  </a:cubicBezTo>
                  <a:cubicBezTo>
                    <a:pt x="1395" y="771"/>
                    <a:pt x="1373" y="794"/>
                    <a:pt x="1350" y="816"/>
                  </a:cubicBezTo>
                  <a:cubicBezTo>
                    <a:pt x="1328" y="838"/>
                    <a:pt x="1240" y="926"/>
                    <a:pt x="1218" y="970"/>
                  </a:cubicBezTo>
                  <a:cubicBezTo>
                    <a:pt x="1207" y="981"/>
                    <a:pt x="1207" y="981"/>
                    <a:pt x="1196" y="992"/>
                  </a:cubicBezTo>
                  <a:cubicBezTo>
                    <a:pt x="1174" y="1014"/>
                    <a:pt x="1141" y="1047"/>
                    <a:pt x="1119" y="1081"/>
                  </a:cubicBezTo>
                  <a:cubicBezTo>
                    <a:pt x="1097" y="1114"/>
                    <a:pt x="1074" y="1136"/>
                    <a:pt x="1052" y="1158"/>
                  </a:cubicBezTo>
                  <a:cubicBezTo>
                    <a:pt x="1052" y="1158"/>
                    <a:pt x="1052" y="1169"/>
                    <a:pt x="1052" y="1169"/>
                  </a:cubicBezTo>
                  <a:cubicBezTo>
                    <a:pt x="1019" y="1202"/>
                    <a:pt x="997" y="1224"/>
                    <a:pt x="975" y="1257"/>
                  </a:cubicBezTo>
                  <a:cubicBezTo>
                    <a:pt x="865" y="1390"/>
                    <a:pt x="754" y="1533"/>
                    <a:pt x="644" y="1677"/>
                  </a:cubicBezTo>
                  <a:cubicBezTo>
                    <a:pt x="611" y="1732"/>
                    <a:pt x="578" y="1787"/>
                    <a:pt x="534" y="1842"/>
                  </a:cubicBezTo>
                  <a:cubicBezTo>
                    <a:pt x="478" y="1930"/>
                    <a:pt x="445" y="2008"/>
                    <a:pt x="401" y="2085"/>
                  </a:cubicBezTo>
                  <a:cubicBezTo>
                    <a:pt x="403" y="2082"/>
                    <a:pt x="403" y="2080"/>
                    <a:pt x="403" y="2080"/>
                  </a:cubicBezTo>
                  <a:lnTo>
                    <a:pt x="403" y="2080"/>
                  </a:lnTo>
                  <a:cubicBezTo>
                    <a:pt x="400" y="2080"/>
                    <a:pt x="367" y="2131"/>
                    <a:pt x="357" y="2140"/>
                  </a:cubicBezTo>
                  <a:cubicBezTo>
                    <a:pt x="346" y="2173"/>
                    <a:pt x="324" y="2206"/>
                    <a:pt x="302" y="2239"/>
                  </a:cubicBezTo>
                  <a:cubicBezTo>
                    <a:pt x="269" y="2317"/>
                    <a:pt x="236" y="2383"/>
                    <a:pt x="203" y="2449"/>
                  </a:cubicBezTo>
                  <a:cubicBezTo>
                    <a:pt x="169" y="2537"/>
                    <a:pt x="125" y="2626"/>
                    <a:pt x="103" y="2714"/>
                  </a:cubicBezTo>
                  <a:cubicBezTo>
                    <a:pt x="70" y="2791"/>
                    <a:pt x="70" y="2858"/>
                    <a:pt x="48" y="2935"/>
                  </a:cubicBezTo>
                  <a:cubicBezTo>
                    <a:pt x="0" y="3109"/>
                    <a:pt x="158" y="3273"/>
                    <a:pt x="316" y="3273"/>
                  </a:cubicBezTo>
                  <a:cubicBezTo>
                    <a:pt x="378" y="3273"/>
                    <a:pt x="440" y="3248"/>
                    <a:pt x="490" y="3189"/>
                  </a:cubicBezTo>
                  <a:cubicBezTo>
                    <a:pt x="567" y="3100"/>
                    <a:pt x="655" y="3023"/>
                    <a:pt x="732" y="2935"/>
                  </a:cubicBezTo>
                  <a:cubicBezTo>
                    <a:pt x="810" y="2847"/>
                    <a:pt x="887" y="2747"/>
                    <a:pt x="975" y="2659"/>
                  </a:cubicBezTo>
                  <a:cubicBezTo>
                    <a:pt x="986" y="2648"/>
                    <a:pt x="1019" y="2615"/>
                    <a:pt x="1041" y="2593"/>
                  </a:cubicBezTo>
                  <a:cubicBezTo>
                    <a:pt x="1052" y="2582"/>
                    <a:pt x="1055" y="2576"/>
                    <a:pt x="1051" y="2576"/>
                  </a:cubicBezTo>
                  <a:cubicBezTo>
                    <a:pt x="1047" y="2576"/>
                    <a:pt x="1036" y="2582"/>
                    <a:pt x="1019" y="2593"/>
                  </a:cubicBezTo>
                  <a:cubicBezTo>
                    <a:pt x="1052" y="2571"/>
                    <a:pt x="1074" y="2549"/>
                    <a:pt x="1108" y="2526"/>
                  </a:cubicBezTo>
                  <a:cubicBezTo>
                    <a:pt x="1152" y="2482"/>
                    <a:pt x="1196" y="2438"/>
                    <a:pt x="1240" y="2394"/>
                  </a:cubicBezTo>
                  <a:cubicBezTo>
                    <a:pt x="1256" y="2378"/>
                    <a:pt x="1261" y="2368"/>
                    <a:pt x="1257" y="2368"/>
                  </a:cubicBezTo>
                  <a:cubicBezTo>
                    <a:pt x="1257" y="2368"/>
                    <a:pt x="1257" y="2368"/>
                    <a:pt x="1257" y="2368"/>
                  </a:cubicBezTo>
                  <a:lnTo>
                    <a:pt x="1257" y="2368"/>
                  </a:lnTo>
                  <a:cubicBezTo>
                    <a:pt x="1299" y="2336"/>
                    <a:pt x="1341" y="2305"/>
                    <a:pt x="1373" y="2284"/>
                  </a:cubicBezTo>
                  <a:cubicBezTo>
                    <a:pt x="1417" y="2239"/>
                    <a:pt x="1472" y="2195"/>
                    <a:pt x="1516" y="2151"/>
                  </a:cubicBezTo>
                  <a:cubicBezTo>
                    <a:pt x="1560" y="2118"/>
                    <a:pt x="1604" y="2074"/>
                    <a:pt x="1648" y="2041"/>
                  </a:cubicBezTo>
                  <a:cubicBezTo>
                    <a:pt x="1671" y="2019"/>
                    <a:pt x="1693" y="1997"/>
                    <a:pt x="1726" y="1986"/>
                  </a:cubicBezTo>
                  <a:cubicBezTo>
                    <a:pt x="1825" y="1919"/>
                    <a:pt x="1924" y="1853"/>
                    <a:pt x="2035" y="1798"/>
                  </a:cubicBezTo>
                  <a:cubicBezTo>
                    <a:pt x="2211" y="1699"/>
                    <a:pt x="2388" y="1599"/>
                    <a:pt x="2576" y="1500"/>
                  </a:cubicBezTo>
                  <a:cubicBezTo>
                    <a:pt x="2642" y="1489"/>
                    <a:pt x="2708" y="1467"/>
                    <a:pt x="2774" y="1423"/>
                  </a:cubicBezTo>
                  <a:cubicBezTo>
                    <a:pt x="2807" y="1412"/>
                    <a:pt x="2840" y="1390"/>
                    <a:pt x="2874" y="1368"/>
                  </a:cubicBezTo>
                  <a:cubicBezTo>
                    <a:pt x="3072" y="1268"/>
                    <a:pt x="3260" y="1114"/>
                    <a:pt x="3304" y="871"/>
                  </a:cubicBezTo>
                  <a:cubicBezTo>
                    <a:pt x="3359" y="584"/>
                    <a:pt x="3282" y="231"/>
                    <a:pt x="2995" y="98"/>
                  </a:cubicBezTo>
                  <a:cubicBezTo>
                    <a:pt x="2860" y="33"/>
                    <a:pt x="2735" y="0"/>
                    <a:pt x="26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3054050" y="1767950"/>
              <a:ext cx="75075" cy="78725"/>
            </a:xfrm>
            <a:custGeom>
              <a:avLst/>
              <a:gdLst/>
              <a:ahLst/>
              <a:cxnLst/>
              <a:rect l="l" t="t" r="r" b="b"/>
              <a:pathLst>
                <a:path w="3003" h="3149" extrusionOk="0">
                  <a:moveTo>
                    <a:pt x="508" y="2158"/>
                  </a:moveTo>
                  <a:cubicBezTo>
                    <a:pt x="494" y="2175"/>
                    <a:pt x="482" y="2192"/>
                    <a:pt x="482" y="2192"/>
                  </a:cubicBezTo>
                  <a:cubicBezTo>
                    <a:pt x="483" y="2192"/>
                    <a:pt x="490" y="2183"/>
                    <a:pt x="508" y="2158"/>
                  </a:cubicBezTo>
                  <a:close/>
                  <a:moveTo>
                    <a:pt x="2210" y="0"/>
                  </a:moveTo>
                  <a:cubicBezTo>
                    <a:pt x="2177" y="0"/>
                    <a:pt x="2143" y="2"/>
                    <a:pt x="2109" y="6"/>
                  </a:cubicBezTo>
                  <a:cubicBezTo>
                    <a:pt x="1667" y="72"/>
                    <a:pt x="1535" y="426"/>
                    <a:pt x="1347" y="757"/>
                  </a:cubicBezTo>
                  <a:cubicBezTo>
                    <a:pt x="1248" y="922"/>
                    <a:pt x="1127" y="1099"/>
                    <a:pt x="1049" y="1287"/>
                  </a:cubicBezTo>
                  <a:cubicBezTo>
                    <a:pt x="983" y="1408"/>
                    <a:pt x="917" y="1540"/>
                    <a:pt x="840" y="1662"/>
                  </a:cubicBezTo>
                  <a:cubicBezTo>
                    <a:pt x="806" y="1717"/>
                    <a:pt x="751" y="1772"/>
                    <a:pt x="718" y="1838"/>
                  </a:cubicBezTo>
                  <a:cubicBezTo>
                    <a:pt x="680" y="1929"/>
                    <a:pt x="660" y="1974"/>
                    <a:pt x="659" y="1974"/>
                  </a:cubicBezTo>
                  <a:cubicBezTo>
                    <a:pt x="658" y="1974"/>
                    <a:pt x="667" y="1951"/>
                    <a:pt x="685" y="1905"/>
                  </a:cubicBezTo>
                  <a:lnTo>
                    <a:pt x="685" y="1905"/>
                  </a:lnTo>
                  <a:cubicBezTo>
                    <a:pt x="674" y="1916"/>
                    <a:pt x="674" y="1916"/>
                    <a:pt x="663" y="1927"/>
                  </a:cubicBezTo>
                  <a:cubicBezTo>
                    <a:pt x="641" y="1960"/>
                    <a:pt x="619" y="2004"/>
                    <a:pt x="597" y="2037"/>
                  </a:cubicBezTo>
                  <a:cubicBezTo>
                    <a:pt x="575" y="2059"/>
                    <a:pt x="564" y="2081"/>
                    <a:pt x="553" y="2114"/>
                  </a:cubicBezTo>
                  <a:cubicBezTo>
                    <a:pt x="542" y="2114"/>
                    <a:pt x="542" y="2114"/>
                    <a:pt x="542" y="2125"/>
                  </a:cubicBezTo>
                  <a:cubicBezTo>
                    <a:pt x="534" y="2129"/>
                    <a:pt x="521" y="2144"/>
                    <a:pt x="508" y="2158"/>
                  </a:cubicBezTo>
                  <a:lnTo>
                    <a:pt x="508" y="2158"/>
                  </a:lnTo>
                  <a:cubicBezTo>
                    <a:pt x="475" y="2214"/>
                    <a:pt x="431" y="2258"/>
                    <a:pt x="398" y="2313"/>
                  </a:cubicBezTo>
                  <a:cubicBezTo>
                    <a:pt x="399" y="2312"/>
                    <a:pt x="400" y="2310"/>
                    <a:pt x="401" y="2309"/>
                  </a:cubicBezTo>
                  <a:lnTo>
                    <a:pt x="401" y="2309"/>
                  </a:lnTo>
                  <a:cubicBezTo>
                    <a:pt x="392" y="2321"/>
                    <a:pt x="380" y="2337"/>
                    <a:pt x="376" y="2346"/>
                  </a:cubicBezTo>
                  <a:cubicBezTo>
                    <a:pt x="266" y="2468"/>
                    <a:pt x="210" y="2622"/>
                    <a:pt x="89" y="2732"/>
                  </a:cubicBezTo>
                  <a:cubicBezTo>
                    <a:pt x="1" y="2810"/>
                    <a:pt x="1" y="2964"/>
                    <a:pt x="67" y="3053"/>
                  </a:cubicBezTo>
                  <a:cubicBezTo>
                    <a:pt x="124" y="3116"/>
                    <a:pt x="194" y="3148"/>
                    <a:pt x="267" y="3148"/>
                  </a:cubicBezTo>
                  <a:cubicBezTo>
                    <a:pt x="307" y="3148"/>
                    <a:pt x="348" y="3138"/>
                    <a:pt x="387" y="3119"/>
                  </a:cubicBezTo>
                  <a:cubicBezTo>
                    <a:pt x="420" y="3108"/>
                    <a:pt x="453" y="3097"/>
                    <a:pt x="486" y="3086"/>
                  </a:cubicBezTo>
                  <a:cubicBezTo>
                    <a:pt x="475" y="3086"/>
                    <a:pt x="608" y="3053"/>
                    <a:pt x="630" y="3053"/>
                  </a:cubicBezTo>
                  <a:cubicBezTo>
                    <a:pt x="740" y="3019"/>
                    <a:pt x="851" y="2975"/>
                    <a:pt x="950" y="2920"/>
                  </a:cubicBezTo>
                  <a:lnTo>
                    <a:pt x="950" y="2920"/>
                  </a:lnTo>
                  <a:cubicBezTo>
                    <a:pt x="994" y="2898"/>
                    <a:pt x="1070" y="2860"/>
                    <a:pt x="1082" y="2854"/>
                  </a:cubicBezTo>
                  <a:cubicBezTo>
                    <a:pt x="1093" y="2843"/>
                    <a:pt x="1149" y="2810"/>
                    <a:pt x="1182" y="2788"/>
                  </a:cubicBezTo>
                  <a:lnTo>
                    <a:pt x="1193" y="2788"/>
                  </a:lnTo>
                  <a:cubicBezTo>
                    <a:pt x="1215" y="2777"/>
                    <a:pt x="1248" y="2766"/>
                    <a:pt x="1281" y="2743"/>
                  </a:cubicBezTo>
                  <a:cubicBezTo>
                    <a:pt x="1303" y="2732"/>
                    <a:pt x="1314" y="2721"/>
                    <a:pt x="1336" y="2710"/>
                  </a:cubicBezTo>
                  <a:cubicBezTo>
                    <a:pt x="1347" y="2710"/>
                    <a:pt x="1436" y="2655"/>
                    <a:pt x="1425" y="2644"/>
                  </a:cubicBezTo>
                  <a:lnTo>
                    <a:pt x="1425" y="2644"/>
                  </a:lnTo>
                  <a:cubicBezTo>
                    <a:pt x="1380" y="2662"/>
                    <a:pt x="1357" y="2671"/>
                    <a:pt x="1356" y="2671"/>
                  </a:cubicBezTo>
                  <a:cubicBezTo>
                    <a:pt x="1353" y="2671"/>
                    <a:pt x="1398" y="2651"/>
                    <a:pt x="1491" y="2611"/>
                  </a:cubicBezTo>
                  <a:cubicBezTo>
                    <a:pt x="1546" y="2578"/>
                    <a:pt x="1590" y="2545"/>
                    <a:pt x="1634" y="2501"/>
                  </a:cubicBezTo>
                  <a:cubicBezTo>
                    <a:pt x="1678" y="2479"/>
                    <a:pt x="1723" y="2445"/>
                    <a:pt x="1756" y="2412"/>
                  </a:cubicBezTo>
                  <a:cubicBezTo>
                    <a:pt x="1833" y="2346"/>
                    <a:pt x="1910" y="2291"/>
                    <a:pt x="1988" y="2225"/>
                  </a:cubicBezTo>
                  <a:cubicBezTo>
                    <a:pt x="2021" y="2192"/>
                    <a:pt x="2065" y="2158"/>
                    <a:pt x="2098" y="2125"/>
                  </a:cubicBezTo>
                  <a:cubicBezTo>
                    <a:pt x="2142" y="2092"/>
                    <a:pt x="2175" y="2070"/>
                    <a:pt x="2208" y="2026"/>
                  </a:cubicBezTo>
                  <a:cubicBezTo>
                    <a:pt x="2297" y="1949"/>
                    <a:pt x="2374" y="1849"/>
                    <a:pt x="2440" y="1761"/>
                  </a:cubicBezTo>
                  <a:cubicBezTo>
                    <a:pt x="2572" y="1585"/>
                    <a:pt x="2694" y="1408"/>
                    <a:pt x="2804" y="1220"/>
                  </a:cubicBezTo>
                  <a:cubicBezTo>
                    <a:pt x="2948" y="933"/>
                    <a:pt x="3003" y="635"/>
                    <a:pt x="2837" y="348"/>
                  </a:cubicBezTo>
                  <a:cubicBezTo>
                    <a:pt x="2691" y="114"/>
                    <a:pt x="2466" y="0"/>
                    <a:pt x="2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083575" y="1837350"/>
              <a:ext cx="850" cy="300"/>
            </a:xfrm>
            <a:custGeom>
              <a:avLst/>
              <a:gdLst/>
              <a:ahLst/>
              <a:cxnLst/>
              <a:rect l="l" t="t" r="r" b="b"/>
              <a:pathLst>
                <a:path w="34" h="12" extrusionOk="0">
                  <a:moveTo>
                    <a:pt x="12" y="1"/>
                  </a:moveTo>
                  <a:cubicBezTo>
                    <a:pt x="12" y="1"/>
                    <a:pt x="12" y="12"/>
                    <a:pt x="1" y="12"/>
                  </a:cubicBezTo>
                  <a:cubicBezTo>
                    <a:pt x="12" y="12"/>
                    <a:pt x="23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956375" y="1898975"/>
              <a:ext cx="89150" cy="61400"/>
            </a:xfrm>
            <a:custGeom>
              <a:avLst/>
              <a:gdLst/>
              <a:ahLst/>
              <a:cxnLst/>
              <a:rect l="l" t="t" r="r" b="b"/>
              <a:pathLst>
                <a:path w="3566" h="2456" extrusionOk="0">
                  <a:moveTo>
                    <a:pt x="2823" y="0"/>
                  </a:moveTo>
                  <a:cubicBezTo>
                    <a:pt x="2716" y="0"/>
                    <a:pt x="2607" y="27"/>
                    <a:pt x="2506" y="85"/>
                  </a:cubicBezTo>
                  <a:cubicBezTo>
                    <a:pt x="2064" y="328"/>
                    <a:pt x="1656" y="659"/>
                    <a:pt x="1248" y="957"/>
                  </a:cubicBezTo>
                  <a:cubicBezTo>
                    <a:pt x="1027" y="1123"/>
                    <a:pt x="806" y="1288"/>
                    <a:pt x="585" y="1465"/>
                  </a:cubicBezTo>
                  <a:cubicBezTo>
                    <a:pt x="541" y="1498"/>
                    <a:pt x="497" y="1531"/>
                    <a:pt x="453" y="1564"/>
                  </a:cubicBezTo>
                  <a:cubicBezTo>
                    <a:pt x="431" y="1586"/>
                    <a:pt x="409" y="1608"/>
                    <a:pt x="376" y="1630"/>
                  </a:cubicBezTo>
                  <a:cubicBezTo>
                    <a:pt x="333" y="1694"/>
                    <a:pt x="313" y="1726"/>
                    <a:pt x="308" y="1726"/>
                  </a:cubicBezTo>
                  <a:cubicBezTo>
                    <a:pt x="304" y="1726"/>
                    <a:pt x="306" y="1716"/>
                    <a:pt x="310" y="1697"/>
                  </a:cubicBezTo>
                  <a:lnTo>
                    <a:pt x="310" y="1697"/>
                  </a:lnTo>
                  <a:cubicBezTo>
                    <a:pt x="254" y="1763"/>
                    <a:pt x="199" y="1807"/>
                    <a:pt x="155" y="1884"/>
                  </a:cubicBezTo>
                  <a:cubicBezTo>
                    <a:pt x="133" y="1917"/>
                    <a:pt x="111" y="1962"/>
                    <a:pt x="100" y="2006"/>
                  </a:cubicBezTo>
                  <a:cubicBezTo>
                    <a:pt x="92" y="1998"/>
                    <a:pt x="86" y="1994"/>
                    <a:pt x="81" y="1994"/>
                  </a:cubicBezTo>
                  <a:cubicBezTo>
                    <a:pt x="71" y="1994"/>
                    <a:pt x="67" y="2006"/>
                    <a:pt x="67" y="2028"/>
                  </a:cubicBezTo>
                  <a:cubicBezTo>
                    <a:pt x="0" y="2116"/>
                    <a:pt x="23" y="2271"/>
                    <a:pt x="89" y="2348"/>
                  </a:cubicBezTo>
                  <a:cubicBezTo>
                    <a:pt x="140" y="2424"/>
                    <a:pt x="217" y="2455"/>
                    <a:pt x="305" y="2455"/>
                  </a:cubicBezTo>
                  <a:cubicBezTo>
                    <a:pt x="331" y="2455"/>
                    <a:pt x="359" y="2452"/>
                    <a:pt x="387" y="2447"/>
                  </a:cubicBezTo>
                  <a:cubicBezTo>
                    <a:pt x="420" y="2442"/>
                    <a:pt x="450" y="2442"/>
                    <a:pt x="481" y="2442"/>
                  </a:cubicBezTo>
                  <a:cubicBezTo>
                    <a:pt x="511" y="2442"/>
                    <a:pt x="541" y="2442"/>
                    <a:pt x="574" y="2436"/>
                  </a:cubicBezTo>
                  <a:cubicBezTo>
                    <a:pt x="641" y="2425"/>
                    <a:pt x="696" y="2392"/>
                    <a:pt x="762" y="2381"/>
                  </a:cubicBezTo>
                  <a:cubicBezTo>
                    <a:pt x="895" y="2337"/>
                    <a:pt x="1016" y="2282"/>
                    <a:pt x="1148" y="2215"/>
                  </a:cubicBezTo>
                  <a:cubicBezTo>
                    <a:pt x="1369" y="2116"/>
                    <a:pt x="1601" y="2006"/>
                    <a:pt x="1822" y="1895"/>
                  </a:cubicBezTo>
                  <a:cubicBezTo>
                    <a:pt x="2263" y="1664"/>
                    <a:pt x="2727" y="1454"/>
                    <a:pt x="3146" y="1178"/>
                  </a:cubicBezTo>
                  <a:cubicBezTo>
                    <a:pt x="3422" y="1001"/>
                    <a:pt x="3566" y="615"/>
                    <a:pt x="3378" y="306"/>
                  </a:cubicBezTo>
                  <a:cubicBezTo>
                    <a:pt x="3252" y="113"/>
                    <a:pt x="3041" y="0"/>
                    <a:pt x="2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987300" y="2004275"/>
              <a:ext cx="77000" cy="80450"/>
            </a:xfrm>
            <a:custGeom>
              <a:avLst/>
              <a:gdLst/>
              <a:ahLst/>
              <a:cxnLst/>
              <a:rect l="l" t="t" r="r" b="b"/>
              <a:pathLst>
                <a:path w="3080" h="3218" extrusionOk="0">
                  <a:moveTo>
                    <a:pt x="2420" y="0"/>
                  </a:moveTo>
                  <a:cubicBezTo>
                    <a:pt x="2208" y="0"/>
                    <a:pt x="1994" y="89"/>
                    <a:pt x="1909" y="288"/>
                  </a:cubicBezTo>
                  <a:cubicBezTo>
                    <a:pt x="1733" y="719"/>
                    <a:pt x="1523" y="1127"/>
                    <a:pt x="1247" y="1491"/>
                  </a:cubicBezTo>
                  <a:cubicBezTo>
                    <a:pt x="1225" y="1535"/>
                    <a:pt x="1192" y="1580"/>
                    <a:pt x="1159" y="1613"/>
                  </a:cubicBezTo>
                  <a:cubicBezTo>
                    <a:pt x="1148" y="1635"/>
                    <a:pt x="1137" y="1657"/>
                    <a:pt x="1114" y="1679"/>
                  </a:cubicBezTo>
                  <a:cubicBezTo>
                    <a:pt x="1048" y="1767"/>
                    <a:pt x="971" y="1856"/>
                    <a:pt x="894" y="1933"/>
                  </a:cubicBezTo>
                  <a:cubicBezTo>
                    <a:pt x="750" y="2087"/>
                    <a:pt x="574" y="2253"/>
                    <a:pt x="452" y="2429"/>
                  </a:cubicBezTo>
                  <a:cubicBezTo>
                    <a:pt x="353" y="2540"/>
                    <a:pt x="298" y="2617"/>
                    <a:pt x="198" y="2705"/>
                  </a:cubicBezTo>
                  <a:cubicBezTo>
                    <a:pt x="1" y="2873"/>
                    <a:pt x="165" y="3217"/>
                    <a:pt x="400" y="3217"/>
                  </a:cubicBezTo>
                  <a:cubicBezTo>
                    <a:pt x="427" y="3217"/>
                    <a:pt x="456" y="3213"/>
                    <a:pt x="485" y="3202"/>
                  </a:cubicBezTo>
                  <a:cubicBezTo>
                    <a:pt x="518" y="3191"/>
                    <a:pt x="563" y="3180"/>
                    <a:pt x="596" y="3169"/>
                  </a:cubicBezTo>
                  <a:cubicBezTo>
                    <a:pt x="607" y="3158"/>
                    <a:pt x="618" y="3158"/>
                    <a:pt x="629" y="3147"/>
                  </a:cubicBezTo>
                  <a:lnTo>
                    <a:pt x="618" y="3147"/>
                  </a:lnTo>
                  <a:cubicBezTo>
                    <a:pt x="673" y="3136"/>
                    <a:pt x="728" y="3136"/>
                    <a:pt x="772" y="3125"/>
                  </a:cubicBezTo>
                  <a:cubicBezTo>
                    <a:pt x="783" y="3114"/>
                    <a:pt x="805" y="3114"/>
                    <a:pt x="827" y="3103"/>
                  </a:cubicBezTo>
                  <a:cubicBezTo>
                    <a:pt x="850" y="3092"/>
                    <a:pt x="850" y="3092"/>
                    <a:pt x="794" y="3092"/>
                  </a:cubicBezTo>
                  <a:cubicBezTo>
                    <a:pt x="839" y="3092"/>
                    <a:pt x="872" y="3081"/>
                    <a:pt x="905" y="3081"/>
                  </a:cubicBezTo>
                  <a:cubicBezTo>
                    <a:pt x="949" y="3070"/>
                    <a:pt x="993" y="3048"/>
                    <a:pt x="1026" y="3025"/>
                  </a:cubicBezTo>
                  <a:cubicBezTo>
                    <a:pt x="1059" y="3014"/>
                    <a:pt x="1081" y="2992"/>
                    <a:pt x="1114" y="2981"/>
                  </a:cubicBezTo>
                  <a:cubicBezTo>
                    <a:pt x="1170" y="2948"/>
                    <a:pt x="1225" y="2926"/>
                    <a:pt x="1280" y="2893"/>
                  </a:cubicBezTo>
                  <a:cubicBezTo>
                    <a:pt x="1534" y="2739"/>
                    <a:pt x="1766" y="2529"/>
                    <a:pt x="1986" y="2319"/>
                  </a:cubicBezTo>
                  <a:cubicBezTo>
                    <a:pt x="2395" y="1933"/>
                    <a:pt x="2748" y="1425"/>
                    <a:pt x="2969" y="906"/>
                  </a:cubicBezTo>
                  <a:cubicBezTo>
                    <a:pt x="3035" y="752"/>
                    <a:pt x="3079" y="608"/>
                    <a:pt x="3024" y="443"/>
                  </a:cubicBezTo>
                  <a:cubicBezTo>
                    <a:pt x="2991" y="299"/>
                    <a:pt x="2880" y="145"/>
                    <a:pt x="2748" y="78"/>
                  </a:cubicBezTo>
                  <a:cubicBezTo>
                    <a:pt x="2654" y="27"/>
                    <a:pt x="2537" y="0"/>
                    <a:pt x="24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84025" y="1744075"/>
              <a:ext cx="94125" cy="76750"/>
            </a:xfrm>
            <a:custGeom>
              <a:avLst/>
              <a:gdLst/>
              <a:ahLst/>
              <a:cxnLst/>
              <a:rect l="l" t="t" r="r" b="b"/>
              <a:pathLst>
                <a:path w="3765" h="3070" extrusionOk="0">
                  <a:moveTo>
                    <a:pt x="2959" y="0"/>
                  </a:moveTo>
                  <a:cubicBezTo>
                    <a:pt x="2718" y="0"/>
                    <a:pt x="2497" y="116"/>
                    <a:pt x="2285" y="211"/>
                  </a:cubicBezTo>
                  <a:cubicBezTo>
                    <a:pt x="2142" y="277"/>
                    <a:pt x="2009" y="343"/>
                    <a:pt x="1877" y="420"/>
                  </a:cubicBezTo>
                  <a:cubicBezTo>
                    <a:pt x="1590" y="586"/>
                    <a:pt x="1303" y="796"/>
                    <a:pt x="1038" y="1016"/>
                  </a:cubicBezTo>
                  <a:cubicBezTo>
                    <a:pt x="784" y="1237"/>
                    <a:pt x="574" y="1502"/>
                    <a:pt x="376" y="1778"/>
                  </a:cubicBezTo>
                  <a:cubicBezTo>
                    <a:pt x="287" y="1910"/>
                    <a:pt x="210" y="2043"/>
                    <a:pt x="155" y="2186"/>
                  </a:cubicBezTo>
                  <a:cubicBezTo>
                    <a:pt x="122" y="2264"/>
                    <a:pt x="78" y="2341"/>
                    <a:pt x="67" y="2429"/>
                  </a:cubicBezTo>
                  <a:cubicBezTo>
                    <a:pt x="45" y="2484"/>
                    <a:pt x="45" y="2540"/>
                    <a:pt x="34" y="2595"/>
                  </a:cubicBezTo>
                  <a:cubicBezTo>
                    <a:pt x="34" y="2606"/>
                    <a:pt x="22" y="2650"/>
                    <a:pt x="22" y="2661"/>
                  </a:cubicBezTo>
                  <a:cubicBezTo>
                    <a:pt x="0" y="2793"/>
                    <a:pt x="34" y="2915"/>
                    <a:pt x="144" y="3003"/>
                  </a:cubicBezTo>
                  <a:cubicBezTo>
                    <a:pt x="196" y="3042"/>
                    <a:pt x="275" y="3070"/>
                    <a:pt x="352" y="3070"/>
                  </a:cubicBezTo>
                  <a:cubicBezTo>
                    <a:pt x="405" y="3070"/>
                    <a:pt x="457" y="3057"/>
                    <a:pt x="497" y="3025"/>
                  </a:cubicBezTo>
                  <a:cubicBezTo>
                    <a:pt x="530" y="3003"/>
                    <a:pt x="552" y="2981"/>
                    <a:pt x="585" y="2959"/>
                  </a:cubicBezTo>
                  <a:cubicBezTo>
                    <a:pt x="718" y="2893"/>
                    <a:pt x="817" y="2804"/>
                    <a:pt x="928" y="2716"/>
                  </a:cubicBezTo>
                  <a:cubicBezTo>
                    <a:pt x="950" y="2694"/>
                    <a:pt x="961" y="2683"/>
                    <a:pt x="961" y="2683"/>
                  </a:cubicBezTo>
                  <a:cubicBezTo>
                    <a:pt x="983" y="2672"/>
                    <a:pt x="1005" y="2661"/>
                    <a:pt x="1027" y="2639"/>
                  </a:cubicBezTo>
                  <a:cubicBezTo>
                    <a:pt x="1049" y="2617"/>
                    <a:pt x="1071" y="2595"/>
                    <a:pt x="1093" y="2584"/>
                  </a:cubicBezTo>
                  <a:cubicBezTo>
                    <a:pt x="1137" y="2528"/>
                    <a:pt x="1192" y="2484"/>
                    <a:pt x="1248" y="2440"/>
                  </a:cubicBezTo>
                  <a:cubicBezTo>
                    <a:pt x="1292" y="2396"/>
                    <a:pt x="1347" y="2352"/>
                    <a:pt x="1402" y="2308"/>
                  </a:cubicBezTo>
                  <a:cubicBezTo>
                    <a:pt x="1402" y="2308"/>
                    <a:pt x="1413" y="2308"/>
                    <a:pt x="1413" y="2297"/>
                  </a:cubicBezTo>
                  <a:cubicBezTo>
                    <a:pt x="1435" y="2286"/>
                    <a:pt x="1457" y="2264"/>
                    <a:pt x="1479" y="2242"/>
                  </a:cubicBezTo>
                  <a:cubicBezTo>
                    <a:pt x="1601" y="2164"/>
                    <a:pt x="1711" y="2076"/>
                    <a:pt x="1833" y="1999"/>
                  </a:cubicBezTo>
                  <a:cubicBezTo>
                    <a:pt x="2053" y="1844"/>
                    <a:pt x="2296" y="1712"/>
                    <a:pt x="2550" y="1590"/>
                  </a:cubicBezTo>
                  <a:cubicBezTo>
                    <a:pt x="2550" y="1590"/>
                    <a:pt x="2561" y="1590"/>
                    <a:pt x="2572" y="1579"/>
                  </a:cubicBezTo>
                  <a:lnTo>
                    <a:pt x="2572" y="1579"/>
                  </a:lnTo>
                  <a:cubicBezTo>
                    <a:pt x="2568" y="1584"/>
                    <a:pt x="2565" y="1587"/>
                    <a:pt x="2566" y="1587"/>
                  </a:cubicBezTo>
                  <a:cubicBezTo>
                    <a:pt x="2569" y="1587"/>
                    <a:pt x="2579" y="1581"/>
                    <a:pt x="2605" y="1568"/>
                  </a:cubicBezTo>
                  <a:cubicBezTo>
                    <a:pt x="2616" y="1557"/>
                    <a:pt x="2627" y="1557"/>
                    <a:pt x="2638" y="1557"/>
                  </a:cubicBezTo>
                  <a:lnTo>
                    <a:pt x="2616" y="1557"/>
                  </a:lnTo>
                  <a:cubicBezTo>
                    <a:pt x="2683" y="1535"/>
                    <a:pt x="2738" y="1513"/>
                    <a:pt x="2804" y="1491"/>
                  </a:cubicBezTo>
                  <a:cubicBezTo>
                    <a:pt x="2981" y="1436"/>
                    <a:pt x="3190" y="1403"/>
                    <a:pt x="3345" y="1292"/>
                  </a:cubicBezTo>
                  <a:cubicBezTo>
                    <a:pt x="3588" y="1127"/>
                    <a:pt x="3764" y="818"/>
                    <a:pt x="3665" y="509"/>
                  </a:cubicBezTo>
                  <a:cubicBezTo>
                    <a:pt x="3566" y="211"/>
                    <a:pt x="3301" y="1"/>
                    <a:pt x="2992" y="1"/>
                  </a:cubicBezTo>
                  <a:cubicBezTo>
                    <a:pt x="2981" y="0"/>
                    <a:pt x="2970" y="0"/>
                    <a:pt x="29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248325" y="1783275"/>
              <a:ext cx="1125" cy="300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33" y="0"/>
                  </a:moveTo>
                  <a:cubicBezTo>
                    <a:pt x="22" y="0"/>
                    <a:pt x="11" y="11"/>
                    <a:pt x="0" y="11"/>
                  </a:cubicBezTo>
                  <a:cubicBezTo>
                    <a:pt x="11" y="11"/>
                    <a:pt x="33" y="0"/>
                    <a:pt x="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205275" y="1871750"/>
              <a:ext cx="68175" cy="67475"/>
            </a:xfrm>
            <a:custGeom>
              <a:avLst/>
              <a:gdLst/>
              <a:ahLst/>
              <a:cxnLst/>
              <a:rect l="l" t="t" r="r" b="b"/>
              <a:pathLst>
                <a:path w="2727" h="2699" extrusionOk="0">
                  <a:moveTo>
                    <a:pt x="2127" y="0"/>
                  </a:moveTo>
                  <a:cubicBezTo>
                    <a:pt x="1887" y="0"/>
                    <a:pt x="1685" y="148"/>
                    <a:pt x="1601" y="391"/>
                  </a:cubicBezTo>
                  <a:cubicBezTo>
                    <a:pt x="1579" y="446"/>
                    <a:pt x="1568" y="490"/>
                    <a:pt x="1546" y="534"/>
                  </a:cubicBezTo>
                  <a:cubicBezTo>
                    <a:pt x="1535" y="556"/>
                    <a:pt x="1523" y="578"/>
                    <a:pt x="1523" y="600"/>
                  </a:cubicBezTo>
                  <a:cubicBezTo>
                    <a:pt x="1479" y="689"/>
                    <a:pt x="1424" y="777"/>
                    <a:pt x="1380" y="865"/>
                  </a:cubicBezTo>
                  <a:cubicBezTo>
                    <a:pt x="1325" y="965"/>
                    <a:pt x="1270" y="1064"/>
                    <a:pt x="1203" y="1152"/>
                  </a:cubicBezTo>
                  <a:lnTo>
                    <a:pt x="1115" y="1274"/>
                  </a:lnTo>
                  <a:cubicBezTo>
                    <a:pt x="1104" y="1296"/>
                    <a:pt x="1093" y="1307"/>
                    <a:pt x="1071" y="1329"/>
                  </a:cubicBezTo>
                  <a:cubicBezTo>
                    <a:pt x="938" y="1494"/>
                    <a:pt x="795" y="1649"/>
                    <a:pt x="629" y="1781"/>
                  </a:cubicBezTo>
                  <a:cubicBezTo>
                    <a:pt x="596" y="1814"/>
                    <a:pt x="552" y="1848"/>
                    <a:pt x="519" y="1881"/>
                  </a:cubicBezTo>
                  <a:cubicBezTo>
                    <a:pt x="497" y="1892"/>
                    <a:pt x="475" y="1914"/>
                    <a:pt x="453" y="1925"/>
                  </a:cubicBezTo>
                  <a:cubicBezTo>
                    <a:pt x="453" y="1936"/>
                    <a:pt x="453" y="1936"/>
                    <a:pt x="442" y="1936"/>
                  </a:cubicBezTo>
                  <a:cubicBezTo>
                    <a:pt x="398" y="1969"/>
                    <a:pt x="354" y="2002"/>
                    <a:pt x="309" y="2024"/>
                  </a:cubicBezTo>
                  <a:lnTo>
                    <a:pt x="243" y="2079"/>
                  </a:lnTo>
                  <a:cubicBezTo>
                    <a:pt x="232" y="2090"/>
                    <a:pt x="232" y="2090"/>
                    <a:pt x="221" y="2101"/>
                  </a:cubicBezTo>
                  <a:cubicBezTo>
                    <a:pt x="210" y="2112"/>
                    <a:pt x="188" y="2134"/>
                    <a:pt x="177" y="2134"/>
                  </a:cubicBezTo>
                  <a:cubicBezTo>
                    <a:pt x="78" y="2212"/>
                    <a:pt x="0" y="2344"/>
                    <a:pt x="44" y="2477"/>
                  </a:cubicBezTo>
                  <a:cubicBezTo>
                    <a:pt x="76" y="2582"/>
                    <a:pt x="189" y="2698"/>
                    <a:pt x="315" y="2698"/>
                  </a:cubicBezTo>
                  <a:cubicBezTo>
                    <a:pt x="320" y="2698"/>
                    <a:pt x="326" y="2698"/>
                    <a:pt x="331" y="2697"/>
                  </a:cubicBezTo>
                  <a:cubicBezTo>
                    <a:pt x="370" y="2688"/>
                    <a:pt x="417" y="2678"/>
                    <a:pt x="465" y="2676"/>
                  </a:cubicBezTo>
                  <a:lnTo>
                    <a:pt x="465" y="2676"/>
                  </a:lnTo>
                  <a:cubicBezTo>
                    <a:pt x="476" y="2681"/>
                    <a:pt x="486" y="2684"/>
                    <a:pt x="497" y="2684"/>
                  </a:cubicBezTo>
                  <a:cubicBezTo>
                    <a:pt x="508" y="2684"/>
                    <a:pt x="519" y="2681"/>
                    <a:pt x="530" y="2675"/>
                  </a:cubicBezTo>
                  <a:cubicBezTo>
                    <a:pt x="607" y="2664"/>
                    <a:pt x="674" y="2642"/>
                    <a:pt x="740" y="2620"/>
                  </a:cubicBezTo>
                  <a:cubicBezTo>
                    <a:pt x="861" y="2576"/>
                    <a:pt x="994" y="2532"/>
                    <a:pt x="1115" y="2466"/>
                  </a:cubicBezTo>
                  <a:cubicBezTo>
                    <a:pt x="1347" y="2355"/>
                    <a:pt x="1568" y="2190"/>
                    <a:pt x="1766" y="2013"/>
                  </a:cubicBezTo>
                  <a:cubicBezTo>
                    <a:pt x="2186" y="1660"/>
                    <a:pt x="2462" y="1196"/>
                    <a:pt x="2638" y="678"/>
                  </a:cubicBezTo>
                  <a:cubicBezTo>
                    <a:pt x="2727" y="413"/>
                    <a:pt x="2539" y="82"/>
                    <a:pt x="2263" y="15"/>
                  </a:cubicBezTo>
                  <a:cubicBezTo>
                    <a:pt x="2217" y="5"/>
                    <a:pt x="2172" y="0"/>
                    <a:pt x="2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3197550" y="1977925"/>
              <a:ext cx="83075" cy="72800"/>
            </a:xfrm>
            <a:custGeom>
              <a:avLst/>
              <a:gdLst/>
              <a:ahLst/>
              <a:cxnLst/>
              <a:rect l="l" t="t" r="r" b="b"/>
              <a:pathLst>
                <a:path w="3323" h="2912" extrusionOk="0">
                  <a:moveTo>
                    <a:pt x="2696" y="0"/>
                  </a:moveTo>
                  <a:cubicBezTo>
                    <a:pt x="2494" y="0"/>
                    <a:pt x="2271" y="101"/>
                    <a:pt x="2175" y="294"/>
                  </a:cubicBezTo>
                  <a:cubicBezTo>
                    <a:pt x="2097" y="448"/>
                    <a:pt x="2075" y="614"/>
                    <a:pt x="2020" y="779"/>
                  </a:cubicBezTo>
                  <a:cubicBezTo>
                    <a:pt x="2020" y="790"/>
                    <a:pt x="2020" y="812"/>
                    <a:pt x="2009" y="823"/>
                  </a:cubicBezTo>
                  <a:cubicBezTo>
                    <a:pt x="2009" y="834"/>
                    <a:pt x="2009" y="834"/>
                    <a:pt x="1998" y="846"/>
                  </a:cubicBezTo>
                  <a:cubicBezTo>
                    <a:pt x="1976" y="901"/>
                    <a:pt x="1954" y="956"/>
                    <a:pt x="1921" y="1000"/>
                  </a:cubicBezTo>
                  <a:cubicBezTo>
                    <a:pt x="1888" y="1055"/>
                    <a:pt x="1855" y="1110"/>
                    <a:pt x="1810" y="1166"/>
                  </a:cubicBezTo>
                  <a:cubicBezTo>
                    <a:pt x="1810" y="1177"/>
                    <a:pt x="1799" y="1188"/>
                    <a:pt x="1799" y="1188"/>
                  </a:cubicBezTo>
                  <a:cubicBezTo>
                    <a:pt x="1799" y="1199"/>
                    <a:pt x="1788" y="1210"/>
                    <a:pt x="1788" y="1210"/>
                  </a:cubicBezTo>
                  <a:cubicBezTo>
                    <a:pt x="1700" y="1309"/>
                    <a:pt x="1612" y="1408"/>
                    <a:pt x="1512" y="1497"/>
                  </a:cubicBezTo>
                  <a:cubicBezTo>
                    <a:pt x="1490" y="1519"/>
                    <a:pt x="1468" y="1530"/>
                    <a:pt x="1446" y="1552"/>
                  </a:cubicBezTo>
                  <a:cubicBezTo>
                    <a:pt x="1402" y="1585"/>
                    <a:pt x="1358" y="1618"/>
                    <a:pt x="1314" y="1651"/>
                  </a:cubicBezTo>
                  <a:cubicBezTo>
                    <a:pt x="1203" y="1717"/>
                    <a:pt x="1093" y="1773"/>
                    <a:pt x="983" y="1817"/>
                  </a:cubicBezTo>
                  <a:cubicBezTo>
                    <a:pt x="972" y="1828"/>
                    <a:pt x="972" y="1828"/>
                    <a:pt x="972" y="1828"/>
                  </a:cubicBezTo>
                  <a:cubicBezTo>
                    <a:pt x="949" y="1839"/>
                    <a:pt x="927" y="1850"/>
                    <a:pt x="905" y="1850"/>
                  </a:cubicBezTo>
                  <a:cubicBezTo>
                    <a:pt x="839" y="1872"/>
                    <a:pt x="773" y="1894"/>
                    <a:pt x="718" y="1916"/>
                  </a:cubicBezTo>
                  <a:cubicBezTo>
                    <a:pt x="607" y="1949"/>
                    <a:pt x="508" y="1971"/>
                    <a:pt x="409" y="2015"/>
                  </a:cubicBezTo>
                  <a:cubicBezTo>
                    <a:pt x="364" y="2027"/>
                    <a:pt x="331" y="2038"/>
                    <a:pt x="298" y="2049"/>
                  </a:cubicBezTo>
                  <a:cubicBezTo>
                    <a:pt x="144" y="2082"/>
                    <a:pt x="33" y="2214"/>
                    <a:pt x="22" y="2369"/>
                  </a:cubicBezTo>
                  <a:cubicBezTo>
                    <a:pt x="0" y="2501"/>
                    <a:pt x="66" y="2689"/>
                    <a:pt x="199" y="2744"/>
                  </a:cubicBezTo>
                  <a:cubicBezTo>
                    <a:pt x="243" y="2766"/>
                    <a:pt x="287" y="2788"/>
                    <a:pt x="331" y="2799"/>
                  </a:cubicBezTo>
                  <a:cubicBezTo>
                    <a:pt x="486" y="2887"/>
                    <a:pt x="674" y="2898"/>
                    <a:pt x="850" y="2910"/>
                  </a:cubicBezTo>
                  <a:cubicBezTo>
                    <a:pt x="873" y="2911"/>
                    <a:pt x="897" y="2912"/>
                    <a:pt x="920" y="2912"/>
                  </a:cubicBezTo>
                  <a:cubicBezTo>
                    <a:pt x="1073" y="2912"/>
                    <a:pt x="1227" y="2882"/>
                    <a:pt x="1380" y="2843"/>
                  </a:cubicBezTo>
                  <a:cubicBezTo>
                    <a:pt x="1689" y="2777"/>
                    <a:pt x="1998" y="2612"/>
                    <a:pt x="2252" y="2424"/>
                  </a:cubicBezTo>
                  <a:cubicBezTo>
                    <a:pt x="2550" y="2203"/>
                    <a:pt x="2793" y="1949"/>
                    <a:pt x="2980" y="1629"/>
                  </a:cubicBezTo>
                  <a:cubicBezTo>
                    <a:pt x="3080" y="1464"/>
                    <a:pt x="3157" y="1298"/>
                    <a:pt x="3212" y="1132"/>
                  </a:cubicBezTo>
                  <a:cubicBezTo>
                    <a:pt x="3234" y="1066"/>
                    <a:pt x="3256" y="989"/>
                    <a:pt x="3278" y="923"/>
                  </a:cubicBezTo>
                  <a:cubicBezTo>
                    <a:pt x="3278" y="890"/>
                    <a:pt x="3289" y="868"/>
                    <a:pt x="3300" y="834"/>
                  </a:cubicBezTo>
                  <a:cubicBezTo>
                    <a:pt x="3323" y="680"/>
                    <a:pt x="3312" y="581"/>
                    <a:pt x="3289" y="437"/>
                  </a:cubicBezTo>
                  <a:cubicBezTo>
                    <a:pt x="3278" y="349"/>
                    <a:pt x="3201" y="238"/>
                    <a:pt x="3135" y="172"/>
                  </a:cubicBezTo>
                  <a:cubicBezTo>
                    <a:pt x="3047" y="73"/>
                    <a:pt x="2914" y="18"/>
                    <a:pt x="2782" y="7"/>
                  </a:cubicBezTo>
                  <a:cubicBezTo>
                    <a:pt x="2754" y="3"/>
                    <a:pt x="2725" y="0"/>
                    <a:pt x="2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2976250" y="1777550"/>
              <a:ext cx="27325" cy="43200"/>
            </a:xfrm>
            <a:custGeom>
              <a:avLst/>
              <a:gdLst/>
              <a:ahLst/>
              <a:cxnLst/>
              <a:rect l="l" t="t" r="r" b="b"/>
              <a:pathLst>
                <a:path w="1093" h="1728" extrusionOk="0">
                  <a:moveTo>
                    <a:pt x="850" y="1"/>
                  </a:moveTo>
                  <a:cubicBezTo>
                    <a:pt x="794" y="1"/>
                    <a:pt x="740" y="20"/>
                    <a:pt x="696" y="64"/>
                  </a:cubicBezTo>
                  <a:cubicBezTo>
                    <a:pt x="640" y="130"/>
                    <a:pt x="585" y="185"/>
                    <a:pt x="530" y="251"/>
                  </a:cubicBezTo>
                  <a:cubicBezTo>
                    <a:pt x="497" y="295"/>
                    <a:pt x="464" y="351"/>
                    <a:pt x="431" y="406"/>
                  </a:cubicBezTo>
                  <a:cubicBezTo>
                    <a:pt x="364" y="516"/>
                    <a:pt x="331" y="649"/>
                    <a:pt x="276" y="759"/>
                  </a:cubicBezTo>
                  <a:cubicBezTo>
                    <a:pt x="221" y="891"/>
                    <a:pt x="177" y="1024"/>
                    <a:pt x="122" y="1156"/>
                  </a:cubicBezTo>
                  <a:cubicBezTo>
                    <a:pt x="111" y="1223"/>
                    <a:pt x="88" y="1278"/>
                    <a:pt x="66" y="1333"/>
                  </a:cubicBezTo>
                  <a:cubicBezTo>
                    <a:pt x="44" y="1399"/>
                    <a:pt x="33" y="1465"/>
                    <a:pt x="11" y="1532"/>
                  </a:cubicBezTo>
                  <a:cubicBezTo>
                    <a:pt x="0" y="1598"/>
                    <a:pt x="22" y="1675"/>
                    <a:pt x="88" y="1708"/>
                  </a:cubicBezTo>
                  <a:cubicBezTo>
                    <a:pt x="110" y="1721"/>
                    <a:pt x="137" y="1728"/>
                    <a:pt x="164" y="1728"/>
                  </a:cubicBezTo>
                  <a:cubicBezTo>
                    <a:pt x="205" y="1728"/>
                    <a:pt x="245" y="1713"/>
                    <a:pt x="265" y="1686"/>
                  </a:cubicBezTo>
                  <a:cubicBezTo>
                    <a:pt x="287" y="1653"/>
                    <a:pt x="309" y="1631"/>
                    <a:pt x="331" y="1598"/>
                  </a:cubicBezTo>
                  <a:cubicBezTo>
                    <a:pt x="353" y="1565"/>
                    <a:pt x="386" y="1543"/>
                    <a:pt x="420" y="1510"/>
                  </a:cubicBezTo>
                  <a:cubicBezTo>
                    <a:pt x="453" y="1465"/>
                    <a:pt x="486" y="1410"/>
                    <a:pt x="530" y="1355"/>
                  </a:cubicBezTo>
                  <a:cubicBezTo>
                    <a:pt x="596" y="1256"/>
                    <a:pt x="685" y="1145"/>
                    <a:pt x="751" y="1035"/>
                  </a:cubicBezTo>
                  <a:cubicBezTo>
                    <a:pt x="817" y="936"/>
                    <a:pt x="883" y="825"/>
                    <a:pt x="938" y="704"/>
                  </a:cubicBezTo>
                  <a:cubicBezTo>
                    <a:pt x="971" y="638"/>
                    <a:pt x="1016" y="560"/>
                    <a:pt x="1038" y="494"/>
                  </a:cubicBezTo>
                  <a:cubicBezTo>
                    <a:pt x="1060" y="428"/>
                    <a:pt x="1060" y="351"/>
                    <a:pt x="1082" y="284"/>
                  </a:cubicBezTo>
                  <a:cubicBezTo>
                    <a:pt x="1093" y="185"/>
                    <a:pt x="1071" y="75"/>
                    <a:pt x="971" y="31"/>
                  </a:cubicBezTo>
                  <a:cubicBezTo>
                    <a:pt x="933" y="12"/>
                    <a:pt x="891" y="1"/>
                    <a:pt x="8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8355836" y="4408317"/>
            <a:ext cx="337818" cy="400368"/>
            <a:chOff x="6346125" y="2675525"/>
            <a:chExt cx="601100" cy="712525"/>
          </a:xfrm>
        </p:grpSpPr>
        <p:sp>
          <p:nvSpPr>
            <p:cNvPr id="45" name="Google Shape;45;p4"/>
            <p:cNvSpPr/>
            <p:nvPr/>
          </p:nvSpPr>
          <p:spPr>
            <a:xfrm>
              <a:off x="6374250" y="3203525"/>
              <a:ext cx="168725" cy="184525"/>
            </a:xfrm>
            <a:custGeom>
              <a:avLst/>
              <a:gdLst/>
              <a:ahLst/>
              <a:cxnLst/>
              <a:rect l="l" t="t" r="r" b="b"/>
              <a:pathLst>
                <a:path w="6749" h="7381" extrusionOk="0">
                  <a:moveTo>
                    <a:pt x="5194" y="0"/>
                  </a:moveTo>
                  <a:cubicBezTo>
                    <a:pt x="5066" y="0"/>
                    <a:pt x="4935" y="16"/>
                    <a:pt x="4803" y="49"/>
                  </a:cubicBezTo>
                  <a:cubicBezTo>
                    <a:pt x="4256" y="171"/>
                    <a:pt x="3891" y="596"/>
                    <a:pt x="3648" y="1083"/>
                  </a:cubicBezTo>
                  <a:cubicBezTo>
                    <a:pt x="3222" y="1873"/>
                    <a:pt x="2766" y="2603"/>
                    <a:pt x="2219" y="3332"/>
                  </a:cubicBezTo>
                  <a:cubicBezTo>
                    <a:pt x="2219" y="3362"/>
                    <a:pt x="2189" y="3393"/>
                    <a:pt x="2158" y="3423"/>
                  </a:cubicBezTo>
                  <a:cubicBezTo>
                    <a:pt x="2158" y="3423"/>
                    <a:pt x="2093" y="3505"/>
                    <a:pt x="2033" y="3581"/>
                  </a:cubicBezTo>
                  <a:lnTo>
                    <a:pt x="2033" y="3581"/>
                  </a:lnTo>
                  <a:cubicBezTo>
                    <a:pt x="2002" y="3610"/>
                    <a:pt x="1959" y="3653"/>
                    <a:pt x="1946" y="3666"/>
                  </a:cubicBezTo>
                  <a:cubicBezTo>
                    <a:pt x="1794" y="3879"/>
                    <a:pt x="1642" y="4062"/>
                    <a:pt x="1459" y="4274"/>
                  </a:cubicBezTo>
                  <a:cubicBezTo>
                    <a:pt x="1125" y="4639"/>
                    <a:pt x="791" y="5034"/>
                    <a:pt x="456" y="5399"/>
                  </a:cubicBezTo>
                  <a:cubicBezTo>
                    <a:pt x="61" y="5855"/>
                    <a:pt x="0" y="6463"/>
                    <a:pt x="365" y="6919"/>
                  </a:cubicBezTo>
                  <a:cubicBezTo>
                    <a:pt x="581" y="7213"/>
                    <a:pt x="924" y="7381"/>
                    <a:pt x="1278" y="7381"/>
                  </a:cubicBezTo>
                  <a:cubicBezTo>
                    <a:pt x="1473" y="7381"/>
                    <a:pt x="1671" y="7330"/>
                    <a:pt x="1854" y="7223"/>
                  </a:cubicBezTo>
                  <a:cubicBezTo>
                    <a:pt x="3557" y="6280"/>
                    <a:pt x="4894" y="4730"/>
                    <a:pt x="5988" y="3119"/>
                  </a:cubicBezTo>
                  <a:cubicBezTo>
                    <a:pt x="6079" y="2967"/>
                    <a:pt x="6201" y="2815"/>
                    <a:pt x="6292" y="2633"/>
                  </a:cubicBezTo>
                  <a:cubicBezTo>
                    <a:pt x="6353" y="2542"/>
                    <a:pt x="6414" y="2451"/>
                    <a:pt x="6475" y="2329"/>
                  </a:cubicBezTo>
                  <a:cubicBezTo>
                    <a:pt x="6687" y="1873"/>
                    <a:pt x="6748" y="1387"/>
                    <a:pt x="6535" y="900"/>
                  </a:cubicBezTo>
                  <a:cubicBezTo>
                    <a:pt x="6287" y="328"/>
                    <a:pt x="5773" y="0"/>
                    <a:pt x="5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346125" y="2989975"/>
              <a:ext cx="151250" cy="213350"/>
            </a:xfrm>
            <a:custGeom>
              <a:avLst/>
              <a:gdLst/>
              <a:ahLst/>
              <a:cxnLst/>
              <a:rect l="l" t="t" r="r" b="b"/>
              <a:pathLst>
                <a:path w="6050" h="8534" extrusionOk="0">
                  <a:moveTo>
                    <a:pt x="4514" y="1"/>
                  </a:moveTo>
                  <a:cubicBezTo>
                    <a:pt x="4051" y="1"/>
                    <a:pt x="3585" y="217"/>
                    <a:pt x="3344" y="658"/>
                  </a:cubicBezTo>
                  <a:cubicBezTo>
                    <a:pt x="2220" y="2847"/>
                    <a:pt x="1004" y="5065"/>
                    <a:pt x="153" y="7406"/>
                  </a:cubicBezTo>
                  <a:cubicBezTo>
                    <a:pt x="1" y="7771"/>
                    <a:pt x="244" y="8227"/>
                    <a:pt x="548" y="8409"/>
                  </a:cubicBezTo>
                  <a:cubicBezTo>
                    <a:pt x="694" y="8489"/>
                    <a:pt x="874" y="8533"/>
                    <a:pt x="1052" y="8533"/>
                  </a:cubicBezTo>
                  <a:cubicBezTo>
                    <a:pt x="1281" y="8533"/>
                    <a:pt x="1505" y="8459"/>
                    <a:pt x="1642" y="8287"/>
                  </a:cubicBezTo>
                  <a:cubicBezTo>
                    <a:pt x="3162" y="6312"/>
                    <a:pt x="4408" y="4154"/>
                    <a:pt x="5685" y="2026"/>
                  </a:cubicBezTo>
                  <a:cubicBezTo>
                    <a:pt x="6049" y="1418"/>
                    <a:pt x="5837" y="506"/>
                    <a:pt x="5198" y="172"/>
                  </a:cubicBezTo>
                  <a:cubicBezTo>
                    <a:pt x="4992" y="58"/>
                    <a:pt x="4753" y="1"/>
                    <a:pt x="4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566500" y="2890125"/>
              <a:ext cx="176325" cy="224875"/>
            </a:xfrm>
            <a:custGeom>
              <a:avLst/>
              <a:gdLst/>
              <a:ahLst/>
              <a:cxnLst/>
              <a:rect l="l" t="t" r="r" b="b"/>
              <a:pathLst>
                <a:path w="7053" h="8995" extrusionOk="0">
                  <a:moveTo>
                    <a:pt x="5374" y="1"/>
                  </a:moveTo>
                  <a:cubicBezTo>
                    <a:pt x="4880" y="1"/>
                    <a:pt x="4357" y="231"/>
                    <a:pt x="4165" y="701"/>
                  </a:cubicBezTo>
                  <a:cubicBezTo>
                    <a:pt x="4013" y="1065"/>
                    <a:pt x="3830" y="1430"/>
                    <a:pt x="3709" y="1795"/>
                  </a:cubicBezTo>
                  <a:lnTo>
                    <a:pt x="3678" y="1795"/>
                  </a:lnTo>
                  <a:cubicBezTo>
                    <a:pt x="3678" y="1856"/>
                    <a:pt x="3648" y="1886"/>
                    <a:pt x="3648" y="1916"/>
                  </a:cubicBezTo>
                  <a:cubicBezTo>
                    <a:pt x="3618" y="1947"/>
                    <a:pt x="3618" y="1977"/>
                    <a:pt x="3618" y="1977"/>
                  </a:cubicBezTo>
                  <a:cubicBezTo>
                    <a:pt x="3557" y="2129"/>
                    <a:pt x="3466" y="2281"/>
                    <a:pt x="3405" y="2433"/>
                  </a:cubicBezTo>
                  <a:cubicBezTo>
                    <a:pt x="3131" y="2980"/>
                    <a:pt x="2827" y="3558"/>
                    <a:pt x="2523" y="4075"/>
                  </a:cubicBezTo>
                  <a:cubicBezTo>
                    <a:pt x="2219" y="4622"/>
                    <a:pt x="1885" y="5108"/>
                    <a:pt x="1520" y="5594"/>
                  </a:cubicBezTo>
                  <a:cubicBezTo>
                    <a:pt x="1338" y="5868"/>
                    <a:pt x="1155" y="6111"/>
                    <a:pt x="973" y="6385"/>
                  </a:cubicBezTo>
                  <a:cubicBezTo>
                    <a:pt x="943" y="6415"/>
                    <a:pt x="912" y="6445"/>
                    <a:pt x="882" y="6506"/>
                  </a:cubicBezTo>
                  <a:cubicBezTo>
                    <a:pt x="852" y="6506"/>
                    <a:pt x="852" y="6537"/>
                    <a:pt x="821" y="6537"/>
                  </a:cubicBezTo>
                  <a:cubicBezTo>
                    <a:pt x="730" y="6689"/>
                    <a:pt x="608" y="6810"/>
                    <a:pt x="487" y="6962"/>
                  </a:cubicBezTo>
                  <a:cubicBezTo>
                    <a:pt x="92" y="7448"/>
                    <a:pt x="0" y="8178"/>
                    <a:pt x="487" y="8664"/>
                  </a:cubicBezTo>
                  <a:cubicBezTo>
                    <a:pt x="741" y="8888"/>
                    <a:pt x="1031" y="8995"/>
                    <a:pt x="1323" y="8995"/>
                  </a:cubicBezTo>
                  <a:cubicBezTo>
                    <a:pt x="1624" y="8995"/>
                    <a:pt x="1926" y="8881"/>
                    <a:pt x="2189" y="8664"/>
                  </a:cubicBezTo>
                  <a:cubicBezTo>
                    <a:pt x="4256" y="6841"/>
                    <a:pt x="5928" y="4439"/>
                    <a:pt x="6809" y="1825"/>
                  </a:cubicBezTo>
                  <a:cubicBezTo>
                    <a:pt x="7052" y="1126"/>
                    <a:pt x="6596" y="366"/>
                    <a:pt x="5958" y="123"/>
                  </a:cubicBezTo>
                  <a:cubicBezTo>
                    <a:pt x="5786" y="42"/>
                    <a:pt x="5583" y="1"/>
                    <a:pt x="5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657225" y="2934975"/>
              <a:ext cx="2000" cy="3200"/>
            </a:xfrm>
            <a:custGeom>
              <a:avLst/>
              <a:gdLst/>
              <a:ahLst/>
              <a:cxnLst/>
              <a:rect l="l" t="t" r="r" b="b"/>
              <a:pathLst>
                <a:path w="80" h="128" extrusionOk="0">
                  <a:moveTo>
                    <a:pt x="80" y="1"/>
                  </a:moveTo>
                  <a:cubicBezTo>
                    <a:pt x="63" y="1"/>
                    <a:pt x="47" y="18"/>
                    <a:pt x="35" y="44"/>
                  </a:cubicBezTo>
                  <a:lnTo>
                    <a:pt x="35" y="44"/>
                  </a:lnTo>
                  <a:cubicBezTo>
                    <a:pt x="47" y="26"/>
                    <a:pt x="62" y="10"/>
                    <a:pt x="80" y="1"/>
                  </a:cubicBezTo>
                  <a:close/>
                  <a:moveTo>
                    <a:pt x="35" y="44"/>
                  </a:moveTo>
                  <a:cubicBezTo>
                    <a:pt x="11" y="82"/>
                    <a:pt x="1" y="127"/>
                    <a:pt x="11" y="127"/>
                  </a:cubicBezTo>
                  <a:cubicBezTo>
                    <a:pt x="13" y="127"/>
                    <a:pt x="16" y="126"/>
                    <a:pt x="19" y="122"/>
                  </a:cubicBezTo>
                  <a:cubicBezTo>
                    <a:pt x="19" y="94"/>
                    <a:pt x="25" y="66"/>
                    <a:pt x="35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557375" y="2799375"/>
              <a:ext cx="700" cy="375"/>
            </a:xfrm>
            <a:custGeom>
              <a:avLst/>
              <a:gdLst/>
              <a:ahLst/>
              <a:cxnLst/>
              <a:rect l="l" t="t" r="r" b="b"/>
              <a:pathLst>
                <a:path w="28" h="15" extrusionOk="0">
                  <a:moveTo>
                    <a:pt x="21" y="1"/>
                  </a:moveTo>
                  <a:cubicBezTo>
                    <a:pt x="18" y="1"/>
                    <a:pt x="11" y="4"/>
                    <a:pt x="1" y="14"/>
                  </a:cubicBezTo>
                  <a:cubicBezTo>
                    <a:pt x="21" y="14"/>
                    <a:pt x="28" y="1"/>
                    <a:pt x="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539150" y="2685925"/>
              <a:ext cx="141475" cy="171775"/>
            </a:xfrm>
            <a:custGeom>
              <a:avLst/>
              <a:gdLst/>
              <a:ahLst/>
              <a:cxnLst/>
              <a:rect l="l" t="t" r="r" b="b"/>
              <a:pathLst>
                <a:path w="5659" h="6871" extrusionOk="0">
                  <a:moveTo>
                    <a:pt x="5593" y="1179"/>
                  </a:moveTo>
                  <a:cubicBezTo>
                    <a:pt x="5605" y="1227"/>
                    <a:pt x="5612" y="1280"/>
                    <a:pt x="5619" y="1334"/>
                  </a:cubicBezTo>
                  <a:lnTo>
                    <a:pt x="5619" y="1334"/>
                  </a:lnTo>
                  <a:cubicBezTo>
                    <a:pt x="5611" y="1282"/>
                    <a:pt x="5602" y="1230"/>
                    <a:pt x="5593" y="1179"/>
                  </a:cubicBezTo>
                  <a:close/>
                  <a:moveTo>
                    <a:pt x="4314" y="0"/>
                  </a:moveTo>
                  <a:cubicBezTo>
                    <a:pt x="4204" y="0"/>
                    <a:pt x="4092" y="17"/>
                    <a:pt x="3982" y="54"/>
                  </a:cubicBezTo>
                  <a:cubicBezTo>
                    <a:pt x="3648" y="175"/>
                    <a:pt x="3405" y="358"/>
                    <a:pt x="3161" y="601"/>
                  </a:cubicBezTo>
                  <a:cubicBezTo>
                    <a:pt x="2949" y="844"/>
                    <a:pt x="2827" y="1118"/>
                    <a:pt x="2705" y="1422"/>
                  </a:cubicBezTo>
                  <a:cubicBezTo>
                    <a:pt x="2432" y="2060"/>
                    <a:pt x="2097" y="2698"/>
                    <a:pt x="1702" y="3306"/>
                  </a:cubicBezTo>
                  <a:cubicBezTo>
                    <a:pt x="1611" y="3458"/>
                    <a:pt x="1490" y="3610"/>
                    <a:pt x="1398" y="3732"/>
                  </a:cubicBezTo>
                  <a:cubicBezTo>
                    <a:pt x="1368" y="3762"/>
                    <a:pt x="1368" y="3762"/>
                    <a:pt x="1368" y="3793"/>
                  </a:cubicBezTo>
                  <a:cubicBezTo>
                    <a:pt x="1246" y="3914"/>
                    <a:pt x="1125" y="4066"/>
                    <a:pt x="1003" y="4218"/>
                  </a:cubicBezTo>
                  <a:cubicBezTo>
                    <a:pt x="947" y="4302"/>
                    <a:pt x="891" y="4360"/>
                    <a:pt x="859" y="4440"/>
                  </a:cubicBezTo>
                  <a:lnTo>
                    <a:pt x="859" y="4440"/>
                  </a:lnTo>
                  <a:cubicBezTo>
                    <a:pt x="832" y="4479"/>
                    <a:pt x="799" y="4527"/>
                    <a:pt x="760" y="4583"/>
                  </a:cubicBezTo>
                  <a:cubicBezTo>
                    <a:pt x="733" y="4610"/>
                    <a:pt x="706" y="4637"/>
                    <a:pt x="679" y="4664"/>
                  </a:cubicBezTo>
                  <a:lnTo>
                    <a:pt x="679" y="4664"/>
                  </a:lnTo>
                  <a:cubicBezTo>
                    <a:pt x="707" y="4618"/>
                    <a:pt x="740" y="4572"/>
                    <a:pt x="760" y="4552"/>
                  </a:cubicBezTo>
                  <a:lnTo>
                    <a:pt x="760" y="4552"/>
                  </a:lnTo>
                  <a:cubicBezTo>
                    <a:pt x="730" y="4552"/>
                    <a:pt x="699" y="4613"/>
                    <a:pt x="669" y="4674"/>
                  </a:cubicBezTo>
                  <a:cubicBezTo>
                    <a:pt x="672" y="4671"/>
                    <a:pt x="675" y="4668"/>
                    <a:pt x="679" y="4664"/>
                  </a:cubicBezTo>
                  <a:lnTo>
                    <a:pt x="679" y="4664"/>
                  </a:lnTo>
                  <a:cubicBezTo>
                    <a:pt x="663" y="4689"/>
                    <a:pt x="649" y="4714"/>
                    <a:pt x="638" y="4735"/>
                  </a:cubicBezTo>
                  <a:cubicBezTo>
                    <a:pt x="578" y="4796"/>
                    <a:pt x="517" y="4887"/>
                    <a:pt x="426" y="4948"/>
                  </a:cubicBezTo>
                  <a:cubicBezTo>
                    <a:pt x="61" y="5373"/>
                    <a:pt x="0" y="5981"/>
                    <a:pt x="365" y="6437"/>
                  </a:cubicBezTo>
                  <a:cubicBezTo>
                    <a:pt x="579" y="6710"/>
                    <a:pt x="906" y="6870"/>
                    <a:pt x="1241" y="6870"/>
                  </a:cubicBezTo>
                  <a:cubicBezTo>
                    <a:pt x="1429" y="6870"/>
                    <a:pt x="1619" y="6820"/>
                    <a:pt x="1794" y="6711"/>
                  </a:cubicBezTo>
                  <a:cubicBezTo>
                    <a:pt x="2249" y="6467"/>
                    <a:pt x="2705" y="6163"/>
                    <a:pt x="3101" y="5799"/>
                  </a:cubicBezTo>
                  <a:cubicBezTo>
                    <a:pt x="3465" y="5495"/>
                    <a:pt x="3769" y="5130"/>
                    <a:pt x="4043" y="4765"/>
                  </a:cubicBezTo>
                  <a:cubicBezTo>
                    <a:pt x="4408" y="4309"/>
                    <a:pt x="4742" y="3884"/>
                    <a:pt x="4985" y="3397"/>
                  </a:cubicBezTo>
                  <a:cubicBezTo>
                    <a:pt x="5107" y="3185"/>
                    <a:pt x="5198" y="3002"/>
                    <a:pt x="5289" y="2789"/>
                  </a:cubicBezTo>
                  <a:cubicBezTo>
                    <a:pt x="5380" y="2577"/>
                    <a:pt x="5471" y="2364"/>
                    <a:pt x="5563" y="2151"/>
                  </a:cubicBezTo>
                  <a:cubicBezTo>
                    <a:pt x="5647" y="1940"/>
                    <a:pt x="5658" y="1715"/>
                    <a:pt x="5637" y="1485"/>
                  </a:cubicBezTo>
                  <a:lnTo>
                    <a:pt x="5637" y="1485"/>
                  </a:lnTo>
                  <a:cubicBezTo>
                    <a:pt x="5641" y="1516"/>
                    <a:pt x="5647" y="1546"/>
                    <a:pt x="5654" y="1574"/>
                  </a:cubicBezTo>
                  <a:cubicBezTo>
                    <a:pt x="5623" y="1239"/>
                    <a:pt x="5623" y="905"/>
                    <a:pt x="5411" y="631"/>
                  </a:cubicBezTo>
                  <a:cubicBezTo>
                    <a:pt x="5168" y="267"/>
                    <a:pt x="4751" y="0"/>
                    <a:pt x="4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6738225" y="2675525"/>
              <a:ext cx="126175" cy="157000"/>
            </a:xfrm>
            <a:custGeom>
              <a:avLst/>
              <a:gdLst/>
              <a:ahLst/>
              <a:cxnLst/>
              <a:rect l="l" t="t" r="r" b="b"/>
              <a:pathLst>
                <a:path w="5047" h="6280" extrusionOk="0">
                  <a:moveTo>
                    <a:pt x="3669" y="1"/>
                  </a:moveTo>
                  <a:cubicBezTo>
                    <a:pt x="3315" y="1"/>
                    <a:pt x="3052" y="146"/>
                    <a:pt x="2767" y="379"/>
                  </a:cubicBezTo>
                  <a:cubicBezTo>
                    <a:pt x="2311" y="743"/>
                    <a:pt x="2281" y="1503"/>
                    <a:pt x="2098" y="2020"/>
                  </a:cubicBezTo>
                  <a:cubicBezTo>
                    <a:pt x="2068" y="2111"/>
                    <a:pt x="2037" y="2202"/>
                    <a:pt x="2007" y="2324"/>
                  </a:cubicBezTo>
                  <a:cubicBezTo>
                    <a:pt x="2007" y="2324"/>
                    <a:pt x="2007" y="2324"/>
                    <a:pt x="1977" y="2354"/>
                  </a:cubicBezTo>
                  <a:cubicBezTo>
                    <a:pt x="1885" y="2567"/>
                    <a:pt x="1794" y="2750"/>
                    <a:pt x="1673" y="2962"/>
                  </a:cubicBezTo>
                  <a:cubicBezTo>
                    <a:pt x="1581" y="3114"/>
                    <a:pt x="1490" y="3297"/>
                    <a:pt x="1369" y="3479"/>
                  </a:cubicBezTo>
                  <a:cubicBezTo>
                    <a:pt x="1308" y="3570"/>
                    <a:pt x="1247" y="3661"/>
                    <a:pt x="1186" y="3753"/>
                  </a:cubicBezTo>
                  <a:cubicBezTo>
                    <a:pt x="1186" y="3783"/>
                    <a:pt x="1156" y="3813"/>
                    <a:pt x="1125" y="3844"/>
                  </a:cubicBezTo>
                  <a:cubicBezTo>
                    <a:pt x="1095" y="3874"/>
                    <a:pt x="1065" y="3905"/>
                    <a:pt x="1065" y="3935"/>
                  </a:cubicBezTo>
                  <a:cubicBezTo>
                    <a:pt x="1034" y="3996"/>
                    <a:pt x="974" y="4026"/>
                    <a:pt x="943" y="4087"/>
                  </a:cubicBezTo>
                  <a:cubicBezTo>
                    <a:pt x="852" y="4178"/>
                    <a:pt x="761" y="4269"/>
                    <a:pt x="670" y="4391"/>
                  </a:cubicBezTo>
                  <a:cubicBezTo>
                    <a:pt x="609" y="4482"/>
                    <a:pt x="518" y="4604"/>
                    <a:pt x="457" y="4695"/>
                  </a:cubicBezTo>
                  <a:cubicBezTo>
                    <a:pt x="426" y="4725"/>
                    <a:pt x="426" y="4756"/>
                    <a:pt x="426" y="4756"/>
                  </a:cubicBezTo>
                  <a:cubicBezTo>
                    <a:pt x="396" y="4786"/>
                    <a:pt x="366" y="4816"/>
                    <a:pt x="335" y="4847"/>
                  </a:cubicBezTo>
                  <a:cubicBezTo>
                    <a:pt x="122" y="5120"/>
                    <a:pt x="1" y="5516"/>
                    <a:pt x="214" y="5850"/>
                  </a:cubicBezTo>
                  <a:cubicBezTo>
                    <a:pt x="360" y="6094"/>
                    <a:pt x="645" y="6280"/>
                    <a:pt x="940" y="6280"/>
                  </a:cubicBezTo>
                  <a:cubicBezTo>
                    <a:pt x="1012" y="6280"/>
                    <a:pt x="1084" y="6269"/>
                    <a:pt x="1156" y="6245"/>
                  </a:cubicBezTo>
                  <a:cubicBezTo>
                    <a:pt x="1429" y="6154"/>
                    <a:pt x="1673" y="6032"/>
                    <a:pt x="1946" y="5911"/>
                  </a:cubicBezTo>
                  <a:cubicBezTo>
                    <a:pt x="2189" y="5789"/>
                    <a:pt x="2433" y="5576"/>
                    <a:pt x="2645" y="5394"/>
                  </a:cubicBezTo>
                  <a:cubicBezTo>
                    <a:pt x="3071" y="5029"/>
                    <a:pt x="3436" y="4634"/>
                    <a:pt x="3770" y="4209"/>
                  </a:cubicBezTo>
                  <a:cubicBezTo>
                    <a:pt x="4043" y="3844"/>
                    <a:pt x="4256" y="3449"/>
                    <a:pt x="4439" y="3054"/>
                  </a:cubicBezTo>
                  <a:cubicBezTo>
                    <a:pt x="4591" y="2750"/>
                    <a:pt x="4712" y="2446"/>
                    <a:pt x="4803" y="2142"/>
                  </a:cubicBezTo>
                  <a:cubicBezTo>
                    <a:pt x="4864" y="2050"/>
                    <a:pt x="4895" y="1929"/>
                    <a:pt x="4925" y="1807"/>
                  </a:cubicBezTo>
                  <a:cubicBezTo>
                    <a:pt x="5047" y="1412"/>
                    <a:pt x="4986" y="1017"/>
                    <a:pt x="4803" y="652"/>
                  </a:cubicBezTo>
                  <a:cubicBezTo>
                    <a:pt x="4621" y="288"/>
                    <a:pt x="4226" y="75"/>
                    <a:pt x="3861" y="14"/>
                  </a:cubicBezTo>
                  <a:cubicBezTo>
                    <a:pt x="3794" y="5"/>
                    <a:pt x="3730" y="1"/>
                    <a:pt x="3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621200" y="3147725"/>
              <a:ext cx="164925" cy="189350"/>
            </a:xfrm>
            <a:custGeom>
              <a:avLst/>
              <a:gdLst/>
              <a:ahLst/>
              <a:cxnLst/>
              <a:rect l="l" t="t" r="r" b="b"/>
              <a:pathLst>
                <a:path w="6597" h="7574" extrusionOk="0">
                  <a:moveTo>
                    <a:pt x="5056" y="1"/>
                  </a:moveTo>
                  <a:cubicBezTo>
                    <a:pt x="4558" y="1"/>
                    <a:pt x="4044" y="231"/>
                    <a:pt x="3831" y="701"/>
                  </a:cubicBezTo>
                  <a:cubicBezTo>
                    <a:pt x="3770" y="822"/>
                    <a:pt x="3709" y="944"/>
                    <a:pt x="3648" y="1065"/>
                  </a:cubicBezTo>
                  <a:cubicBezTo>
                    <a:pt x="3648" y="1126"/>
                    <a:pt x="3588" y="1217"/>
                    <a:pt x="3557" y="1309"/>
                  </a:cubicBezTo>
                  <a:cubicBezTo>
                    <a:pt x="3557" y="1306"/>
                    <a:pt x="3557" y="1305"/>
                    <a:pt x="3556" y="1305"/>
                  </a:cubicBezTo>
                  <a:cubicBezTo>
                    <a:pt x="3547" y="1305"/>
                    <a:pt x="3496" y="1433"/>
                    <a:pt x="3496" y="1461"/>
                  </a:cubicBezTo>
                  <a:cubicBezTo>
                    <a:pt x="3375" y="1704"/>
                    <a:pt x="3253" y="1947"/>
                    <a:pt x="3132" y="2160"/>
                  </a:cubicBezTo>
                  <a:cubicBezTo>
                    <a:pt x="2889" y="2646"/>
                    <a:pt x="2615" y="3102"/>
                    <a:pt x="2311" y="3558"/>
                  </a:cubicBezTo>
                  <a:cubicBezTo>
                    <a:pt x="2159" y="3771"/>
                    <a:pt x="2007" y="3953"/>
                    <a:pt x="1855" y="4166"/>
                  </a:cubicBezTo>
                  <a:cubicBezTo>
                    <a:pt x="1794" y="4227"/>
                    <a:pt x="1764" y="4257"/>
                    <a:pt x="1733" y="4318"/>
                  </a:cubicBezTo>
                  <a:cubicBezTo>
                    <a:pt x="1642" y="4409"/>
                    <a:pt x="1581" y="4500"/>
                    <a:pt x="1490" y="4591"/>
                  </a:cubicBezTo>
                  <a:cubicBezTo>
                    <a:pt x="1126" y="5017"/>
                    <a:pt x="791" y="5442"/>
                    <a:pt x="396" y="5838"/>
                  </a:cubicBezTo>
                  <a:cubicBezTo>
                    <a:pt x="31" y="6202"/>
                    <a:pt x="1" y="6780"/>
                    <a:pt x="305" y="7175"/>
                  </a:cubicBezTo>
                  <a:cubicBezTo>
                    <a:pt x="523" y="7432"/>
                    <a:pt x="831" y="7574"/>
                    <a:pt x="1137" y="7574"/>
                  </a:cubicBezTo>
                  <a:cubicBezTo>
                    <a:pt x="1301" y="7574"/>
                    <a:pt x="1464" y="7533"/>
                    <a:pt x="1612" y="7449"/>
                  </a:cubicBezTo>
                  <a:cubicBezTo>
                    <a:pt x="3800" y="6233"/>
                    <a:pt x="5594" y="4166"/>
                    <a:pt x="6475" y="1825"/>
                  </a:cubicBezTo>
                  <a:cubicBezTo>
                    <a:pt x="6597" y="1521"/>
                    <a:pt x="6506" y="974"/>
                    <a:pt x="6323" y="701"/>
                  </a:cubicBezTo>
                  <a:cubicBezTo>
                    <a:pt x="6171" y="427"/>
                    <a:pt x="5928" y="245"/>
                    <a:pt x="5655" y="123"/>
                  </a:cubicBezTo>
                  <a:cubicBezTo>
                    <a:pt x="5474" y="42"/>
                    <a:pt x="5267" y="1"/>
                    <a:pt x="5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798275" y="2899550"/>
              <a:ext cx="148950" cy="198375"/>
            </a:xfrm>
            <a:custGeom>
              <a:avLst/>
              <a:gdLst/>
              <a:ahLst/>
              <a:cxnLst/>
              <a:rect l="l" t="t" r="r" b="b"/>
              <a:pathLst>
                <a:path w="5958" h="7935" extrusionOk="0">
                  <a:moveTo>
                    <a:pt x="4283" y="1"/>
                  </a:moveTo>
                  <a:cubicBezTo>
                    <a:pt x="4205" y="1"/>
                    <a:pt x="4125" y="7"/>
                    <a:pt x="4043" y="20"/>
                  </a:cubicBezTo>
                  <a:cubicBezTo>
                    <a:pt x="3283" y="141"/>
                    <a:pt x="2614" y="810"/>
                    <a:pt x="2614" y="1631"/>
                  </a:cubicBezTo>
                  <a:cubicBezTo>
                    <a:pt x="2645" y="2056"/>
                    <a:pt x="2675" y="2482"/>
                    <a:pt x="2645" y="2877"/>
                  </a:cubicBezTo>
                  <a:cubicBezTo>
                    <a:pt x="2584" y="3211"/>
                    <a:pt x="2493" y="3515"/>
                    <a:pt x="2371" y="3819"/>
                  </a:cubicBezTo>
                  <a:cubicBezTo>
                    <a:pt x="2355" y="3868"/>
                    <a:pt x="2339" y="3916"/>
                    <a:pt x="2323" y="3964"/>
                  </a:cubicBezTo>
                  <a:lnTo>
                    <a:pt x="2323" y="3964"/>
                  </a:lnTo>
                  <a:cubicBezTo>
                    <a:pt x="2327" y="3956"/>
                    <a:pt x="2333" y="3948"/>
                    <a:pt x="2341" y="3941"/>
                  </a:cubicBezTo>
                  <a:lnTo>
                    <a:pt x="2341" y="3941"/>
                  </a:lnTo>
                  <a:cubicBezTo>
                    <a:pt x="2334" y="3947"/>
                    <a:pt x="2328" y="3955"/>
                    <a:pt x="2322" y="3966"/>
                  </a:cubicBezTo>
                  <a:lnTo>
                    <a:pt x="2322" y="3966"/>
                  </a:lnTo>
                  <a:cubicBezTo>
                    <a:pt x="2322" y="3965"/>
                    <a:pt x="2322" y="3965"/>
                    <a:pt x="2323" y="3964"/>
                  </a:cubicBezTo>
                  <a:lnTo>
                    <a:pt x="2323" y="3964"/>
                  </a:lnTo>
                  <a:cubicBezTo>
                    <a:pt x="2322" y="3966"/>
                    <a:pt x="2321" y="3967"/>
                    <a:pt x="2320" y="3969"/>
                  </a:cubicBezTo>
                  <a:lnTo>
                    <a:pt x="2320" y="3969"/>
                  </a:lnTo>
                  <a:cubicBezTo>
                    <a:pt x="2321" y="3968"/>
                    <a:pt x="2322" y="3967"/>
                    <a:pt x="2322" y="3966"/>
                  </a:cubicBezTo>
                  <a:lnTo>
                    <a:pt x="2322" y="3966"/>
                  </a:lnTo>
                  <a:cubicBezTo>
                    <a:pt x="2308" y="4008"/>
                    <a:pt x="2294" y="4050"/>
                    <a:pt x="2280" y="4093"/>
                  </a:cubicBezTo>
                  <a:cubicBezTo>
                    <a:pt x="2301" y="4028"/>
                    <a:pt x="2308" y="3994"/>
                    <a:pt x="2320" y="3969"/>
                  </a:cubicBezTo>
                  <a:lnTo>
                    <a:pt x="2320" y="3969"/>
                  </a:lnTo>
                  <a:cubicBezTo>
                    <a:pt x="2297" y="4009"/>
                    <a:pt x="2273" y="4069"/>
                    <a:pt x="2249" y="4093"/>
                  </a:cubicBezTo>
                  <a:cubicBezTo>
                    <a:pt x="2189" y="4275"/>
                    <a:pt x="2067" y="4457"/>
                    <a:pt x="1976" y="4609"/>
                  </a:cubicBezTo>
                  <a:cubicBezTo>
                    <a:pt x="1854" y="4792"/>
                    <a:pt x="1763" y="4944"/>
                    <a:pt x="1641" y="5096"/>
                  </a:cubicBezTo>
                  <a:cubicBezTo>
                    <a:pt x="1641" y="5096"/>
                    <a:pt x="1611" y="5126"/>
                    <a:pt x="1611" y="5157"/>
                  </a:cubicBezTo>
                  <a:cubicBezTo>
                    <a:pt x="1520" y="5217"/>
                    <a:pt x="1459" y="5308"/>
                    <a:pt x="1398" y="5369"/>
                  </a:cubicBezTo>
                  <a:cubicBezTo>
                    <a:pt x="1246" y="5521"/>
                    <a:pt x="1125" y="5643"/>
                    <a:pt x="973" y="5764"/>
                  </a:cubicBezTo>
                  <a:lnTo>
                    <a:pt x="882" y="5825"/>
                  </a:lnTo>
                  <a:cubicBezTo>
                    <a:pt x="790" y="5886"/>
                    <a:pt x="730" y="5947"/>
                    <a:pt x="638" y="6008"/>
                  </a:cubicBezTo>
                  <a:cubicBezTo>
                    <a:pt x="182" y="6281"/>
                    <a:pt x="0" y="6798"/>
                    <a:pt x="213" y="7284"/>
                  </a:cubicBezTo>
                  <a:cubicBezTo>
                    <a:pt x="361" y="7679"/>
                    <a:pt x="750" y="7934"/>
                    <a:pt x="1152" y="7934"/>
                  </a:cubicBezTo>
                  <a:cubicBezTo>
                    <a:pt x="1244" y="7934"/>
                    <a:pt x="1338" y="7921"/>
                    <a:pt x="1429" y="7892"/>
                  </a:cubicBezTo>
                  <a:cubicBezTo>
                    <a:pt x="2037" y="7710"/>
                    <a:pt x="2645" y="7436"/>
                    <a:pt x="3192" y="7071"/>
                  </a:cubicBezTo>
                  <a:cubicBezTo>
                    <a:pt x="3830" y="6646"/>
                    <a:pt x="4316" y="6129"/>
                    <a:pt x="4772" y="5491"/>
                  </a:cubicBezTo>
                  <a:cubicBezTo>
                    <a:pt x="5198" y="4913"/>
                    <a:pt x="5471" y="4275"/>
                    <a:pt x="5684" y="3637"/>
                  </a:cubicBezTo>
                  <a:cubicBezTo>
                    <a:pt x="5745" y="3363"/>
                    <a:pt x="5806" y="3090"/>
                    <a:pt x="5836" y="2816"/>
                  </a:cubicBezTo>
                  <a:cubicBezTo>
                    <a:pt x="5866" y="2573"/>
                    <a:pt x="5927" y="2299"/>
                    <a:pt x="5927" y="2026"/>
                  </a:cubicBezTo>
                  <a:cubicBezTo>
                    <a:pt x="5958" y="1752"/>
                    <a:pt x="5897" y="1479"/>
                    <a:pt x="5866" y="1205"/>
                  </a:cubicBezTo>
                  <a:cubicBezTo>
                    <a:pt x="5806" y="840"/>
                    <a:pt x="5411" y="384"/>
                    <a:pt x="5107" y="232"/>
                  </a:cubicBezTo>
                  <a:cubicBezTo>
                    <a:pt x="4842" y="88"/>
                    <a:pt x="4577" y="1"/>
                    <a:pt x="42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6856775" y="2996625"/>
              <a:ext cx="400" cy="1450"/>
            </a:xfrm>
            <a:custGeom>
              <a:avLst/>
              <a:gdLst/>
              <a:ahLst/>
              <a:cxnLst/>
              <a:rect l="l" t="t" r="r" b="b"/>
              <a:pathLst>
                <a:path w="16" h="58" extrusionOk="0">
                  <a:moveTo>
                    <a:pt x="13" y="0"/>
                  </a:moveTo>
                  <a:cubicBezTo>
                    <a:pt x="10" y="0"/>
                    <a:pt x="1" y="24"/>
                    <a:pt x="1" y="58"/>
                  </a:cubicBezTo>
                  <a:cubicBezTo>
                    <a:pt x="14" y="17"/>
                    <a:pt x="16" y="0"/>
                    <a:pt x="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715100" y="1123538"/>
            <a:ext cx="33396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715100" y="2442863"/>
            <a:ext cx="3339600" cy="15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/>
          <p:nvPr/>
        </p:nvSpPr>
        <p:spPr>
          <a:xfrm rot="1301339">
            <a:off x="-766151" y="4409521"/>
            <a:ext cx="2425509" cy="1224612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 rot="-3497424">
            <a:off x="7621564" y="4325129"/>
            <a:ext cx="2123318" cy="1481360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 rot="-708734">
            <a:off x="-602454" y="-617295"/>
            <a:ext cx="2136298" cy="1567687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 rot="3285116">
            <a:off x="7628849" y="-677229"/>
            <a:ext cx="1819051" cy="1472191"/>
          </a:xfrm>
          <a:custGeom>
            <a:avLst/>
            <a:gdLst/>
            <a:ahLst/>
            <a:cxnLst/>
            <a:rect l="l" t="t" r="r" b="b"/>
            <a:pathLst>
              <a:path w="32087" h="25967" extrusionOk="0">
                <a:moveTo>
                  <a:pt x="20835" y="0"/>
                </a:moveTo>
                <a:cubicBezTo>
                  <a:pt x="20803" y="0"/>
                  <a:pt x="20772" y="0"/>
                  <a:pt x="20740" y="1"/>
                </a:cubicBezTo>
                <a:cubicBezTo>
                  <a:pt x="19106" y="23"/>
                  <a:pt x="17484" y="464"/>
                  <a:pt x="15828" y="939"/>
                </a:cubicBezTo>
                <a:cubicBezTo>
                  <a:pt x="14239" y="1402"/>
                  <a:pt x="12484" y="1623"/>
                  <a:pt x="10983" y="2418"/>
                </a:cubicBezTo>
                <a:cubicBezTo>
                  <a:pt x="9493" y="3224"/>
                  <a:pt x="8223" y="4427"/>
                  <a:pt x="6932" y="5464"/>
                </a:cubicBezTo>
                <a:cubicBezTo>
                  <a:pt x="5585" y="6568"/>
                  <a:pt x="4548" y="7892"/>
                  <a:pt x="3555" y="9162"/>
                </a:cubicBezTo>
                <a:cubicBezTo>
                  <a:pt x="2440" y="10563"/>
                  <a:pt x="1248" y="11855"/>
                  <a:pt x="751" y="13334"/>
                </a:cubicBezTo>
                <a:cubicBezTo>
                  <a:pt x="177" y="15023"/>
                  <a:pt x="0" y="16590"/>
                  <a:pt x="11" y="17925"/>
                </a:cubicBezTo>
                <a:cubicBezTo>
                  <a:pt x="45" y="19658"/>
                  <a:pt x="828" y="20939"/>
                  <a:pt x="1667" y="22120"/>
                </a:cubicBezTo>
                <a:cubicBezTo>
                  <a:pt x="2528" y="23334"/>
                  <a:pt x="3588" y="24316"/>
                  <a:pt x="5089" y="24967"/>
                </a:cubicBezTo>
                <a:cubicBezTo>
                  <a:pt x="6402" y="25541"/>
                  <a:pt x="7903" y="25751"/>
                  <a:pt x="9548" y="25917"/>
                </a:cubicBezTo>
                <a:cubicBezTo>
                  <a:pt x="9873" y="25950"/>
                  <a:pt x="10179" y="25967"/>
                  <a:pt x="10469" y="25967"/>
                </a:cubicBezTo>
                <a:cubicBezTo>
                  <a:pt x="12178" y="25967"/>
                  <a:pt x="13308" y="25387"/>
                  <a:pt x="14195" y="24283"/>
                </a:cubicBezTo>
                <a:cubicBezTo>
                  <a:pt x="15221" y="22992"/>
                  <a:pt x="16104" y="21358"/>
                  <a:pt x="16943" y="19780"/>
                </a:cubicBezTo>
                <a:cubicBezTo>
                  <a:pt x="17804" y="18157"/>
                  <a:pt x="18665" y="16733"/>
                  <a:pt x="20398" y="16126"/>
                </a:cubicBezTo>
                <a:cubicBezTo>
                  <a:pt x="21277" y="15823"/>
                  <a:pt x="22082" y="15715"/>
                  <a:pt x="22829" y="15715"/>
                </a:cubicBezTo>
                <a:cubicBezTo>
                  <a:pt x="24171" y="15715"/>
                  <a:pt x="25323" y="16063"/>
                  <a:pt x="26380" y="16248"/>
                </a:cubicBezTo>
                <a:cubicBezTo>
                  <a:pt x="26714" y="16310"/>
                  <a:pt x="27029" y="16348"/>
                  <a:pt x="27329" y="16348"/>
                </a:cubicBezTo>
                <a:cubicBezTo>
                  <a:pt x="28631" y="16348"/>
                  <a:pt x="29662" y="15628"/>
                  <a:pt x="30729" y="12992"/>
                </a:cubicBezTo>
                <a:cubicBezTo>
                  <a:pt x="31700" y="10685"/>
                  <a:pt x="32086" y="10817"/>
                  <a:pt x="31866" y="8146"/>
                </a:cubicBezTo>
                <a:cubicBezTo>
                  <a:pt x="31744" y="6656"/>
                  <a:pt x="30883" y="5199"/>
                  <a:pt x="29636" y="3753"/>
                </a:cubicBezTo>
                <a:cubicBezTo>
                  <a:pt x="28709" y="2694"/>
                  <a:pt x="27539" y="1623"/>
                  <a:pt x="25663" y="884"/>
                </a:cubicBezTo>
                <a:cubicBezTo>
                  <a:pt x="24135" y="288"/>
                  <a:pt x="22512" y="0"/>
                  <a:pt x="208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-646487" y="3696350"/>
            <a:ext cx="2224363" cy="1949621"/>
          </a:xfrm>
          <a:custGeom>
            <a:avLst/>
            <a:gdLst/>
            <a:ahLst/>
            <a:cxnLst/>
            <a:rect l="l" t="t" r="r" b="b"/>
            <a:pathLst>
              <a:path w="59847" h="52455" extrusionOk="0">
                <a:moveTo>
                  <a:pt x="20669" y="1"/>
                </a:moveTo>
                <a:cubicBezTo>
                  <a:pt x="17192" y="1"/>
                  <a:pt x="12991" y="1383"/>
                  <a:pt x="8963" y="4728"/>
                </a:cubicBezTo>
                <a:cubicBezTo>
                  <a:pt x="1" y="12167"/>
                  <a:pt x="1215" y="22675"/>
                  <a:pt x="7970" y="32564"/>
                </a:cubicBezTo>
                <a:cubicBezTo>
                  <a:pt x="13255" y="40293"/>
                  <a:pt x="27512" y="52454"/>
                  <a:pt x="39145" y="52454"/>
                </a:cubicBezTo>
                <a:cubicBezTo>
                  <a:pt x="42380" y="52454"/>
                  <a:pt x="45412" y="51513"/>
                  <a:pt x="47992" y="49275"/>
                </a:cubicBezTo>
                <a:cubicBezTo>
                  <a:pt x="59846" y="38988"/>
                  <a:pt x="54416" y="24650"/>
                  <a:pt x="43058" y="21361"/>
                </a:cubicBezTo>
                <a:cubicBezTo>
                  <a:pt x="31689" y="18061"/>
                  <a:pt x="29692" y="9992"/>
                  <a:pt x="28466" y="4728"/>
                </a:cubicBezTo>
                <a:cubicBezTo>
                  <a:pt x="27806" y="1885"/>
                  <a:pt x="24731" y="1"/>
                  <a:pt x="20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"/>
          <p:cNvSpPr/>
          <p:nvPr/>
        </p:nvSpPr>
        <p:spPr>
          <a:xfrm rot="4190986">
            <a:off x="-316739" y="4424627"/>
            <a:ext cx="1421532" cy="893257"/>
          </a:xfrm>
          <a:custGeom>
            <a:avLst/>
            <a:gdLst/>
            <a:ahLst/>
            <a:cxnLst/>
            <a:rect l="l" t="t" r="r" b="b"/>
            <a:pathLst>
              <a:path w="25376" h="15945" extrusionOk="0">
                <a:moveTo>
                  <a:pt x="17150" y="1"/>
                </a:moveTo>
                <a:cubicBezTo>
                  <a:pt x="16050" y="1"/>
                  <a:pt x="14962" y="285"/>
                  <a:pt x="14095" y="941"/>
                </a:cubicBezTo>
                <a:cubicBezTo>
                  <a:pt x="13631" y="1295"/>
                  <a:pt x="13256" y="1736"/>
                  <a:pt x="12947" y="2222"/>
                </a:cubicBezTo>
                <a:cubicBezTo>
                  <a:pt x="12605" y="2774"/>
                  <a:pt x="12395" y="3414"/>
                  <a:pt x="11987" y="3910"/>
                </a:cubicBezTo>
                <a:cubicBezTo>
                  <a:pt x="11247" y="4816"/>
                  <a:pt x="10232" y="5478"/>
                  <a:pt x="9150" y="5908"/>
                </a:cubicBezTo>
                <a:cubicBezTo>
                  <a:pt x="8598" y="6129"/>
                  <a:pt x="8013" y="6206"/>
                  <a:pt x="7428" y="6317"/>
                </a:cubicBezTo>
                <a:cubicBezTo>
                  <a:pt x="6788" y="6438"/>
                  <a:pt x="6137" y="6471"/>
                  <a:pt x="5497" y="6548"/>
                </a:cubicBezTo>
                <a:cubicBezTo>
                  <a:pt x="4846" y="6615"/>
                  <a:pt x="4183" y="6758"/>
                  <a:pt x="3565" y="6979"/>
                </a:cubicBezTo>
                <a:cubicBezTo>
                  <a:pt x="3046" y="7178"/>
                  <a:pt x="2561" y="7476"/>
                  <a:pt x="2141" y="7862"/>
                </a:cubicBezTo>
                <a:cubicBezTo>
                  <a:pt x="210" y="9617"/>
                  <a:pt x="155" y="12431"/>
                  <a:pt x="397" y="14860"/>
                </a:cubicBezTo>
                <a:cubicBezTo>
                  <a:pt x="431" y="15213"/>
                  <a:pt x="442" y="15566"/>
                  <a:pt x="486" y="15919"/>
                </a:cubicBezTo>
                <a:cubicBezTo>
                  <a:pt x="486" y="15936"/>
                  <a:pt x="499" y="15944"/>
                  <a:pt x="512" y="15944"/>
                </a:cubicBezTo>
                <a:cubicBezTo>
                  <a:pt x="524" y="15944"/>
                  <a:pt x="535" y="15936"/>
                  <a:pt x="530" y="15919"/>
                </a:cubicBezTo>
                <a:cubicBezTo>
                  <a:pt x="331" y="13403"/>
                  <a:pt x="0" y="10522"/>
                  <a:pt x="1711" y="8436"/>
                </a:cubicBezTo>
                <a:cubicBezTo>
                  <a:pt x="2064" y="8005"/>
                  <a:pt x="2561" y="7718"/>
                  <a:pt x="3035" y="7453"/>
                </a:cubicBezTo>
                <a:cubicBezTo>
                  <a:pt x="3620" y="7144"/>
                  <a:pt x="4249" y="6979"/>
                  <a:pt x="4901" y="6902"/>
                </a:cubicBezTo>
                <a:cubicBezTo>
                  <a:pt x="5541" y="6813"/>
                  <a:pt x="6192" y="6725"/>
                  <a:pt x="6832" y="6648"/>
                </a:cubicBezTo>
                <a:cubicBezTo>
                  <a:pt x="7395" y="6582"/>
                  <a:pt x="7969" y="6559"/>
                  <a:pt x="8510" y="6405"/>
                </a:cubicBezTo>
                <a:cubicBezTo>
                  <a:pt x="9581" y="6096"/>
                  <a:pt x="10552" y="5533"/>
                  <a:pt x="11413" y="4816"/>
                </a:cubicBezTo>
                <a:cubicBezTo>
                  <a:pt x="11843" y="4462"/>
                  <a:pt x="12252" y="4076"/>
                  <a:pt x="12572" y="3612"/>
                </a:cubicBezTo>
                <a:cubicBezTo>
                  <a:pt x="12936" y="3083"/>
                  <a:pt x="13212" y="2487"/>
                  <a:pt x="13609" y="1968"/>
                </a:cubicBezTo>
                <a:cubicBezTo>
                  <a:pt x="14426" y="923"/>
                  <a:pt x="15663" y="498"/>
                  <a:pt x="16932" y="498"/>
                </a:cubicBezTo>
                <a:cubicBezTo>
                  <a:pt x="17688" y="498"/>
                  <a:pt x="18454" y="649"/>
                  <a:pt x="19150" y="908"/>
                </a:cubicBezTo>
                <a:cubicBezTo>
                  <a:pt x="21347" y="1725"/>
                  <a:pt x="22958" y="3646"/>
                  <a:pt x="24283" y="5489"/>
                </a:cubicBezTo>
                <a:cubicBezTo>
                  <a:pt x="24459" y="5743"/>
                  <a:pt x="24570" y="6030"/>
                  <a:pt x="24757" y="6272"/>
                </a:cubicBezTo>
                <a:cubicBezTo>
                  <a:pt x="24813" y="6350"/>
                  <a:pt x="24910" y="6391"/>
                  <a:pt x="25010" y="6391"/>
                </a:cubicBezTo>
                <a:cubicBezTo>
                  <a:pt x="25067" y="6391"/>
                  <a:pt x="25124" y="6378"/>
                  <a:pt x="25177" y="6350"/>
                </a:cubicBezTo>
                <a:cubicBezTo>
                  <a:pt x="25298" y="6272"/>
                  <a:pt x="25375" y="6074"/>
                  <a:pt x="25298" y="5952"/>
                </a:cubicBezTo>
                <a:cubicBezTo>
                  <a:pt x="24603" y="4893"/>
                  <a:pt x="23863" y="3855"/>
                  <a:pt x="23013" y="2928"/>
                </a:cubicBezTo>
                <a:cubicBezTo>
                  <a:pt x="22185" y="2034"/>
                  <a:pt x="21214" y="1206"/>
                  <a:pt x="20099" y="676"/>
                </a:cubicBezTo>
                <a:cubicBezTo>
                  <a:pt x="19219" y="250"/>
                  <a:pt x="18179" y="1"/>
                  <a:pt x="17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 rot="-7143798">
            <a:off x="8066778" y="-387767"/>
            <a:ext cx="1421530" cy="893253"/>
          </a:xfrm>
          <a:custGeom>
            <a:avLst/>
            <a:gdLst/>
            <a:ahLst/>
            <a:cxnLst/>
            <a:rect l="l" t="t" r="r" b="b"/>
            <a:pathLst>
              <a:path w="25376" h="15945" extrusionOk="0">
                <a:moveTo>
                  <a:pt x="17150" y="1"/>
                </a:moveTo>
                <a:cubicBezTo>
                  <a:pt x="16050" y="1"/>
                  <a:pt x="14962" y="285"/>
                  <a:pt x="14095" y="941"/>
                </a:cubicBezTo>
                <a:cubicBezTo>
                  <a:pt x="13631" y="1295"/>
                  <a:pt x="13256" y="1736"/>
                  <a:pt x="12947" y="2222"/>
                </a:cubicBezTo>
                <a:cubicBezTo>
                  <a:pt x="12605" y="2774"/>
                  <a:pt x="12395" y="3414"/>
                  <a:pt x="11987" y="3910"/>
                </a:cubicBezTo>
                <a:cubicBezTo>
                  <a:pt x="11247" y="4816"/>
                  <a:pt x="10232" y="5478"/>
                  <a:pt x="9150" y="5908"/>
                </a:cubicBezTo>
                <a:cubicBezTo>
                  <a:pt x="8598" y="6129"/>
                  <a:pt x="8013" y="6206"/>
                  <a:pt x="7428" y="6317"/>
                </a:cubicBezTo>
                <a:cubicBezTo>
                  <a:pt x="6788" y="6438"/>
                  <a:pt x="6137" y="6471"/>
                  <a:pt x="5497" y="6548"/>
                </a:cubicBezTo>
                <a:cubicBezTo>
                  <a:pt x="4846" y="6615"/>
                  <a:pt x="4183" y="6758"/>
                  <a:pt x="3565" y="6979"/>
                </a:cubicBezTo>
                <a:cubicBezTo>
                  <a:pt x="3046" y="7178"/>
                  <a:pt x="2561" y="7476"/>
                  <a:pt x="2141" y="7862"/>
                </a:cubicBezTo>
                <a:cubicBezTo>
                  <a:pt x="210" y="9617"/>
                  <a:pt x="155" y="12431"/>
                  <a:pt x="397" y="14860"/>
                </a:cubicBezTo>
                <a:cubicBezTo>
                  <a:pt x="431" y="15213"/>
                  <a:pt x="442" y="15566"/>
                  <a:pt x="486" y="15919"/>
                </a:cubicBezTo>
                <a:cubicBezTo>
                  <a:pt x="486" y="15936"/>
                  <a:pt x="499" y="15944"/>
                  <a:pt x="512" y="15944"/>
                </a:cubicBezTo>
                <a:cubicBezTo>
                  <a:pt x="524" y="15944"/>
                  <a:pt x="535" y="15936"/>
                  <a:pt x="530" y="15919"/>
                </a:cubicBezTo>
                <a:cubicBezTo>
                  <a:pt x="331" y="13403"/>
                  <a:pt x="0" y="10522"/>
                  <a:pt x="1711" y="8436"/>
                </a:cubicBezTo>
                <a:cubicBezTo>
                  <a:pt x="2064" y="8005"/>
                  <a:pt x="2561" y="7718"/>
                  <a:pt x="3035" y="7453"/>
                </a:cubicBezTo>
                <a:cubicBezTo>
                  <a:pt x="3620" y="7144"/>
                  <a:pt x="4249" y="6979"/>
                  <a:pt x="4901" y="6902"/>
                </a:cubicBezTo>
                <a:cubicBezTo>
                  <a:pt x="5541" y="6813"/>
                  <a:pt x="6192" y="6725"/>
                  <a:pt x="6832" y="6648"/>
                </a:cubicBezTo>
                <a:cubicBezTo>
                  <a:pt x="7395" y="6582"/>
                  <a:pt x="7969" y="6559"/>
                  <a:pt x="8510" y="6405"/>
                </a:cubicBezTo>
                <a:cubicBezTo>
                  <a:pt x="9581" y="6096"/>
                  <a:pt x="10552" y="5533"/>
                  <a:pt x="11413" y="4816"/>
                </a:cubicBezTo>
                <a:cubicBezTo>
                  <a:pt x="11843" y="4462"/>
                  <a:pt x="12252" y="4076"/>
                  <a:pt x="12572" y="3612"/>
                </a:cubicBezTo>
                <a:cubicBezTo>
                  <a:pt x="12936" y="3083"/>
                  <a:pt x="13212" y="2487"/>
                  <a:pt x="13609" y="1968"/>
                </a:cubicBezTo>
                <a:cubicBezTo>
                  <a:pt x="14426" y="923"/>
                  <a:pt x="15663" y="498"/>
                  <a:pt x="16932" y="498"/>
                </a:cubicBezTo>
                <a:cubicBezTo>
                  <a:pt x="17688" y="498"/>
                  <a:pt x="18454" y="649"/>
                  <a:pt x="19150" y="908"/>
                </a:cubicBezTo>
                <a:cubicBezTo>
                  <a:pt x="21347" y="1725"/>
                  <a:pt x="22958" y="3646"/>
                  <a:pt x="24283" y="5489"/>
                </a:cubicBezTo>
                <a:cubicBezTo>
                  <a:pt x="24459" y="5743"/>
                  <a:pt x="24570" y="6030"/>
                  <a:pt x="24757" y="6272"/>
                </a:cubicBezTo>
                <a:cubicBezTo>
                  <a:pt x="24813" y="6350"/>
                  <a:pt x="24910" y="6391"/>
                  <a:pt x="25010" y="6391"/>
                </a:cubicBezTo>
                <a:cubicBezTo>
                  <a:pt x="25067" y="6391"/>
                  <a:pt x="25124" y="6378"/>
                  <a:pt x="25177" y="6350"/>
                </a:cubicBezTo>
                <a:cubicBezTo>
                  <a:pt x="25298" y="6272"/>
                  <a:pt x="25375" y="6074"/>
                  <a:pt x="25298" y="5952"/>
                </a:cubicBezTo>
                <a:cubicBezTo>
                  <a:pt x="24603" y="4893"/>
                  <a:pt x="23863" y="3855"/>
                  <a:pt x="23013" y="2928"/>
                </a:cubicBezTo>
                <a:cubicBezTo>
                  <a:pt x="22185" y="2034"/>
                  <a:pt x="21214" y="1206"/>
                  <a:pt x="20099" y="676"/>
                </a:cubicBezTo>
                <a:cubicBezTo>
                  <a:pt x="19219" y="250"/>
                  <a:pt x="18179" y="1"/>
                  <a:pt x="17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40738" y="-327712"/>
            <a:ext cx="1337150" cy="773150"/>
          </a:xfrm>
          <a:custGeom>
            <a:avLst/>
            <a:gdLst/>
            <a:ahLst/>
            <a:cxnLst/>
            <a:rect l="l" t="t" r="r" b="b"/>
            <a:pathLst>
              <a:path w="53486" h="30926" extrusionOk="0">
                <a:moveTo>
                  <a:pt x="18" y="2600"/>
                </a:moveTo>
                <a:cubicBezTo>
                  <a:pt x="0" y="2600"/>
                  <a:pt x="21" y="2647"/>
                  <a:pt x="80" y="2706"/>
                </a:cubicBezTo>
                <a:cubicBezTo>
                  <a:pt x="198" y="2873"/>
                  <a:pt x="317" y="3040"/>
                  <a:pt x="435" y="3207"/>
                </a:cubicBezTo>
                <a:lnTo>
                  <a:pt x="435" y="3207"/>
                </a:lnTo>
                <a:cubicBezTo>
                  <a:pt x="338" y="2996"/>
                  <a:pt x="227" y="2802"/>
                  <a:pt x="80" y="2646"/>
                </a:cubicBezTo>
                <a:cubicBezTo>
                  <a:pt x="48" y="2614"/>
                  <a:pt x="28" y="2600"/>
                  <a:pt x="18" y="2600"/>
                </a:cubicBezTo>
                <a:close/>
                <a:moveTo>
                  <a:pt x="435" y="3207"/>
                </a:moveTo>
                <a:lnTo>
                  <a:pt x="435" y="3207"/>
                </a:lnTo>
                <a:cubicBezTo>
                  <a:pt x="660" y="3693"/>
                  <a:pt x="814" y="4261"/>
                  <a:pt x="1174" y="4621"/>
                </a:cubicBezTo>
                <a:cubicBezTo>
                  <a:pt x="1505" y="4951"/>
                  <a:pt x="1837" y="5280"/>
                  <a:pt x="2170" y="5606"/>
                </a:cubicBezTo>
                <a:lnTo>
                  <a:pt x="2170" y="5606"/>
                </a:lnTo>
                <a:cubicBezTo>
                  <a:pt x="1583" y="4811"/>
                  <a:pt x="1006" y="4009"/>
                  <a:pt x="435" y="3207"/>
                </a:cubicBezTo>
                <a:close/>
                <a:moveTo>
                  <a:pt x="44897" y="0"/>
                </a:moveTo>
                <a:cubicBezTo>
                  <a:pt x="44535" y="0"/>
                  <a:pt x="44321" y="404"/>
                  <a:pt x="44701" y="974"/>
                </a:cubicBezTo>
                <a:cubicBezTo>
                  <a:pt x="47710" y="5685"/>
                  <a:pt x="50719" y="11126"/>
                  <a:pt x="50993" y="16901"/>
                </a:cubicBezTo>
                <a:cubicBezTo>
                  <a:pt x="51236" y="21400"/>
                  <a:pt x="49564" y="26628"/>
                  <a:pt x="45127" y="28512"/>
                </a:cubicBezTo>
                <a:cubicBezTo>
                  <a:pt x="44018" y="28987"/>
                  <a:pt x="42840" y="29170"/>
                  <a:pt x="41646" y="29170"/>
                </a:cubicBezTo>
                <a:cubicBezTo>
                  <a:pt x="40090" y="29170"/>
                  <a:pt x="38507" y="28860"/>
                  <a:pt x="37011" y="28482"/>
                </a:cubicBezTo>
                <a:cubicBezTo>
                  <a:pt x="34184" y="27752"/>
                  <a:pt x="31753" y="26141"/>
                  <a:pt x="29169" y="24804"/>
                </a:cubicBezTo>
                <a:cubicBezTo>
                  <a:pt x="24032" y="22159"/>
                  <a:pt x="18834" y="19606"/>
                  <a:pt x="14275" y="16080"/>
                </a:cubicBezTo>
                <a:cubicBezTo>
                  <a:pt x="10027" y="12838"/>
                  <a:pt x="5984" y="9339"/>
                  <a:pt x="2170" y="5606"/>
                </a:cubicBezTo>
                <a:lnTo>
                  <a:pt x="2170" y="5606"/>
                </a:lnTo>
                <a:cubicBezTo>
                  <a:pt x="5040" y="9497"/>
                  <a:pt x="8139" y="13252"/>
                  <a:pt x="11843" y="16324"/>
                </a:cubicBezTo>
                <a:cubicBezTo>
                  <a:pt x="16494" y="20184"/>
                  <a:pt x="21692" y="23467"/>
                  <a:pt x="26980" y="26384"/>
                </a:cubicBezTo>
                <a:cubicBezTo>
                  <a:pt x="31066" y="28635"/>
                  <a:pt x="35939" y="30925"/>
                  <a:pt x="40791" y="30925"/>
                </a:cubicBezTo>
                <a:cubicBezTo>
                  <a:pt x="41968" y="30925"/>
                  <a:pt x="43143" y="30790"/>
                  <a:pt x="44306" y="30488"/>
                </a:cubicBezTo>
                <a:cubicBezTo>
                  <a:pt x="49656" y="29120"/>
                  <a:pt x="52695" y="24044"/>
                  <a:pt x="53060" y="18816"/>
                </a:cubicBezTo>
                <a:cubicBezTo>
                  <a:pt x="53485" y="12767"/>
                  <a:pt x="50446" y="7083"/>
                  <a:pt x="47163" y="2250"/>
                </a:cubicBezTo>
                <a:cubicBezTo>
                  <a:pt x="46738" y="1582"/>
                  <a:pt x="46069" y="1126"/>
                  <a:pt x="45613" y="487"/>
                </a:cubicBezTo>
                <a:cubicBezTo>
                  <a:pt x="45385" y="146"/>
                  <a:pt x="45114" y="0"/>
                  <a:pt x="4489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7"/>
          <p:cNvGrpSpPr/>
          <p:nvPr/>
        </p:nvGrpSpPr>
        <p:grpSpPr>
          <a:xfrm rot="9000035">
            <a:off x="7758833" y="4616845"/>
            <a:ext cx="2037454" cy="897925"/>
            <a:chOff x="-132475" y="429025"/>
            <a:chExt cx="2673075" cy="1178050"/>
          </a:xfrm>
        </p:grpSpPr>
        <p:sp>
          <p:nvSpPr>
            <p:cNvPr id="95" name="Google Shape;95;p7"/>
            <p:cNvSpPr/>
            <p:nvPr/>
          </p:nvSpPr>
          <p:spPr>
            <a:xfrm>
              <a:off x="-132475" y="999950"/>
              <a:ext cx="1513450" cy="274075"/>
            </a:xfrm>
            <a:custGeom>
              <a:avLst/>
              <a:gdLst/>
              <a:ahLst/>
              <a:cxnLst/>
              <a:rect l="l" t="t" r="r" b="b"/>
              <a:pathLst>
                <a:path w="60538" h="10963" extrusionOk="0">
                  <a:moveTo>
                    <a:pt x="225" y="1"/>
                  </a:moveTo>
                  <a:cubicBezTo>
                    <a:pt x="142" y="1"/>
                    <a:pt x="1" y="116"/>
                    <a:pt x="52" y="167"/>
                  </a:cubicBezTo>
                  <a:cubicBezTo>
                    <a:pt x="958" y="1245"/>
                    <a:pt x="2038" y="2053"/>
                    <a:pt x="3228" y="2659"/>
                  </a:cubicBezTo>
                  <a:lnTo>
                    <a:pt x="3228" y="2659"/>
                  </a:lnTo>
                  <a:cubicBezTo>
                    <a:pt x="2129" y="1971"/>
                    <a:pt x="1130" y="1102"/>
                    <a:pt x="264" y="15"/>
                  </a:cubicBezTo>
                  <a:cubicBezTo>
                    <a:pt x="255" y="5"/>
                    <a:pt x="241" y="1"/>
                    <a:pt x="225" y="1"/>
                  </a:cubicBezTo>
                  <a:close/>
                  <a:moveTo>
                    <a:pt x="38889" y="318"/>
                  </a:moveTo>
                  <a:cubicBezTo>
                    <a:pt x="29883" y="318"/>
                    <a:pt x="21768" y="4434"/>
                    <a:pt x="12776" y="4434"/>
                  </a:cubicBezTo>
                  <a:cubicBezTo>
                    <a:pt x="12497" y="4434"/>
                    <a:pt x="12217" y="4430"/>
                    <a:pt x="11936" y="4422"/>
                  </a:cubicBezTo>
                  <a:cubicBezTo>
                    <a:pt x="8954" y="4339"/>
                    <a:pt x="5829" y="3983"/>
                    <a:pt x="3228" y="2659"/>
                  </a:cubicBezTo>
                  <a:lnTo>
                    <a:pt x="3228" y="2659"/>
                  </a:lnTo>
                  <a:cubicBezTo>
                    <a:pt x="5139" y="3856"/>
                    <a:pt x="7352" y="4508"/>
                    <a:pt x="9687" y="4817"/>
                  </a:cubicBezTo>
                  <a:cubicBezTo>
                    <a:pt x="10866" y="4971"/>
                    <a:pt x="12035" y="5043"/>
                    <a:pt x="13196" y="5043"/>
                  </a:cubicBezTo>
                  <a:cubicBezTo>
                    <a:pt x="16168" y="5043"/>
                    <a:pt x="19091" y="4571"/>
                    <a:pt x="21997" y="3784"/>
                  </a:cubicBezTo>
                  <a:cubicBezTo>
                    <a:pt x="26770" y="2507"/>
                    <a:pt x="31572" y="1413"/>
                    <a:pt x="36527" y="957"/>
                  </a:cubicBezTo>
                  <a:cubicBezTo>
                    <a:pt x="37394" y="875"/>
                    <a:pt x="38256" y="834"/>
                    <a:pt x="39111" y="834"/>
                  </a:cubicBezTo>
                  <a:cubicBezTo>
                    <a:pt x="42388" y="834"/>
                    <a:pt x="45569" y="1442"/>
                    <a:pt x="48654" y="2720"/>
                  </a:cubicBezTo>
                  <a:cubicBezTo>
                    <a:pt x="50843" y="3632"/>
                    <a:pt x="52727" y="4848"/>
                    <a:pt x="54642" y="6276"/>
                  </a:cubicBezTo>
                  <a:cubicBezTo>
                    <a:pt x="56557" y="7705"/>
                    <a:pt x="58259" y="9133"/>
                    <a:pt x="59810" y="10957"/>
                  </a:cubicBezTo>
                  <a:cubicBezTo>
                    <a:pt x="59811" y="10960"/>
                    <a:pt x="59815" y="10962"/>
                    <a:pt x="59821" y="10962"/>
                  </a:cubicBezTo>
                  <a:cubicBezTo>
                    <a:pt x="59915" y="10962"/>
                    <a:pt x="60537" y="10498"/>
                    <a:pt x="60509" y="10440"/>
                  </a:cubicBezTo>
                  <a:cubicBezTo>
                    <a:pt x="58259" y="7036"/>
                    <a:pt x="54399" y="4726"/>
                    <a:pt x="50782" y="2933"/>
                  </a:cubicBezTo>
                  <a:cubicBezTo>
                    <a:pt x="47135" y="1109"/>
                    <a:pt x="43153" y="349"/>
                    <a:pt x="39080" y="319"/>
                  </a:cubicBezTo>
                  <a:cubicBezTo>
                    <a:pt x="39016" y="318"/>
                    <a:pt x="38952" y="318"/>
                    <a:pt x="38889" y="3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1683500" y="429025"/>
              <a:ext cx="857100" cy="1178050"/>
            </a:xfrm>
            <a:custGeom>
              <a:avLst/>
              <a:gdLst/>
              <a:ahLst/>
              <a:cxnLst/>
              <a:rect l="l" t="t" r="r" b="b"/>
              <a:pathLst>
                <a:path w="34284" h="47122" extrusionOk="0">
                  <a:moveTo>
                    <a:pt x="28655" y="0"/>
                  </a:moveTo>
                  <a:cubicBezTo>
                    <a:pt x="28175" y="0"/>
                    <a:pt x="27661" y="306"/>
                    <a:pt x="27354" y="724"/>
                  </a:cubicBezTo>
                  <a:cubicBezTo>
                    <a:pt x="26989" y="1180"/>
                    <a:pt x="27050" y="1605"/>
                    <a:pt x="27323" y="2061"/>
                  </a:cubicBezTo>
                  <a:cubicBezTo>
                    <a:pt x="27552" y="2432"/>
                    <a:pt x="27592" y="3072"/>
                    <a:pt x="27950" y="3072"/>
                  </a:cubicBezTo>
                  <a:cubicBezTo>
                    <a:pt x="27973" y="3072"/>
                    <a:pt x="27997" y="3070"/>
                    <a:pt x="28022" y="3064"/>
                  </a:cubicBezTo>
                  <a:cubicBezTo>
                    <a:pt x="28205" y="3520"/>
                    <a:pt x="29026" y="3520"/>
                    <a:pt x="29208" y="3976"/>
                  </a:cubicBezTo>
                  <a:cubicBezTo>
                    <a:pt x="29633" y="5222"/>
                    <a:pt x="29238" y="6742"/>
                    <a:pt x="29633" y="7988"/>
                  </a:cubicBezTo>
                  <a:cubicBezTo>
                    <a:pt x="30424" y="10572"/>
                    <a:pt x="31092" y="13125"/>
                    <a:pt x="31488" y="15800"/>
                  </a:cubicBezTo>
                  <a:cubicBezTo>
                    <a:pt x="32187" y="20633"/>
                    <a:pt x="32795" y="25679"/>
                    <a:pt x="31396" y="30359"/>
                  </a:cubicBezTo>
                  <a:cubicBezTo>
                    <a:pt x="30181" y="34524"/>
                    <a:pt x="27719" y="38505"/>
                    <a:pt x="24557" y="41545"/>
                  </a:cubicBezTo>
                  <a:cubicBezTo>
                    <a:pt x="23038" y="43034"/>
                    <a:pt x="21183" y="44098"/>
                    <a:pt x="19238" y="44980"/>
                  </a:cubicBezTo>
                  <a:cubicBezTo>
                    <a:pt x="17323" y="45831"/>
                    <a:pt x="15347" y="46864"/>
                    <a:pt x="13281" y="47047"/>
                  </a:cubicBezTo>
                  <a:cubicBezTo>
                    <a:pt x="12862" y="47086"/>
                    <a:pt x="12442" y="47105"/>
                    <a:pt x="12023" y="47105"/>
                  </a:cubicBezTo>
                  <a:cubicBezTo>
                    <a:pt x="7877" y="47105"/>
                    <a:pt x="3755" y="45239"/>
                    <a:pt x="636" y="42396"/>
                  </a:cubicBezTo>
                  <a:cubicBezTo>
                    <a:pt x="633" y="42393"/>
                    <a:pt x="629" y="42392"/>
                    <a:pt x="623" y="42392"/>
                  </a:cubicBezTo>
                  <a:cubicBezTo>
                    <a:pt x="519" y="42392"/>
                    <a:pt x="1" y="42917"/>
                    <a:pt x="58" y="43004"/>
                  </a:cubicBezTo>
                  <a:cubicBezTo>
                    <a:pt x="3084" y="46001"/>
                    <a:pt x="7448" y="47121"/>
                    <a:pt x="11669" y="47121"/>
                  </a:cubicBezTo>
                  <a:cubicBezTo>
                    <a:pt x="11943" y="47121"/>
                    <a:pt x="12217" y="47117"/>
                    <a:pt x="12490" y="47107"/>
                  </a:cubicBezTo>
                  <a:cubicBezTo>
                    <a:pt x="17110" y="46925"/>
                    <a:pt x="21731" y="45375"/>
                    <a:pt x="25226" y="42305"/>
                  </a:cubicBezTo>
                  <a:cubicBezTo>
                    <a:pt x="28934" y="39053"/>
                    <a:pt x="31244" y="34402"/>
                    <a:pt x="32612" y="29691"/>
                  </a:cubicBezTo>
                  <a:cubicBezTo>
                    <a:pt x="34193" y="24250"/>
                    <a:pt x="34284" y="18444"/>
                    <a:pt x="33311" y="12912"/>
                  </a:cubicBezTo>
                  <a:cubicBezTo>
                    <a:pt x="32795" y="9934"/>
                    <a:pt x="31548" y="7168"/>
                    <a:pt x="30576" y="4310"/>
                  </a:cubicBezTo>
                  <a:cubicBezTo>
                    <a:pt x="30302" y="3581"/>
                    <a:pt x="30758" y="2608"/>
                    <a:pt x="30485" y="1879"/>
                  </a:cubicBezTo>
                  <a:cubicBezTo>
                    <a:pt x="30241" y="1271"/>
                    <a:pt x="29755" y="511"/>
                    <a:pt x="29178" y="146"/>
                  </a:cubicBezTo>
                  <a:cubicBezTo>
                    <a:pt x="29017" y="45"/>
                    <a:pt x="28839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2" hasCustomPrompt="1"/>
          </p:nvPr>
        </p:nvSpPr>
        <p:spPr>
          <a:xfrm>
            <a:off x="2902475" y="1272575"/>
            <a:ext cx="652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2060675" y="2339599"/>
            <a:ext cx="2336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3" hasCustomPrompt="1"/>
          </p:nvPr>
        </p:nvSpPr>
        <p:spPr>
          <a:xfrm>
            <a:off x="5588725" y="1272575"/>
            <a:ext cx="652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4"/>
          </p:nvPr>
        </p:nvSpPr>
        <p:spPr>
          <a:xfrm>
            <a:off x="4746925" y="2339599"/>
            <a:ext cx="2336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5" hasCustomPrompt="1"/>
          </p:nvPr>
        </p:nvSpPr>
        <p:spPr>
          <a:xfrm>
            <a:off x="1559350" y="3003188"/>
            <a:ext cx="652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6"/>
          </p:nvPr>
        </p:nvSpPr>
        <p:spPr>
          <a:xfrm>
            <a:off x="717550" y="4065749"/>
            <a:ext cx="2336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7" hasCustomPrompt="1"/>
          </p:nvPr>
        </p:nvSpPr>
        <p:spPr>
          <a:xfrm>
            <a:off x="4245600" y="3003188"/>
            <a:ext cx="652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8"/>
          </p:nvPr>
        </p:nvSpPr>
        <p:spPr>
          <a:xfrm>
            <a:off x="3403800" y="4065749"/>
            <a:ext cx="2336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9"/>
          </p:nvPr>
        </p:nvSpPr>
        <p:spPr>
          <a:xfrm>
            <a:off x="2060675" y="1926400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3"/>
          </p:nvPr>
        </p:nvSpPr>
        <p:spPr>
          <a:xfrm>
            <a:off x="4746925" y="1926400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4"/>
          </p:nvPr>
        </p:nvSpPr>
        <p:spPr>
          <a:xfrm>
            <a:off x="717550" y="36563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5"/>
          </p:nvPr>
        </p:nvSpPr>
        <p:spPr>
          <a:xfrm>
            <a:off x="3403800" y="36563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16" hasCustomPrompt="1"/>
          </p:nvPr>
        </p:nvSpPr>
        <p:spPr>
          <a:xfrm>
            <a:off x="6931850" y="3003188"/>
            <a:ext cx="652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7"/>
          </p:nvPr>
        </p:nvSpPr>
        <p:spPr>
          <a:xfrm>
            <a:off x="6090050" y="4065749"/>
            <a:ext cx="2336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8"/>
          </p:nvPr>
        </p:nvSpPr>
        <p:spPr>
          <a:xfrm>
            <a:off x="6090050" y="36563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-741025" y="4229350"/>
            <a:ext cx="2123375" cy="1481400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7784763" y="4663175"/>
            <a:ext cx="1460550" cy="1325725"/>
          </a:xfrm>
          <a:custGeom>
            <a:avLst/>
            <a:gdLst/>
            <a:ahLst/>
            <a:cxnLst/>
            <a:rect l="l" t="t" r="r" b="b"/>
            <a:pathLst>
              <a:path w="58422" h="53029" extrusionOk="0">
                <a:moveTo>
                  <a:pt x="37082" y="1"/>
                </a:moveTo>
                <a:cubicBezTo>
                  <a:pt x="31913" y="1"/>
                  <a:pt x="25460" y="1926"/>
                  <a:pt x="17462" y="6601"/>
                </a:cubicBezTo>
                <a:cubicBezTo>
                  <a:pt x="3499" y="14780"/>
                  <a:pt x="1" y="35144"/>
                  <a:pt x="15563" y="47296"/>
                </a:cubicBezTo>
                <a:cubicBezTo>
                  <a:pt x="20821" y="51395"/>
                  <a:pt x="26338" y="53028"/>
                  <a:pt x="31530" y="53028"/>
                </a:cubicBezTo>
                <a:cubicBezTo>
                  <a:pt x="41716" y="53028"/>
                  <a:pt x="50651" y="46741"/>
                  <a:pt x="53919" y="40453"/>
                </a:cubicBezTo>
                <a:cubicBezTo>
                  <a:pt x="57890" y="32812"/>
                  <a:pt x="58422" y="1"/>
                  <a:pt x="370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 rot="3631980">
            <a:off x="7514967" y="-537578"/>
            <a:ext cx="2136254" cy="1567654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/>
          <p:nvPr/>
        </p:nvSpPr>
        <p:spPr>
          <a:xfrm rot="4511344">
            <a:off x="-892277" y="-791549"/>
            <a:ext cx="2163227" cy="1896036"/>
          </a:xfrm>
          <a:custGeom>
            <a:avLst/>
            <a:gdLst/>
            <a:ahLst/>
            <a:cxnLst/>
            <a:rect l="l" t="t" r="r" b="b"/>
            <a:pathLst>
              <a:path w="59847" h="52455" extrusionOk="0">
                <a:moveTo>
                  <a:pt x="20669" y="1"/>
                </a:moveTo>
                <a:cubicBezTo>
                  <a:pt x="17192" y="1"/>
                  <a:pt x="12991" y="1383"/>
                  <a:pt x="8963" y="4728"/>
                </a:cubicBezTo>
                <a:cubicBezTo>
                  <a:pt x="1" y="12167"/>
                  <a:pt x="1215" y="22675"/>
                  <a:pt x="7970" y="32564"/>
                </a:cubicBezTo>
                <a:cubicBezTo>
                  <a:pt x="13255" y="40293"/>
                  <a:pt x="27512" y="52454"/>
                  <a:pt x="39145" y="52454"/>
                </a:cubicBezTo>
                <a:cubicBezTo>
                  <a:pt x="42380" y="52454"/>
                  <a:pt x="45412" y="51513"/>
                  <a:pt x="47992" y="49275"/>
                </a:cubicBezTo>
                <a:cubicBezTo>
                  <a:pt x="59846" y="38988"/>
                  <a:pt x="54416" y="24650"/>
                  <a:pt x="43058" y="21361"/>
                </a:cubicBezTo>
                <a:cubicBezTo>
                  <a:pt x="31689" y="18061"/>
                  <a:pt x="29692" y="9992"/>
                  <a:pt x="28466" y="4728"/>
                </a:cubicBezTo>
                <a:cubicBezTo>
                  <a:pt x="27806" y="1885"/>
                  <a:pt x="24731" y="1"/>
                  <a:pt x="20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 rot="1032494">
            <a:off x="8902" y="-378168"/>
            <a:ext cx="1412403" cy="1143013"/>
          </a:xfrm>
          <a:custGeom>
            <a:avLst/>
            <a:gdLst/>
            <a:ahLst/>
            <a:cxnLst/>
            <a:rect l="l" t="t" r="r" b="b"/>
            <a:pathLst>
              <a:path w="32087" h="25967" extrusionOk="0">
                <a:moveTo>
                  <a:pt x="20835" y="0"/>
                </a:moveTo>
                <a:cubicBezTo>
                  <a:pt x="20803" y="0"/>
                  <a:pt x="20772" y="0"/>
                  <a:pt x="20740" y="1"/>
                </a:cubicBezTo>
                <a:cubicBezTo>
                  <a:pt x="19106" y="23"/>
                  <a:pt x="17484" y="464"/>
                  <a:pt x="15828" y="939"/>
                </a:cubicBezTo>
                <a:cubicBezTo>
                  <a:pt x="14239" y="1402"/>
                  <a:pt x="12484" y="1623"/>
                  <a:pt x="10983" y="2418"/>
                </a:cubicBezTo>
                <a:cubicBezTo>
                  <a:pt x="9493" y="3224"/>
                  <a:pt x="8223" y="4427"/>
                  <a:pt x="6932" y="5464"/>
                </a:cubicBezTo>
                <a:cubicBezTo>
                  <a:pt x="5585" y="6568"/>
                  <a:pt x="4548" y="7892"/>
                  <a:pt x="3555" y="9162"/>
                </a:cubicBezTo>
                <a:cubicBezTo>
                  <a:pt x="2440" y="10563"/>
                  <a:pt x="1248" y="11855"/>
                  <a:pt x="751" y="13334"/>
                </a:cubicBezTo>
                <a:cubicBezTo>
                  <a:pt x="177" y="15023"/>
                  <a:pt x="0" y="16590"/>
                  <a:pt x="11" y="17925"/>
                </a:cubicBezTo>
                <a:cubicBezTo>
                  <a:pt x="45" y="19658"/>
                  <a:pt x="828" y="20939"/>
                  <a:pt x="1667" y="22120"/>
                </a:cubicBezTo>
                <a:cubicBezTo>
                  <a:pt x="2528" y="23334"/>
                  <a:pt x="3588" y="24316"/>
                  <a:pt x="5089" y="24967"/>
                </a:cubicBezTo>
                <a:cubicBezTo>
                  <a:pt x="6402" y="25541"/>
                  <a:pt x="7903" y="25751"/>
                  <a:pt x="9548" y="25917"/>
                </a:cubicBezTo>
                <a:cubicBezTo>
                  <a:pt x="9873" y="25950"/>
                  <a:pt x="10179" y="25967"/>
                  <a:pt x="10469" y="25967"/>
                </a:cubicBezTo>
                <a:cubicBezTo>
                  <a:pt x="12178" y="25967"/>
                  <a:pt x="13308" y="25387"/>
                  <a:pt x="14195" y="24283"/>
                </a:cubicBezTo>
                <a:cubicBezTo>
                  <a:pt x="15221" y="22992"/>
                  <a:pt x="16104" y="21358"/>
                  <a:pt x="16943" y="19780"/>
                </a:cubicBezTo>
                <a:cubicBezTo>
                  <a:pt x="17804" y="18157"/>
                  <a:pt x="18665" y="16733"/>
                  <a:pt x="20398" y="16126"/>
                </a:cubicBezTo>
                <a:cubicBezTo>
                  <a:pt x="21277" y="15823"/>
                  <a:pt x="22082" y="15715"/>
                  <a:pt x="22829" y="15715"/>
                </a:cubicBezTo>
                <a:cubicBezTo>
                  <a:pt x="24171" y="15715"/>
                  <a:pt x="25323" y="16063"/>
                  <a:pt x="26380" y="16248"/>
                </a:cubicBezTo>
                <a:cubicBezTo>
                  <a:pt x="26714" y="16310"/>
                  <a:pt x="27029" y="16348"/>
                  <a:pt x="27329" y="16348"/>
                </a:cubicBezTo>
                <a:cubicBezTo>
                  <a:pt x="28631" y="16348"/>
                  <a:pt x="29662" y="15628"/>
                  <a:pt x="30729" y="12992"/>
                </a:cubicBezTo>
                <a:cubicBezTo>
                  <a:pt x="31700" y="10685"/>
                  <a:pt x="32086" y="10817"/>
                  <a:pt x="31866" y="8146"/>
                </a:cubicBezTo>
                <a:cubicBezTo>
                  <a:pt x="31744" y="6656"/>
                  <a:pt x="30883" y="5199"/>
                  <a:pt x="29636" y="3753"/>
                </a:cubicBezTo>
                <a:cubicBezTo>
                  <a:pt x="28709" y="2694"/>
                  <a:pt x="27539" y="1623"/>
                  <a:pt x="25663" y="884"/>
                </a:cubicBezTo>
                <a:cubicBezTo>
                  <a:pt x="24135" y="288"/>
                  <a:pt x="22512" y="0"/>
                  <a:pt x="208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"/>
          <p:cNvSpPr/>
          <p:nvPr/>
        </p:nvSpPr>
        <p:spPr>
          <a:xfrm rot="-2250997">
            <a:off x="-297761" y="-307745"/>
            <a:ext cx="2025729" cy="1002182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330400" y="-613900"/>
            <a:ext cx="1460550" cy="1325725"/>
          </a:xfrm>
          <a:custGeom>
            <a:avLst/>
            <a:gdLst/>
            <a:ahLst/>
            <a:cxnLst/>
            <a:rect l="l" t="t" r="r" b="b"/>
            <a:pathLst>
              <a:path w="58422" h="53029" extrusionOk="0">
                <a:moveTo>
                  <a:pt x="37082" y="1"/>
                </a:moveTo>
                <a:cubicBezTo>
                  <a:pt x="31913" y="1"/>
                  <a:pt x="25460" y="1926"/>
                  <a:pt x="17462" y="6601"/>
                </a:cubicBezTo>
                <a:cubicBezTo>
                  <a:pt x="3499" y="14780"/>
                  <a:pt x="1" y="35144"/>
                  <a:pt x="15563" y="47296"/>
                </a:cubicBezTo>
                <a:cubicBezTo>
                  <a:pt x="20821" y="51395"/>
                  <a:pt x="26338" y="53028"/>
                  <a:pt x="31530" y="53028"/>
                </a:cubicBezTo>
                <a:cubicBezTo>
                  <a:pt x="41716" y="53028"/>
                  <a:pt x="50651" y="46741"/>
                  <a:pt x="53919" y="40453"/>
                </a:cubicBezTo>
                <a:cubicBezTo>
                  <a:pt x="57890" y="32812"/>
                  <a:pt x="58422" y="1"/>
                  <a:pt x="370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3"/>
          <p:cNvSpPr/>
          <p:nvPr/>
        </p:nvSpPr>
        <p:spPr>
          <a:xfrm rot="-2553372">
            <a:off x="8253368" y="3824651"/>
            <a:ext cx="2136309" cy="1567695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"/>
          <p:cNvSpPr/>
          <p:nvPr/>
        </p:nvSpPr>
        <p:spPr>
          <a:xfrm rot="-1616086">
            <a:off x="7941236" y="4538700"/>
            <a:ext cx="1910957" cy="650299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4980700" y="2321225"/>
            <a:ext cx="3448200" cy="15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2"/>
          </p:nvPr>
        </p:nvSpPr>
        <p:spPr>
          <a:xfrm>
            <a:off x="4980700" y="1934825"/>
            <a:ext cx="3448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10800000">
            <a:off x="7717715" y="-576624"/>
            <a:ext cx="2123375" cy="1481400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"/>
          <p:cNvSpPr/>
          <p:nvPr/>
        </p:nvSpPr>
        <p:spPr>
          <a:xfrm rot="10800000">
            <a:off x="-145248" y="-854774"/>
            <a:ext cx="1460550" cy="1325725"/>
          </a:xfrm>
          <a:custGeom>
            <a:avLst/>
            <a:gdLst/>
            <a:ahLst/>
            <a:cxnLst/>
            <a:rect l="l" t="t" r="r" b="b"/>
            <a:pathLst>
              <a:path w="58422" h="53029" extrusionOk="0">
                <a:moveTo>
                  <a:pt x="37082" y="1"/>
                </a:moveTo>
                <a:cubicBezTo>
                  <a:pt x="31913" y="1"/>
                  <a:pt x="25460" y="1926"/>
                  <a:pt x="17462" y="6601"/>
                </a:cubicBezTo>
                <a:cubicBezTo>
                  <a:pt x="3499" y="14780"/>
                  <a:pt x="1" y="35144"/>
                  <a:pt x="15563" y="47296"/>
                </a:cubicBezTo>
                <a:cubicBezTo>
                  <a:pt x="20821" y="51395"/>
                  <a:pt x="26338" y="53028"/>
                  <a:pt x="31530" y="53028"/>
                </a:cubicBezTo>
                <a:cubicBezTo>
                  <a:pt x="41716" y="53028"/>
                  <a:pt x="50651" y="46741"/>
                  <a:pt x="53919" y="40453"/>
                </a:cubicBezTo>
                <a:cubicBezTo>
                  <a:pt x="57890" y="32812"/>
                  <a:pt x="58422" y="1"/>
                  <a:pt x="370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"/>
          <p:cNvSpPr/>
          <p:nvPr/>
        </p:nvSpPr>
        <p:spPr>
          <a:xfrm rot="-7168020">
            <a:off x="-551156" y="4104050"/>
            <a:ext cx="2136254" cy="1567654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"/>
          <p:cNvSpPr/>
          <p:nvPr/>
        </p:nvSpPr>
        <p:spPr>
          <a:xfrm rot="-6288656">
            <a:off x="7829114" y="4029638"/>
            <a:ext cx="2163227" cy="1896036"/>
          </a:xfrm>
          <a:custGeom>
            <a:avLst/>
            <a:gdLst/>
            <a:ahLst/>
            <a:cxnLst/>
            <a:rect l="l" t="t" r="r" b="b"/>
            <a:pathLst>
              <a:path w="59847" h="52455" extrusionOk="0">
                <a:moveTo>
                  <a:pt x="20669" y="1"/>
                </a:moveTo>
                <a:cubicBezTo>
                  <a:pt x="17192" y="1"/>
                  <a:pt x="12991" y="1383"/>
                  <a:pt x="8963" y="4728"/>
                </a:cubicBezTo>
                <a:cubicBezTo>
                  <a:pt x="1" y="12167"/>
                  <a:pt x="1215" y="22675"/>
                  <a:pt x="7970" y="32564"/>
                </a:cubicBezTo>
                <a:cubicBezTo>
                  <a:pt x="13255" y="40293"/>
                  <a:pt x="27512" y="52454"/>
                  <a:pt x="39145" y="52454"/>
                </a:cubicBezTo>
                <a:cubicBezTo>
                  <a:pt x="42380" y="52454"/>
                  <a:pt x="45412" y="51513"/>
                  <a:pt x="47992" y="49275"/>
                </a:cubicBezTo>
                <a:cubicBezTo>
                  <a:pt x="59846" y="38988"/>
                  <a:pt x="54416" y="24650"/>
                  <a:pt x="43058" y="21361"/>
                </a:cubicBezTo>
                <a:cubicBezTo>
                  <a:pt x="31689" y="18061"/>
                  <a:pt x="29692" y="9992"/>
                  <a:pt x="28466" y="4728"/>
                </a:cubicBezTo>
                <a:cubicBezTo>
                  <a:pt x="27806" y="1885"/>
                  <a:pt x="24731" y="1"/>
                  <a:pt x="20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rot="-9767506">
            <a:off x="7678760" y="4369280"/>
            <a:ext cx="1412403" cy="1143013"/>
          </a:xfrm>
          <a:custGeom>
            <a:avLst/>
            <a:gdLst/>
            <a:ahLst/>
            <a:cxnLst/>
            <a:rect l="l" t="t" r="r" b="b"/>
            <a:pathLst>
              <a:path w="32087" h="25967" extrusionOk="0">
                <a:moveTo>
                  <a:pt x="20835" y="0"/>
                </a:moveTo>
                <a:cubicBezTo>
                  <a:pt x="20803" y="0"/>
                  <a:pt x="20772" y="0"/>
                  <a:pt x="20740" y="1"/>
                </a:cubicBezTo>
                <a:cubicBezTo>
                  <a:pt x="19106" y="23"/>
                  <a:pt x="17484" y="464"/>
                  <a:pt x="15828" y="939"/>
                </a:cubicBezTo>
                <a:cubicBezTo>
                  <a:pt x="14239" y="1402"/>
                  <a:pt x="12484" y="1623"/>
                  <a:pt x="10983" y="2418"/>
                </a:cubicBezTo>
                <a:cubicBezTo>
                  <a:pt x="9493" y="3224"/>
                  <a:pt x="8223" y="4427"/>
                  <a:pt x="6932" y="5464"/>
                </a:cubicBezTo>
                <a:cubicBezTo>
                  <a:pt x="5585" y="6568"/>
                  <a:pt x="4548" y="7892"/>
                  <a:pt x="3555" y="9162"/>
                </a:cubicBezTo>
                <a:cubicBezTo>
                  <a:pt x="2440" y="10563"/>
                  <a:pt x="1248" y="11855"/>
                  <a:pt x="751" y="13334"/>
                </a:cubicBezTo>
                <a:cubicBezTo>
                  <a:pt x="177" y="15023"/>
                  <a:pt x="0" y="16590"/>
                  <a:pt x="11" y="17925"/>
                </a:cubicBezTo>
                <a:cubicBezTo>
                  <a:pt x="45" y="19658"/>
                  <a:pt x="828" y="20939"/>
                  <a:pt x="1667" y="22120"/>
                </a:cubicBezTo>
                <a:cubicBezTo>
                  <a:pt x="2528" y="23334"/>
                  <a:pt x="3588" y="24316"/>
                  <a:pt x="5089" y="24967"/>
                </a:cubicBezTo>
                <a:cubicBezTo>
                  <a:pt x="6402" y="25541"/>
                  <a:pt x="7903" y="25751"/>
                  <a:pt x="9548" y="25917"/>
                </a:cubicBezTo>
                <a:cubicBezTo>
                  <a:pt x="9873" y="25950"/>
                  <a:pt x="10179" y="25967"/>
                  <a:pt x="10469" y="25967"/>
                </a:cubicBezTo>
                <a:cubicBezTo>
                  <a:pt x="12178" y="25967"/>
                  <a:pt x="13308" y="25387"/>
                  <a:pt x="14195" y="24283"/>
                </a:cubicBezTo>
                <a:cubicBezTo>
                  <a:pt x="15221" y="22992"/>
                  <a:pt x="16104" y="21358"/>
                  <a:pt x="16943" y="19780"/>
                </a:cubicBezTo>
                <a:cubicBezTo>
                  <a:pt x="17804" y="18157"/>
                  <a:pt x="18665" y="16733"/>
                  <a:pt x="20398" y="16126"/>
                </a:cubicBezTo>
                <a:cubicBezTo>
                  <a:pt x="21277" y="15823"/>
                  <a:pt x="22082" y="15715"/>
                  <a:pt x="22829" y="15715"/>
                </a:cubicBezTo>
                <a:cubicBezTo>
                  <a:pt x="24171" y="15715"/>
                  <a:pt x="25323" y="16063"/>
                  <a:pt x="26380" y="16248"/>
                </a:cubicBezTo>
                <a:cubicBezTo>
                  <a:pt x="26714" y="16310"/>
                  <a:pt x="27029" y="16348"/>
                  <a:pt x="27329" y="16348"/>
                </a:cubicBezTo>
                <a:cubicBezTo>
                  <a:pt x="28631" y="16348"/>
                  <a:pt x="29662" y="15628"/>
                  <a:pt x="30729" y="12992"/>
                </a:cubicBezTo>
                <a:cubicBezTo>
                  <a:pt x="31700" y="10685"/>
                  <a:pt x="32086" y="10817"/>
                  <a:pt x="31866" y="8146"/>
                </a:cubicBezTo>
                <a:cubicBezTo>
                  <a:pt x="31744" y="6656"/>
                  <a:pt x="30883" y="5199"/>
                  <a:pt x="29636" y="3753"/>
                </a:cubicBezTo>
                <a:cubicBezTo>
                  <a:pt x="28709" y="2694"/>
                  <a:pt x="27539" y="1623"/>
                  <a:pt x="25663" y="884"/>
                </a:cubicBezTo>
                <a:cubicBezTo>
                  <a:pt x="24135" y="288"/>
                  <a:pt x="22512" y="0"/>
                  <a:pt x="208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"/>
          <p:cNvSpPr/>
          <p:nvPr/>
        </p:nvSpPr>
        <p:spPr>
          <a:xfrm rot="8549003">
            <a:off x="7372097" y="4439689"/>
            <a:ext cx="2025729" cy="1002182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17"/>
          <p:cNvSpPr/>
          <p:nvPr/>
        </p:nvSpPr>
        <p:spPr>
          <a:xfrm rot="10800000">
            <a:off x="-690885" y="4422301"/>
            <a:ext cx="1460550" cy="1325725"/>
          </a:xfrm>
          <a:custGeom>
            <a:avLst/>
            <a:gdLst/>
            <a:ahLst/>
            <a:cxnLst/>
            <a:rect l="l" t="t" r="r" b="b"/>
            <a:pathLst>
              <a:path w="58422" h="53029" extrusionOk="0">
                <a:moveTo>
                  <a:pt x="37082" y="1"/>
                </a:moveTo>
                <a:cubicBezTo>
                  <a:pt x="31913" y="1"/>
                  <a:pt x="25460" y="1926"/>
                  <a:pt x="17462" y="6601"/>
                </a:cubicBezTo>
                <a:cubicBezTo>
                  <a:pt x="3499" y="14780"/>
                  <a:pt x="1" y="35144"/>
                  <a:pt x="15563" y="47296"/>
                </a:cubicBezTo>
                <a:cubicBezTo>
                  <a:pt x="20821" y="51395"/>
                  <a:pt x="26338" y="53028"/>
                  <a:pt x="31530" y="53028"/>
                </a:cubicBezTo>
                <a:cubicBezTo>
                  <a:pt x="41716" y="53028"/>
                  <a:pt x="50651" y="46741"/>
                  <a:pt x="53919" y="40453"/>
                </a:cubicBezTo>
                <a:cubicBezTo>
                  <a:pt x="57890" y="32812"/>
                  <a:pt x="58422" y="1"/>
                  <a:pt x="370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"/>
          <p:cNvSpPr/>
          <p:nvPr/>
        </p:nvSpPr>
        <p:spPr>
          <a:xfrm rot="8246628">
            <a:off x="-1289612" y="-258219"/>
            <a:ext cx="2136309" cy="1567695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"/>
          <p:cNvSpPr/>
          <p:nvPr/>
        </p:nvSpPr>
        <p:spPr>
          <a:xfrm rot="9183914">
            <a:off x="-752128" y="-54873"/>
            <a:ext cx="1910957" cy="650299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1"/>
          </p:nvPr>
        </p:nvSpPr>
        <p:spPr>
          <a:xfrm>
            <a:off x="720000" y="2424100"/>
            <a:ext cx="25146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subTitle" idx="2"/>
          </p:nvPr>
        </p:nvSpPr>
        <p:spPr>
          <a:xfrm>
            <a:off x="720000" y="2950299"/>
            <a:ext cx="25146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ubTitle" idx="3"/>
          </p:nvPr>
        </p:nvSpPr>
        <p:spPr>
          <a:xfrm>
            <a:off x="3314775" y="2950299"/>
            <a:ext cx="25146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4"/>
          </p:nvPr>
        </p:nvSpPr>
        <p:spPr>
          <a:xfrm>
            <a:off x="5909550" y="2950299"/>
            <a:ext cx="25146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5"/>
          </p:nvPr>
        </p:nvSpPr>
        <p:spPr>
          <a:xfrm>
            <a:off x="3314775" y="2424100"/>
            <a:ext cx="25146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6"/>
          </p:nvPr>
        </p:nvSpPr>
        <p:spPr>
          <a:xfrm>
            <a:off x="5909550" y="2424100"/>
            <a:ext cx="25146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9" name="Google Shape;229;p19"/>
          <p:cNvSpPr/>
          <p:nvPr/>
        </p:nvSpPr>
        <p:spPr>
          <a:xfrm rot="1780328">
            <a:off x="-613444" y="4303888"/>
            <a:ext cx="2470887" cy="1247524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"/>
          <p:cNvSpPr/>
          <p:nvPr/>
        </p:nvSpPr>
        <p:spPr>
          <a:xfrm rot="652844">
            <a:off x="7415856" y="-581882"/>
            <a:ext cx="2253209" cy="1694155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9"/>
          <p:cNvSpPr/>
          <p:nvPr/>
        </p:nvSpPr>
        <p:spPr>
          <a:xfrm rot="1366337">
            <a:off x="-804521" y="-958423"/>
            <a:ext cx="2008149" cy="2093968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9"/>
          <p:cNvSpPr/>
          <p:nvPr/>
        </p:nvSpPr>
        <p:spPr>
          <a:xfrm rot="4029549">
            <a:off x="7968817" y="4046486"/>
            <a:ext cx="1368096" cy="2120266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-972950" y="4186950"/>
            <a:ext cx="2123375" cy="1481400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9"/>
          <p:cNvSpPr/>
          <p:nvPr/>
        </p:nvSpPr>
        <p:spPr>
          <a:xfrm rot="5400000">
            <a:off x="8135422" y="170833"/>
            <a:ext cx="1766975" cy="1296665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"/>
          <p:cNvSpPr/>
          <p:nvPr/>
        </p:nvSpPr>
        <p:spPr>
          <a:xfrm rot="1993220">
            <a:off x="-187298" y="-501110"/>
            <a:ext cx="1457315" cy="1179359"/>
          </a:xfrm>
          <a:custGeom>
            <a:avLst/>
            <a:gdLst/>
            <a:ahLst/>
            <a:cxnLst/>
            <a:rect l="l" t="t" r="r" b="b"/>
            <a:pathLst>
              <a:path w="32087" h="25967" extrusionOk="0">
                <a:moveTo>
                  <a:pt x="20835" y="0"/>
                </a:moveTo>
                <a:cubicBezTo>
                  <a:pt x="20803" y="0"/>
                  <a:pt x="20772" y="0"/>
                  <a:pt x="20740" y="1"/>
                </a:cubicBezTo>
                <a:cubicBezTo>
                  <a:pt x="19106" y="23"/>
                  <a:pt x="17484" y="464"/>
                  <a:pt x="15828" y="939"/>
                </a:cubicBezTo>
                <a:cubicBezTo>
                  <a:pt x="14239" y="1402"/>
                  <a:pt x="12484" y="1623"/>
                  <a:pt x="10983" y="2418"/>
                </a:cubicBezTo>
                <a:cubicBezTo>
                  <a:pt x="9493" y="3224"/>
                  <a:pt x="8223" y="4427"/>
                  <a:pt x="6932" y="5464"/>
                </a:cubicBezTo>
                <a:cubicBezTo>
                  <a:pt x="5585" y="6568"/>
                  <a:pt x="4548" y="7892"/>
                  <a:pt x="3555" y="9162"/>
                </a:cubicBezTo>
                <a:cubicBezTo>
                  <a:pt x="2440" y="10563"/>
                  <a:pt x="1248" y="11855"/>
                  <a:pt x="751" y="13334"/>
                </a:cubicBezTo>
                <a:cubicBezTo>
                  <a:pt x="177" y="15023"/>
                  <a:pt x="0" y="16590"/>
                  <a:pt x="11" y="17925"/>
                </a:cubicBezTo>
                <a:cubicBezTo>
                  <a:pt x="45" y="19658"/>
                  <a:pt x="828" y="20939"/>
                  <a:pt x="1667" y="22120"/>
                </a:cubicBezTo>
                <a:cubicBezTo>
                  <a:pt x="2528" y="23334"/>
                  <a:pt x="3588" y="24316"/>
                  <a:pt x="5089" y="24967"/>
                </a:cubicBezTo>
                <a:cubicBezTo>
                  <a:pt x="6402" y="25541"/>
                  <a:pt x="7903" y="25751"/>
                  <a:pt x="9548" y="25917"/>
                </a:cubicBezTo>
                <a:cubicBezTo>
                  <a:pt x="9873" y="25950"/>
                  <a:pt x="10179" y="25967"/>
                  <a:pt x="10469" y="25967"/>
                </a:cubicBezTo>
                <a:cubicBezTo>
                  <a:pt x="12178" y="25967"/>
                  <a:pt x="13308" y="25387"/>
                  <a:pt x="14195" y="24283"/>
                </a:cubicBezTo>
                <a:cubicBezTo>
                  <a:pt x="15221" y="22992"/>
                  <a:pt x="16104" y="21358"/>
                  <a:pt x="16943" y="19780"/>
                </a:cubicBezTo>
                <a:cubicBezTo>
                  <a:pt x="17804" y="18157"/>
                  <a:pt x="18665" y="16733"/>
                  <a:pt x="20398" y="16126"/>
                </a:cubicBezTo>
                <a:cubicBezTo>
                  <a:pt x="21277" y="15823"/>
                  <a:pt x="22082" y="15715"/>
                  <a:pt x="22829" y="15715"/>
                </a:cubicBezTo>
                <a:cubicBezTo>
                  <a:pt x="24171" y="15715"/>
                  <a:pt x="25323" y="16063"/>
                  <a:pt x="26380" y="16248"/>
                </a:cubicBezTo>
                <a:cubicBezTo>
                  <a:pt x="26714" y="16310"/>
                  <a:pt x="27029" y="16348"/>
                  <a:pt x="27329" y="16348"/>
                </a:cubicBezTo>
                <a:cubicBezTo>
                  <a:pt x="28631" y="16348"/>
                  <a:pt x="29662" y="15628"/>
                  <a:pt x="30729" y="12992"/>
                </a:cubicBezTo>
                <a:cubicBezTo>
                  <a:pt x="31700" y="10685"/>
                  <a:pt x="32086" y="10817"/>
                  <a:pt x="31866" y="8146"/>
                </a:cubicBezTo>
                <a:cubicBezTo>
                  <a:pt x="31744" y="6656"/>
                  <a:pt x="30883" y="5199"/>
                  <a:pt x="29636" y="3753"/>
                </a:cubicBezTo>
                <a:cubicBezTo>
                  <a:pt x="28709" y="2694"/>
                  <a:pt x="27539" y="1623"/>
                  <a:pt x="25663" y="884"/>
                </a:cubicBezTo>
                <a:cubicBezTo>
                  <a:pt x="24135" y="288"/>
                  <a:pt x="22512" y="0"/>
                  <a:pt x="208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"/>
          <p:cNvSpPr/>
          <p:nvPr/>
        </p:nvSpPr>
        <p:spPr>
          <a:xfrm rot="-3907273">
            <a:off x="7276212" y="4450964"/>
            <a:ext cx="1496175" cy="1311375"/>
          </a:xfrm>
          <a:custGeom>
            <a:avLst/>
            <a:gdLst/>
            <a:ahLst/>
            <a:cxnLst/>
            <a:rect l="l" t="t" r="r" b="b"/>
            <a:pathLst>
              <a:path w="59847" h="52455" extrusionOk="0">
                <a:moveTo>
                  <a:pt x="20669" y="1"/>
                </a:moveTo>
                <a:cubicBezTo>
                  <a:pt x="17192" y="1"/>
                  <a:pt x="12991" y="1383"/>
                  <a:pt x="8963" y="4728"/>
                </a:cubicBezTo>
                <a:cubicBezTo>
                  <a:pt x="1" y="12167"/>
                  <a:pt x="1215" y="22675"/>
                  <a:pt x="7970" y="32564"/>
                </a:cubicBezTo>
                <a:cubicBezTo>
                  <a:pt x="13255" y="40293"/>
                  <a:pt x="27512" y="52454"/>
                  <a:pt x="39145" y="52454"/>
                </a:cubicBezTo>
                <a:cubicBezTo>
                  <a:pt x="42380" y="52454"/>
                  <a:pt x="45412" y="51513"/>
                  <a:pt x="47992" y="49275"/>
                </a:cubicBezTo>
                <a:cubicBezTo>
                  <a:pt x="59846" y="38988"/>
                  <a:pt x="54416" y="24650"/>
                  <a:pt x="43058" y="21361"/>
                </a:cubicBezTo>
                <a:cubicBezTo>
                  <a:pt x="31689" y="18061"/>
                  <a:pt x="29692" y="9992"/>
                  <a:pt x="28466" y="4728"/>
                </a:cubicBezTo>
                <a:cubicBezTo>
                  <a:pt x="27806" y="1885"/>
                  <a:pt x="24731" y="1"/>
                  <a:pt x="206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19"/>
          <p:cNvGrpSpPr/>
          <p:nvPr/>
        </p:nvGrpSpPr>
        <p:grpSpPr>
          <a:xfrm rot="-3021926">
            <a:off x="8022245" y="212786"/>
            <a:ext cx="544100" cy="644959"/>
            <a:chOff x="6346125" y="2675525"/>
            <a:chExt cx="601100" cy="712525"/>
          </a:xfrm>
        </p:grpSpPr>
        <p:sp>
          <p:nvSpPr>
            <p:cNvPr id="238" name="Google Shape;238;p19"/>
            <p:cNvSpPr/>
            <p:nvPr/>
          </p:nvSpPr>
          <p:spPr>
            <a:xfrm>
              <a:off x="6374250" y="3203525"/>
              <a:ext cx="168725" cy="184525"/>
            </a:xfrm>
            <a:custGeom>
              <a:avLst/>
              <a:gdLst/>
              <a:ahLst/>
              <a:cxnLst/>
              <a:rect l="l" t="t" r="r" b="b"/>
              <a:pathLst>
                <a:path w="6749" h="7381" extrusionOk="0">
                  <a:moveTo>
                    <a:pt x="5194" y="0"/>
                  </a:moveTo>
                  <a:cubicBezTo>
                    <a:pt x="5066" y="0"/>
                    <a:pt x="4935" y="16"/>
                    <a:pt x="4803" y="49"/>
                  </a:cubicBezTo>
                  <a:cubicBezTo>
                    <a:pt x="4256" y="171"/>
                    <a:pt x="3891" y="596"/>
                    <a:pt x="3648" y="1083"/>
                  </a:cubicBezTo>
                  <a:cubicBezTo>
                    <a:pt x="3222" y="1873"/>
                    <a:pt x="2766" y="2603"/>
                    <a:pt x="2219" y="3332"/>
                  </a:cubicBezTo>
                  <a:cubicBezTo>
                    <a:pt x="2219" y="3362"/>
                    <a:pt x="2189" y="3393"/>
                    <a:pt x="2158" y="3423"/>
                  </a:cubicBezTo>
                  <a:cubicBezTo>
                    <a:pt x="2158" y="3423"/>
                    <a:pt x="2093" y="3505"/>
                    <a:pt x="2033" y="3581"/>
                  </a:cubicBezTo>
                  <a:lnTo>
                    <a:pt x="2033" y="3581"/>
                  </a:lnTo>
                  <a:cubicBezTo>
                    <a:pt x="2002" y="3610"/>
                    <a:pt x="1959" y="3653"/>
                    <a:pt x="1946" y="3666"/>
                  </a:cubicBezTo>
                  <a:cubicBezTo>
                    <a:pt x="1794" y="3879"/>
                    <a:pt x="1642" y="4062"/>
                    <a:pt x="1459" y="4274"/>
                  </a:cubicBezTo>
                  <a:cubicBezTo>
                    <a:pt x="1125" y="4639"/>
                    <a:pt x="791" y="5034"/>
                    <a:pt x="456" y="5399"/>
                  </a:cubicBezTo>
                  <a:cubicBezTo>
                    <a:pt x="61" y="5855"/>
                    <a:pt x="0" y="6463"/>
                    <a:pt x="365" y="6919"/>
                  </a:cubicBezTo>
                  <a:cubicBezTo>
                    <a:pt x="581" y="7213"/>
                    <a:pt x="924" y="7381"/>
                    <a:pt x="1278" y="7381"/>
                  </a:cubicBezTo>
                  <a:cubicBezTo>
                    <a:pt x="1473" y="7381"/>
                    <a:pt x="1671" y="7330"/>
                    <a:pt x="1854" y="7223"/>
                  </a:cubicBezTo>
                  <a:cubicBezTo>
                    <a:pt x="3557" y="6280"/>
                    <a:pt x="4894" y="4730"/>
                    <a:pt x="5988" y="3119"/>
                  </a:cubicBezTo>
                  <a:cubicBezTo>
                    <a:pt x="6079" y="2967"/>
                    <a:pt x="6201" y="2815"/>
                    <a:pt x="6292" y="2633"/>
                  </a:cubicBezTo>
                  <a:cubicBezTo>
                    <a:pt x="6353" y="2542"/>
                    <a:pt x="6414" y="2451"/>
                    <a:pt x="6475" y="2329"/>
                  </a:cubicBezTo>
                  <a:cubicBezTo>
                    <a:pt x="6687" y="1873"/>
                    <a:pt x="6748" y="1387"/>
                    <a:pt x="6535" y="900"/>
                  </a:cubicBezTo>
                  <a:cubicBezTo>
                    <a:pt x="6287" y="328"/>
                    <a:pt x="5773" y="0"/>
                    <a:pt x="5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6346125" y="2989975"/>
              <a:ext cx="151250" cy="213350"/>
            </a:xfrm>
            <a:custGeom>
              <a:avLst/>
              <a:gdLst/>
              <a:ahLst/>
              <a:cxnLst/>
              <a:rect l="l" t="t" r="r" b="b"/>
              <a:pathLst>
                <a:path w="6050" h="8534" extrusionOk="0">
                  <a:moveTo>
                    <a:pt x="4514" y="1"/>
                  </a:moveTo>
                  <a:cubicBezTo>
                    <a:pt x="4051" y="1"/>
                    <a:pt x="3585" y="217"/>
                    <a:pt x="3344" y="658"/>
                  </a:cubicBezTo>
                  <a:cubicBezTo>
                    <a:pt x="2220" y="2847"/>
                    <a:pt x="1004" y="5065"/>
                    <a:pt x="153" y="7406"/>
                  </a:cubicBezTo>
                  <a:cubicBezTo>
                    <a:pt x="1" y="7771"/>
                    <a:pt x="244" y="8227"/>
                    <a:pt x="548" y="8409"/>
                  </a:cubicBezTo>
                  <a:cubicBezTo>
                    <a:pt x="694" y="8489"/>
                    <a:pt x="874" y="8533"/>
                    <a:pt x="1052" y="8533"/>
                  </a:cubicBezTo>
                  <a:cubicBezTo>
                    <a:pt x="1281" y="8533"/>
                    <a:pt x="1505" y="8459"/>
                    <a:pt x="1642" y="8287"/>
                  </a:cubicBezTo>
                  <a:cubicBezTo>
                    <a:pt x="3162" y="6312"/>
                    <a:pt x="4408" y="4154"/>
                    <a:pt x="5685" y="2026"/>
                  </a:cubicBezTo>
                  <a:cubicBezTo>
                    <a:pt x="6049" y="1418"/>
                    <a:pt x="5837" y="506"/>
                    <a:pt x="5198" y="172"/>
                  </a:cubicBezTo>
                  <a:cubicBezTo>
                    <a:pt x="4992" y="58"/>
                    <a:pt x="4753" y="1"/>
                    <a:pt x="45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6566500" y="2890125"/>
              <a:ext cx="176325" cy="224875"/>
            </a:xfrm>
            <a:custGeom>
              <a:avLst/>
              <a:gdLst/>
              <a:ahLst/>
              <a:cxnLst/>
              <a:rect l="l" t="t" r="r" b="b"/>
              <a:pathLst>
                <a:path w="7053" h="8995" extrusionOk="0">
                  <a:moveTo>
                    <a:pt x="5374" y="1"/>
                  </a:moveTo>
                  <a:cubicBezTo>
                    <a:pt x="4880" y="1"/>
                    <a:pt x="4357" y="231"/>
                    <a:pt x="4165" y="701"/>
                  </a:cubicBezTo>
                  <a:cubicBezTo>
                    <a:pt x="4013" y="1065"/>
                    <a:pt x="3830" y="1430"/>
                    <a:pt x="3709" y="1795"/>
                  </a:cubicBezTo>
                  <a:lnTo>
                    <a:pt x="3678" y="1795"/>
                  </a:lnTo>
                  <a:cubicBezTo>
                    <a:pt x="3678" y="1856"/>
                    <a:pt x="3648" y="1886"/>
                    <a:pt x="3648" y="1916"/>
                  </a:cubicBezTo>
                  <a:cubicBezTo>
                    <a:pt x="3618" y="1947"/>
                    <a:pt x="3618" y="1977"/>
                    <a:pt x="3618" y="1977"/>
                  </a:cubicBezTo>
                  <a:cubicBezTo>
                    <a:pt x="3557" y="2129"/>
                    <a:pt x="3466" y="2281"/>
                    <a:pt x="3405" y="2433"/>
                  </a:cubicBezTo>
                  <a:cubicBezTo>
                    <a:pt x="3131" y="2980"/>
                    <a:pt x="2827" y="3558"/>
                    <a:pt x="2523" y="4075"/>
                  </a:cubicBezTo>
                  <a:cubicBezTo>
                    <a:pt x="2219" y="4622"/>
                    <a:pt x="1885" y="5108"/>
                    <a:pt x="1520" y="5594"/>
                  </a:cubicBezTo>
                  <a:cubicBezTo>
                    <a:pt x="1338" y="5868"/>
                    <a:pt x="1155" y="6111"/>
                    <a:pt x="973" y="6385"/>
                  </a:cubicBezTo>
                  <a:cubicBezTo>
                    <a:pt x="943" y="6415"/>
                    <a:pt x="912" y="6445"/>
                    <a:pt x="882" y="6506"/>
                  </a:cubicBezTo>
                  <a:cubicBezTo>
                    <a:pt x="852" y="6506"/>
                    <a:pt x="852" y="6537"/>
                    <a:pt x="821" y="6537"/>
                  </a:cubicBezTo>
                  <a:cubicBezTo>
                    <a:pt x="730" y="6689"/>
                    <a:pt x="608" y="6810"/>
                    <a:pt x="487" y="6962"/>
                  </a:cubicBezTo>
                  <a:cubicBezTo>
                    <a:pt x="92" y="7448"/>
                    <a:pt x="0" y="8178"/>
                    <a:pt x="487" y="8664"/>
                  </a:cubicBezTo>
                  <a:cubicBezTo>
                    <a:pt x="741" y="8888"/>
                    <a:pt x="1031" y="8995"/>
                    <a:pt x="1323" y="8995"/>
                  </a:cubicBezTo>
                  <a:cubicBezTo>
                    <a:pt x="1624" y="8995"/>
                    <a:pt x="1926" y="8881"/>
                    <a:pt x="2189" y="8664"/>
                  </a:cubicBezTo>
                  <a:cubicBezTo>
                    <a:pt x="4256" y="6841"/>
                    <a:pt x="5928" y="4439"/>
                    <a:pt x="6809" y="1825"/>
                  </a:cubicBezTo>
                  <a:cubicBezTo>
                    <a:pt x="7052" y="1126"/>
                    <a:pt x="6596" y="366"/>
                    <a:pt x="5958" y="123"/>
                  </a:cubicBezTo>
                  <a:cubicBezTo>
                    <a:pt x="5786" y="42"/>
                    <a:pt x="5583" y="1"/>
                    <a:pt x="5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6657225" y="2934975"/>
              <a:ext cx="2000" cy="3200"/>
            </a:xfrm>
            <a:custGeom>
              <a:avLst/>
              <a:gdLst/>
              <a:ahLst/>
              <a:cxnLst/>
              <a:rect l="l" t="t" r="r" b="b"/>
              <a:pathLst>
                <a:path w="80" h="128" extrusionOk="0">
                  <a:moveTo>
                    <a:pt x="80" y="1"/>
                  </a:moveTo>
                  <a:cubicBezTo>
                    <a:pt x="63" y="1"/>
                    <a:pt x="47" y="18"/>
                    <a:pt x="35" y="44"/>
                  </a:cubicBezTo>
                  <a:lnTo>
                    <a:pt x="35" y="44"/>
                  </a:lnTo>
                  <a:cubicBezTo>
                    <a:pt x="47" y="26"/>
                    <a:pt x="62" y="10"/>
                    <a:pt x="80" y="1"/>
                  </a:cubicBezTo>
                  <a:close/>
                  <a:moveTo>
                    <a:pt x="35" y="44"/>
                  </a:moveTo>
                  <a:cubicBezTo>
                    <a:pt x="11" y="82"/>
                    <a:pt x="1" y="127"/>
                    <a:pt x="11" y="127"/>
                  </a:cubicBezTo>
                  <a:cubicBezTo>
                    <a:pt x="13" y="127"/>
                    <a:pt x="16" y="126"/>
                    <a:pt x="19" y="122"/>
                  </a:cubicBezTo>
                  <a:cubicBezTo>
                    <a:pt x="19" y="94"/>
                    <a:pt x="25" y="66"/>
                    <a:pt x="35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557375" y="2799375"/>
              <a:ext cx="700" cy="375"/>
            </a:xfrm>
            <a:custGeom>
              <a:avLst/>
              <a:gdLst/>
              <a:ahLst/>
              <a:cxnLst/>
              <a:rect l="l" t="t" r="r" b="b"/>
              <a:pathLst>
                <a:path w="28" h="15" extrusionOk="0">
                  <a:moveTo>
                    <a:pt x="21" y="1"/>
                  </a:moveTo>
                  <a:cubicBezTo>
                    <a:pt x="18" y="1"/>
                    <a:pt x="11" y="4"/>
                    <a:pt x="1" y="14"/>
                  </a:cubicBezTo>
                  <a:cubicBezTo>
                    <a:pt x="21" y="14"/>
                    <a:pt x="28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6539150" y="2685925"/>
              <a:ext cx="141475" cy="171775"/>
            </a:xfrm>
            <a:custGeom>
              <a:avLst/>
              <a:gdLst/>
              <a:ahLst/>
              <a:cxnLst/>
              <a:rect l="l" t="t" r="r" b="b"/>
              <a:pathLst>
                <a:path w="5659" h="6871" extrusionOk="0">
                  <a:moveTo>
                    <a:pt x="5593" y="1179"/>
                  </a:moveTo>
                  <a:cubicBezTo>
                    <a:pt x="5605" y="1227"/>
                    <a:pt x="5612" y="1280"/>
                    <a:pt x="5619" y="1334"/>
                  </a:cubicBezTo>
                  <a:lnTo>
                    <a:pt x="5619" y="1334"/>
                  </a:lnTo>
                  <a:cubicBezTo>
                    <a:pt x="5611" y="1282"/>
                    <a:pt x="5602" y="1230"/>
                    <a:pt x="5593" y="1179"/>
                  </a:cubicBezTo>
                  <a:close/>
                  <a:moveTo>
                    <a:pt x="4314" y="0"/>
                  </a:moveTo>
                  <a:cubicBezTo>
                    <a:pt x="4204" y="0"/>
                    <a:pt x="4092" y="17"/>
                    <a:pt x="3982" y="54"/>
                  </a:cubicBezTo>
                  <a:cubicBezTo>
                    <a:pt x="3648" y="175"/>
                    <a:pt x="3405" y="358"/>
                    <a:pt x="3161" y="601"/>
                  </a:cubicBezTo>
                  <a:cubicBezTo>
                    <a:pt x="2949" y="844"/>
                    <a:pt x="2827" y="1118"/>
                    <a:pt x="2705" y="1422"/>
                  </a:cubicBezTo>
                  <a:cubicBezTo>
                    <a:pt x="2432" y="2060"/>
                    <a:pt x="2097" y="2698"/>
                    <a:pt x="1702" y="3306"/>
                  </a:cubicBezTo>
                  <a:cubicBezTo>
                    <a:pt x="1611" y="3458"/>
                    <a:pt x="1490" y="3610"/>
                    <a:pt x="1398" y="3732"/>
                  </a:cubicBezTo>
                  <a:cubicBezTo>
                    <a:pt x="1368" y="3762"/>
                    <a:pt x="1368" y="3762"/>
                    <a:pt x="1368" y="3793"/>
                  </a:cubicBezTo>
                  <a:cubicBezTo>
                    <a:pt x="1246" y="3914"/>
                    <a:pt x="1125" y="4066"/>
                    <a:pt x="1003" y="4218"/>
                  </a:cubicBezTo>
                  <a:cubicBezTo>
                    <a:pt x="947" y="4302"/>
                    <a:pt x="891" y="4360"/>
                    <a:pt x="859" y="4440"/>
                  </a:cubicBezTo>
                  <a:lnTo>
                    <a:pt x="859" y="4440"/>
                  </a:lnTo>
                  <a:cubicBezTo>
                    <a:pt x="832" y="4479"/>
                    <a:pt x="799" y="4527"/>
                    <a:pt x="760" y="4583"/>
                  </a:cubicBezTo>
                  <a:cubicBezTo>
                    <a:pt x="733" y="4610"/>
                    <a:pt x="706" y="4637"/>
                    <a:pt x="679" y="4664"/>
                  </a:cubicBezTo>
                  <a:lnTo>
                    <a:pt x="679" y="4664"/>
                  </a:lnTo>
                  <a:cubicBezTo>
                    <a:pt x="707" y="4618"/>
                    <a:pt x="740" y="4572"/>
                    <a:pt x="760" y="4552"/>
                  </a:cubicBezTo>
                  <a:lnTo>
                    <a:pt x="760" y="4552"/>
                  </a:lnTo>
                  <a:cubicBezTo>
                    <a:pt x="730" y="4552"/>
                    <a:pt x="699" y="4613"/>
                    <a:pt x="669" y="4674"/>
                  </a:cubicBezTo>
                  <a:cubicBezTo>
                    <a:pt x="672" y="4671"/>
                    <a:pt x="675" y="4668"/>
                    <a:pt x="679" y="4664"/>
                  </a:cubicBezTo>
                  <a:lnTo>
                    <a:pt x="679" y="4664"/>
                  </a:lnTo>
                  <a:cubicBezTo>
                    <a:pt x="663" y="4689"/>
                    <a:pt x="649" y="4714"/>
                    <a:pt x="638" y="4735"/>
                  </a:cubicBezTo>
                  <a:cubicBezTo>
                    <a:pt x="578" y="4796"/>
                    <a:pt x="517" y="4887"/>
                    <a:pt x="426" y="4948"/>
                  </a:cubicBezTo>
                  <a:cubicBezTo>
                    <a:pt x="61" y="5373"/>
                    <a:pt x="0" y="5981"/>
                    <a:pt x="365" y="6437"/>
                  </a:cubicBezTo>
                  <a:cubicBezTo>
                    <a:pt x="579" y="6710"/>
                    <a:pt x="906" y="6870"/>
                    <a:pt x="1241" y="6870"/>
                  </a:cubicBezTo>
                  <a:cubicBezTo>
                    <a:pt x="1429" y="6870"/>
                    <a:pt x="1619" y="6820"/>
                    <a:pt x="1794" y="6711"/>
                  </a:cubicBezTo>
                  <a:cubicBezTo>
                    <a:pt x="2249" y="6467"/>
                    <a:pt x="2705" y="6163"/>
                    <a:pt x="3101" y="5799"/>
                  </a:cubicBezTo>
                  <a:cubicBezTo>
                    <a:pt x="3465" y="5495"/>
                    <a:pt x="3769" y="5130"/>
                    <a:pt x="4043" y="4765"/>
                  </a:cubicBezTo>
                  <a:cubicBezTo>
                    <a:pt x="4408" y="4309"/>
                    <a:pt x="4742" y="3884"/>
                    <a:pt x="4985" y="3397"/>
                  </a:cubicBezTo>
                  <a:cubicBezTo>
                    <a:pt x="5107" y="3185"/>
                    <a:pt x="5198" y="3002"/>
                    <a:pt x="5289" y="2789"/>
                  </a:cubicBezTo>
                  <a:cubicBezTo>
                    <a:pt x="5380" y="2577"/>
                    <a:pt x="5471" y="2364"/>
                    <a:pt x="5563" y="2151"/>
                  </a:cubicBezTo>
                  <a:cubicBezTo>
                    <a:pt x="5647" y="1940"/>
                    <a:pt x="5658" y="1715"/>
                    <a:pt x="5637" y="1485"/>
                  </a:cubicBezTo>
                  <a:lnTo>
                    <a:pt x="5637" y="1485"/>
                  </a:lnTo>
                  <a:cubicBezTo>
                    <a:pt x="5641" y="1516"/>
                    <a:pt x="5647" y="1546"/>
                    <a:pt x="5654" y="1574"/>
                  </a:cubicBezTo>
                  <a:cubicBezTo>
                    <a:pt x="5623" y="1239"/>
                    <a:pt x="5623" y="905"/>
                    <a:pt x="5411" y="631"/>
                  </a:cubicBezTo>
                  <a:cubicBezTo>
                    <a:pt x="5168" y="267"/>
                    <a:pt x="4751" y="0"/>
                    <a:pt x="4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6738225" y="2675525"/>
              <a:ext cx="126175" cy="157000"/>
            </a:xfrm>
            <a:custGeom>
              <a:avLst/>
              <a:gdLst/>
              <a:ahLst/>
              <a:cxnLst/>
              <a:rect l="l" t="t" r="r" b="b"/>
              <a:pathLst>
                <a:path w="5047" h="6280" extrusionOk="0">
                  <a:moveTo>
                    <a:pt x="3669" y="1"/>
                  </a:moveTo>
                  <a:cubicBezTo>
                    <a:pt x="3315" y="1"/>
                    <a:pt x="3052" y="146"/>
                    <a:pt x="2767" y="379"/>
                  </a:cubicBezTo>
                  <a:cubicBezTo>
                    <a:pt x="2311" y="743"/>
                    <a:pt x="2281" y="1503"/>
                    <a:pt x="2098" y="2020"/>
                  </a:cubicBezTo>
                  <a:cubicBezTo>
                    <a:pt x="2068" y="2111"/>
                    <a:pt x="2037" y="2202"/>
                    <a:pt x="2007" y="2324"/>
                  </a:cubicBezTo>
                  <a:cubicBezTo>
                    <a:pt x="2007" y="2324"/>
                    <a:pt x="2007" y="2324"/>
                    <a:pt x="1977" y="2354"/>
                  </a:cubicBezTo>
                  <a:cubicBezTo>
                    <a:pt x="1885" y="2567"/>
                    <a:pt x="1794" y="2750"/>
                    <a:pt x="1673" y="2962"/>
                  </a:cubicBezTo>
                  <a:cubicBezTo>
                    <a:pt x="1581" y="3114"/>
                    <a:pt x="1490" y="3297"/>
                    <a:pt x="1369" y="3479"/>
                  </a:cubicBezTo>
                  <a:cubicBezTo>
                    <a:pt x="1308" y="3570"/>
                    <a:pt x="1247" y="3661"/>
                    <a:pt x="1186" y="3753"/>
                  </a:cubicBezTo>
                  <a:cubicBezTo>
                    <a:pt x="1186" y="3783"/>
                    <a:pt x="1156" y="3813"/>
                    <a:pt x="1125" y="3844"/>
                  </a:cubicBezTo>
                  <a:cubicBezTo>
                    <a:pt x="1095" y="3874"/>
                    <a:pt x="1065" y="3905"/>
                    <a:pt x="1065" y="3935"/>
                  </a:cubicBezTo>
                  <a:cubicBezTo>
                    <a:pt x="1034" y="3996"/>
                    <a:pt x="974" y="4026"/>
                    <a:pt x="943" y="4087"/>
                  </a:cubicBezTo>
                  <a:cubicBezTo>
                    <a:pt x="852" y="4178"/>
                    <a:pt x="761" y="4269"/>
                    <a:pt x="670" y="4391"/>
                  </a:cubicBezTo>
                  <a:cubicBezTo>
                    <a:pt x="609" y="4482"/>
                    <a:pt x="518" y="4604"/>
                    <a:pt x="457" y="4695"/>
                  </a:cubicBezTo>
                  <a:cubicBezTo>
                    <a:pt x="426" y="4725"/>
                    <a:pt x="426" y="4756"/>
                    <a:pt x="426" y="4756"/>
                  </a:cubicBezTo>
                  <a:cubicBezTo>
                    <a:pt x="396" y="4786"/>
                    <a:pt x="366" y="4816"/>
                    <a:pt x="335" y="4847"/>
                  </a:cubicBezTo>
                  <a:cubicBezTo>
                    <a:pt x="122" y="5120"/>
                    <a:pt x="1" y="5516"/>
                    <a:pt x="214" y="5850"/>
                  </a:cubicBezTo>
                  <a:cubicBezTo>
                    <a:pt x="360" y="6094"/>
                    <a:pt x="645" y="6280"/>
                    <a:pt x="940" y="6280"/>
                  </a:cubicBezTo>
                  <a:cubicBezTo>
                    <a:pt x="1012" y="6280"/>
                    <a:pt x="1084" y="6269"/>
                    <a:pt x="1156" y="6245"/>
                  </a:cubicBezTo>
                  <a:cubicBezTo>
                    <a:pt x="1429" y="6154"/>
                    <a:pt x="1673" y="6032"/>
                    <a:pt x="1946" y="5911"/>
                  </a:cubicBezTo>
                  <a:cubicBezTo>
                    <a:pt x="2189" y="5789"/>
                    <a:pt x="2433" y="5576"/>
                    <a:pt x="2645" y="5394"/>
                  </a:cubicBezTo>
                  <a:cubicBezTo>
                    <a:pt x="3071" y="5029"/>
                    <a:pt x="3436" y="4634"/>
                    <a:pt x="3770" y="4209"/>
                  </a:cubicBezTo>
                  <a:cubicBezTo>
                    <a:pt x="4043" y="3844"/>
                    <a:pt x="4256" y="3449"/>
                    <a:pt x="4439" y="3054"/>
                  </a:cubicBezTo>
                  <a:cubicBezTo>
                    <a:pt x="4591" y="2750"/>
                    <a:pt x="4712" y="2446"/>
                    <a:pt x="4803" y="2142"/>
                  </a:cubicBezTo>
                  <a:cubicBezTo>
                    <a:pt x="4864" y="2050"/>
                    <a:pt x="4895" y="1929"/>
                    <a:pt x="4925" y="1807"/>
                  </a:cubicBezTo>
                  <a:cubicBezTo>
                    <a:pt x="5047" y="1412"/>
                    <a:pt x="4986" y="1017"/>
                    <a:pt x="4803" y="652"/>
                  </a:cubicBezTo>
                  <a:cubicBezTo>
                    <a:pt x="4621" y="288"/>
                    <a:pt x="4226" y="75"/>
                    <a:pt x="3861" y="14"/>
                  </a:cubicBezTo>
                  <a:cubicBezTo>
                    <a:pt x="3794" y="5"/>
                    <a:pt x="3730" y="1"/>
                    <a:pt x="3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6621200" y="3147725"/>
              <a:ext cx="164925" cy="189350"/>
            </a:xfrm>
            <a:custGeom>
              <a:avLst/>
              <a:gdLst/>
              <a:ahLst/>
              <a:cxnLst/>
              <a:rect l="l" t="t" r="r" b="b"/>
              <a:pathLst>
                <a:path w="6597" h="7574" extrusionOk="0">
                  <a:moveTo>
                    <a:pt x="5056" y="1"/>
                  </a:moveTo>
                  <a:cubicBezTo>
                    <a:pt x="4558" y="1"/>
                    <a:pt x="4044" y="231"/>
                    <a:pt x="3831" y="701"/>
                  </a:cubicBezTo>
                  <a:cubicBezTo>
                    <a:pt x="3770" y="822"/>
                    <a:pt x="3709" y="944"/>
                    <a:pt x="3648" y="1065"/>
                  </a:cubicBezTo>
                  <a:cubicBezTo>
                    <a:pt x="3648" y="1126"/>
                    <a:pt x="3588" y="1217"/>
                    <a:pt x="3557" y="1309"/>
                  </a:cubicBezTo>
                  <a:cubicBezTo>
                    <a:pt x="3557" y="1306"/>
                    <a:pt x="3557" y="1305"/>
                    <a:pt x="3556" y="1305"/>
                  </a:cubicBezTo>
                  <a:cubicBezTo>
                    <a:pt x="3547" y="1305"/>
                    <a:pt x="3496" y="1433"/>
                    <a:pt x="3496" y="1461"/>
                  </a:cubicBezTo>
                  <a:cubicBezTo>
                    <a:pt x="3375" y="1704"/>
                    <a:pt x="3253" y="1947"/>
                    <a:pt x="3132" y="2160"/>
                  </a:cubicBezTo>
                  <a:cubicBezTo>
                    <a:pt x="2889" y="2646"/>
                    <a:pt x="2615" y="3102"/>
                    <a:pt x="2311" y="3558"/>
                  </a:cubicBezTo>
                  <a:cubicBezTo>
                    <a:pt x="2159" y="3771"/>
                    <a:pt x="2007" y="3953"/>
                    <a:pt x="1855" y="4166"/>
                  </a:cubicBezTo>
                  <a:cubicBezTo>
                    <a:pt x="1794" y="4227"/>
                    <a:pt x="1764" y="4257"/>
                    <a:pt x="1733" y="4318"/>
                  </a:cubicBezTo>
                  <a:cubicBezTo>
                    <a:pt x="1642" y="4409"/>
                    <a:pt x="1581" y="4500"/>
                    <a:pt x="1490" y="4591"/>
                  </a:cubicBezTo>
                  <a:cubicBezTo>
                    <a:pt x="1126" y="5017"/>
                    <a:pt x="791" y="5442"/>
                    <a:pt x="396" y="5838"/>
                  </a:cubicBezTo>
                  <a:cubicBezTo>
                    <a:pt x="31" y="6202"/>
                    <a:pt x="1" y="6780"/>
                    <a:pt x="305" y="7175"/>
                  </a:cubicBezTo>
                  <a:cubicBezTo>
                    <a:pt x="523" y="7432"/>
                    <a:pt x="831" y="7574"/>
                    <a:pt x="1137" y="7574"/>
                  </a:cubicBezTo>
                  <a:cubicBezTo>
                    <a:pt x="1301" y="7574"/>
                    <a:pt x="1464" y="7533"/>
                    <a:pt x="1612" y="7449"/>
                  </a:cubicBezTo>
                  <a:cubicBezTo>
                    <a:pt x="3800" y="6233"/>
                    <a:pt x="5594" y="4166"/>
                    <a:pt x="6475" y="1825"/>
                  </a:cubicBezTo>
                  <a:cubicBezTo>
                    <a:pt x="6597" y="1521"/>
                    <a:pt x="6506" y="974"/>
                    <a:pt x="6323" y="701"/>
                  </a:cubicBezTo>
                  <a:cubicBezTo>
                    <a:pt x="6171" y="427"/>
                    <a:pt x="5928" y="245"/>
                    <a:pt x="5655" y="123"/>
                  </a:cubicBezTo>
                  <a:cubicBezTo>
                    <a:pt x="5474" y="42"/>
                    <a:pt x="5267" y="1"/>
                    <a:pt x="50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6798275" y="2899550"/>
              <a:ext cx="148950" cy="198375"/>
            </a:xfrm>
            <a:custGeom>
              <a:avLst/>
              <a:gdLst/>
              <a:ahLst/>
              <a:cxnLst/>
              <a:rect l="l" t="t" r="r" b="b"/>
              <a:pathLst>
                <a:path w="5958" h="7935" extrusionOk="0">
                  <a:moveTo>
                    <a:pt x="4283" y="1"/>
                  </a:moveTo>
                  <a:cubicBezTo>
                    <a:pt x="4205" y="1"/>
                    <a:pt x="4125" y="7"/>
                    <a:pt x="4043" y="20"/>
                  </a:cubicBezTo>
                  <a:cubicBezTo>
                    <a:pt x="3283" y="141"/>
                    <a:pt x="2614" y="810"/>
                    <a:pt x="2614" y="1631"/>
                  </a:cubicBezTo>
                  <a:cubicBezTo>
                    <a:pt x="2645" y="2056"/>
                    <a:pt x="2675" y="2482"/>
                    <a:pt x="2645" y="2877"/>
                  </a:cubicBezTo>
                  <a:cubicBezTo>
                    <a:pt x="2584" y="3211"/>
                    <a:pt x="2493" y="3515"/>
                    <a:pt x="2371" y="3819"/>
                  </a:cubicBezTo>
                  <a:cubicBezTo>
                    <a:pt x="2355" y="3868"/>
                    <a:pt x="2339" y="3916"/>
                    <a:pt x="2323" y="3964"/>
                  </a:cubicBezTo>
                  <a:lnTo>
                    <a:pt x="2323" y="3964"/>
                  </a:lnTo>
                  <a:cubicBezTo>
                    <a:pt x="2327" y="3956"/>
                    <a:pt x="2333" y="3948"/>
                    <a:pt x="2341" y="3941"/>
                  </a:cubicBezTo>
                  <a:lnTo>
                    <a:pt x="2341" y="3941"/>
                  </a:lnTo>
                  <a:cubicBezTo>
                    <a:pt x="2334" y="3947"/>
                    <a:pt x="2328" y="3955"/>
                    <a:pt x="2322" y="3966"/>
                  </a:cubicBezTo>
                  <a:lnTo>
                    <a:pt x="2322" y="3966"/>
                  </a:lnTo>
                  <a:cubicBezTo>
                    <a:pt x="2322" y="3965"/>
                    <a:pt x="2322" y="3965"/>
                    <a:pt x="2323" y="3964"/>
                  </a:cubicBezTo>
                  <a:lnTo>
                    <a:pt x="2323" y="3964"/>
                  </a:lnTo>
                  <a:cubicBezTo>
                    <a:pt x="2322" y="3966"/>
                    <a:pt x="2321" y="3967"/>
                    <a:pt x="2320" y="3969"/>
                  </a:cubicBezTo>
                  <a:lnTo>
                    <a:pt x="2320" y="3969"/>
                  </a:lnTo>
                  <a:cubicBezTo>
                    <a:pt x="2321" y="3968"/>
                    <a:pt x="2322" y="3967"/>
                    <a:pt x="2322" y="3966"/>
                  </a:cubicBezTo>
                  <a:lnTo>
                    <a:pt x="2322" y="3966"/>
                  </a:lnTo>
                  <a:cubicBezTo>
                    <a:pt x="2308" y="4008"/>
                    <a:pt x="2294" y="4050"/>
                    <a:pt x="2280" y="4093"/>
                  </a:cubicBezTo>
                  <a:cubicBezTo>
                    <a:pt x="2301" y="4028"/>
                    <a:pt x="2308" y="3994"/>
                    <a:pt x="2320" y="3969"/>
                  </a:cubicBezTo>
                  <a:lnTo>
                    <a:pt x="2320" y="3969"/>
                  </a:lnTo>
                  <a:cubicBezTo>
                    <a:pt x="2297" y="4009"/>
                    <a:pt x="2273" y="4069"/>
                    <a:pt x="2249" y="4093"/>
                  </a:cubicBezTo>
                  <a:cubicBezTo>
                    <a:pt x="2189" y="4275"/>
                    <a:pt x="2067" y="4457"/>
                    <a:pt x="1976" y="4609"/>
                  </a:cubicBezTo>
                  <a:cubicBezTo>
                    <a:pt x="1854" y="4792"/>
                    <a:pt x="1763" y="4944"/>
                    <a:pt x="1641" y="5096"/>
                  </a:cubicBezTo>
                  <a:cubicBezTo>
                    <a:pt x="1641" y="5096"/>
                    <a:pt x="1611" y="5126"/>
                    <a:pt x="1611" y="5157"/>
                  </a:cubicBezTo>
                  <a:cubicBezTo>
                    <a:pt x="1520" y="5217"/>
                    <a:pt x="1459" y="5308"/>
                    <a:pt x="1398" y="5369"/>
                  </a:cubicBezTo>
                  <a:cubicBezTo>
                    <a:pt x="1246" y="5521"/>
                    <a:pt x="1125" y="5643"/>
                    <a:pt x="973" y="5764"/>
                  </a:cubicBezTo>
                  <a:lnTo>
                    <a:pt x="882" y="5825"/>
                  </a:lnTo>
                  <a:cubicBezTo>
                    <a:pt x="790" y="5886"/>
                    <a:pt x="730" y="5947"/>
                    <a:pt x="638" y="6008"/>
                  </a:cubicBezTo>
                  <a:cubicBezTo>
                    <a:pt x="182" y="6281"/>
                    <a:pt x="0" y="6798"/>
                    <a:pt x="213" y="7284"/>
                  </a:cubicBezTo>
                  <a:cubicBezTo>
                    <a:pt x="361" y="7679"/>
                    <a:pt x="750" y="7934"/>
                    <a:pt x="1152" y="7934"/>
                  </a:cubicBezTo>
                  <a:cubicBezTo>
                    <a:pt x="1244" y="7934"/>
                    <a:pt x="1338" y="7921"/>
                    <a:pt x="1429" y="7892"/>
                  </a:cubicBezTo>
                  <a:cubicBezTo>
                    <a:pt x="2037" y="7710"/>
                    <a:pt x="2645" y="7436"/>
                    <a:pt x="3192" y="7071"/>
                  </a:cubicBezTo>
                  <a:cubicBezTo>
                    <a:pt x="3830" y="6646"/>
                    <a:pt x="4316" y="6129"/>
                    <a:pt x="4772" y="5491"/>
                  </a:cubicBezTo>
                  <a:cubicBezTo>
                    <a:pt x="5198" y="4913"/>
                    <a:pt x="5471" y="4275"/>
                    <a:pt x="5684" y="3637"/>
                  </a:cubicBezTo>
                  <a:cubicBezTo>
                    <a:pt x="5745" y="3363"/>
                    <a:pt x="5806" y="3090"/>
                    <a:pt x="5836" y="2816"/>
                  </a:cubicBezTo>
                  <a:cubicBezTo>
                    <a:pt x="5866" y="2573"/>
                    <a:pt x="5927" y="2299"/>
                    <a:pt x="5927" y="2026"/>
                  </a:cubicBezTo>
                  <a:cubicBezTo>
                    <a:pt x="5958" y="1752"/>
                    <a:pt x="5897" y="1479"/>
                    <a:pt x="5866" y="1205"/>
                  </a:cubicBezTo>
                  <a:cubicBezTo>
                    <a:pt x="5806" y="840"/>
                    <a:pt x="5411" y="384"/>
                    <a:pt x="5107" y="232"/>
                  </a:cubicBezTo>
                  <a:cubicBezTo>
                    <a:pt x="4842" y="88"/>
                    <a:pt x="4577" y="1"/>
                    <a:pt x="4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6856775" y="2996625"/>
              <a:ext cx="400" cy="1450"/>
            </a:xfrm>
            <a:custGeom>
              <a:avLst/>
              <a:gdLst/>
              <a:ahLst/>
              <a:cxnLst/>
              <a:rect l="l" t="t" r="r" b="b"/>
              <a:pathLst>
                <a:path w="16" h="58" extrusionOk="0">
                  <a:moveTo>
                    <a:pt x="13" y="0"/>
                  </a:moveTo>
                  <a:cubicBezTo>
                    <a:pt x="10" y="0"/>
                    <a:pt x="1" y="24"/>
                    <a:pt x="1" y="58"/>
                  </a:cubicBezTo>
                  <a:cubicBezTo>
                    <a:pt x="14" y="17"/>
                    <a:pt x="16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" name="Google Shape;248;p19"/>
          <p:cNvGrpSpPr/>
          <p:nvPr/>
        </p:nvGrpSpPr>
        <p:grpSpPr>
          <a:xfrm>
            <a:off x="-358337" y="4186950"/>
            <a:ext cx="1799400" cy="996425"/>
            <a:chOff x="5288050" y="3500725"/>
            <a:chExt cx="1799400" cy="996425"/>
          </a:xfrm>
        </p:grpSpPr>
        <p:sp>
          <p:nvSpPr>
            <p:cNvPr id="249" name="Google Shape;249;p19"/>
            <p:cNvSpPr/>
            <p:nvPr/>
          </p:nvSpPr>
          <p:spPr>
            <a:xfrm>
              <a:off x="5358975" y="3583725"/>
              <a:ext cx="1634675" cy="913425"/>
            </a:xfrm>
            <a:custGeom>
              <a:avLst/>
              <a:gdLst/>
              <a:ahLst/>
              <a:cxnLst/>
              <a:rect l="l" t="t" r="r" b="b"/>
              <a:pathLst>
                <a:path w="65387" h="36537" extrusionOk="0">
                  <a:moveTo>
                    <a:pt x="22503" y="0"/>
                  </a:moveTo>
                  <a:cubicBezTo>
                    <a:pt x="20831" y="0"/>
                    <a:pt x="19160" y="265"/>
                    <a:pt x="17561" y="818"/>
                  </a:cubicBezTo>
                  <a:cubicBezTo>
                    <a:pt x="14283" y="1966"/>
                    <a:pt x="11457" y="4141"/>
                    <a:pt x="9106" y="6657"/>
                  </a:cubicBezTo>
                  <a:cubicBezTo>
                    <a:pt x="6612" y="9317"/>
                    <a:pt x="4614" y="12441"/>
                    <a:pt x="3102" y="15752"/>
                  </a:cubicBezTo>
                  <a:cubicBezTo>
                    <a:pt x="1600" y="19074"/>
                    <a:pt x="519" y="22739"/>
                    <a:pt x="177" y="26370"/>
                  </a:cubicBezTo>
                  <a:cubicBezTo>
                    <a:pt x="99" y="27275"/>
                    <a:pt x="44" y="28191"/>
                    <a:pt x="0" y="29107"/>
                  </a:cubicBezTo>
                  <a:cubicBezTo>
                    <a:pt x="0" y="29151"/>
                    <a:pt x="47" y="29174"/>
                    <a:pt x="95" y="29174"/>
                  </a:cubicBezTo>
                  <a:cubicBezTo>
                    <a:pt x="144" y="29174"/>
                    <a:pt x="193" y="29151"/>
                    <a:pt x="199" y="29107"/>
                  </a:cubicBezTo>
                  <a:cubicBezTo>
                    <a:pt x="309" y="27275"/>
                    <a:pt x="585" y="25399"/>
                    <a:pt x="1004" y="23611"/>
                  </a:cubicBezTo>
                  <a:cubicBezTo>
                    <a:pt x="1424" y="21823"/>
                    <a:pt x="2086" y="20112"/>
                    <a:pt x="2759" y="18412"/>
                  </a:cubicBezTo>
                  <a:cubicBezTo>
                    <a:pt x="4106" y="15057"/>
                    <a:pt x="5861" y="11823"/>
                    <a:pt x="8124" y="9008"/>
                  </a:cubicBezTo>
                  <a:cubicBezTo>
                    <a:pt x="10232" y="6381"/>
                    <a:pt x="12770" y="4030"/>
                    <a:pt x="15795" y="2496"/>
                  </a:cubicBezTo>
                  <a:cubicBezTo>
                    <a:pt x="17911" y="1422"/>
                    <a:pt x="20213" y="866"/>
                    <a:pt x="22549" y="866"/>
                  </a:cubicBezTo>
                  <a:cubicBezTo>
                    <a:pt x="23430" y="866"/>
                    <a:pt x="24316" y="945"/>
                    <a:pt x="25199" y="1105"/>
                  </a:cubicBezTo>
                  <a:cubicBezTo>
                    <a:pt x="28333" y="1668"/>
                    <a:pt x="31302" y="3092"/>
                    <a:pt x="33698" y="5189"/>
                  </a:cubicBezTo>
                  <a:cubicBezTo>
                    <a:pt x="34912" y="6238"/>
                    <a:pt x="36015" y="7408"/>
                    <a:pt x="36909" y="8732"/>
                  </a:cubicBezTo>
                  <a:cubicBezTo>
                    <a:pt x="37737" y="9935"/>
                    <a:pt x="38377" y="11260"/>
                    <a:pt x="39172" y="12474"/>
                  </a:cubicBezTo>
                  <a:cubicBezTo>
                    <a:pt x="40662" y="14748"/>
                    <a:pt x="42528" y="17198"/>
                    <a:pt x="45298" y="17915"/>
                  </a:cubicBezTo>
                  <a:cubicBezTo>
                    <a:pt x="45791" y="18044"/>
                    <a:pt x="46284" y="18097"/>
                    <a:pt x="46776" y="18097"/>
                  </a:cubicBezTo>
                  <a:cubicBezTo>
                    <a:pt x="48058" y="18097"/>
                    <a:pt x="49333" y="17738"/>
                    <a:pt x="50585" y="17419"/>
                  </a:cubicBezTo>
                  <a:cubicBezTo>
                    <a:pt x="51501" y="17176"/>
                    <a:pt x="52428" y="16977"/>
                    <a:pt x="53377" y="16922"/>
                  </a:cubicBezTo>
                  <a:cubicBezTo>
                    <a:pt x="53505" y="16914"/>
                    <a:pt x="53633" y="16911"/>
                    <a:pt x="53762" y="16911"/>
                  </a:cubicBezTo>
                  <a:cubicBezTo>
                    <a:pt x="54376" y="16911"/>
                    <a:pt x="54993" y="16995"/>
                    <a:pt x="55596" y="17132"/>
                  </a:cubicBezTo>
                  <a:cubicBezTo>
                    <a:pt x="58720" y="17805"/>
                    <a:pt x="61291" y="20079"/>
                    <a:pt x="62803" y="22849"/>
                  </a:cubicBezTo>
                  <a:cubicBezTo>
                    <a:pt x="64592" y="26105"/>
                    <a:pt x="64856" y="29957"/>
                    <a:pt x="64481" y="33589"/>
                  </a:cubicBezTo>
                  <a:cubicBezTo>
                    <a:pt x="64382" y="34494"/>
                    <a:pt x="64349" y="35399"/>
                    <a:pt x="64238" y="36293"/>
                  </a:cubicBezTo>
                  <a:cubicBezTo>
                    <a:pt x="64215" y="36453"/>
                    <a:pt x="64328" y="36537"/>
                    <a:pt x="64449" y="36537"/>
                  </a:cubicBezTo>
                  <a:cubicBezTo>
                    <a:pt x="64552" y="36537"/>
                    <a:pt x="64660" y="36475"/>
                    <a:pt x="64691" y="36348"/>
                  </a:cubicBezTo>
                  <a:cubicBezTo>
                    <a:pt x="65154" y="34483"/>
                    <a:pt x="65386" y="32562"/>
                    <a:pt x="65364" y="30642"/>
                  </a:cubicBezTo>
                  <a:cubicBezTo>
                    <a:pt x="65353" y="28765"/>
                    <a:pt x="65099" y="26867"/>
                    <a:pt x="64536" y="25068"/>
                  </a:cubicBezTo>
                  <a:cubicBezTo>
                    <a:pt x="63532" y="21878"/>
                    <a:pt x="61446" y="19063"/>
                    <a:pt x="58488" y="17441"/>
                  </a:cubicBezTo>
                  <a:cubicBezTo>
                    <a:pt x="57097" y="16679"/>
                    <a:pt x="55541" y="16260"/>
                    <a:pt x="53940" y="16238"/>
                  </a:cubicBezTo>
                  <a:cubicBezTo>
                    <a:pt x="53892" y="16237"/>
                    <a:pt x="53844" y="16236"/>
                    <a:pt x="53796" y="16236"/>
                  </a:cubicBezTo>
                  <a:cubicBezTo>
                    <a:pt x="51930" y="16236"/>
                    <a:pt x="50185" y="16852"/>
                    <a:pt x="48366" y="17154"/>
                  </a:cubicBezTo>
                  <a:cubicBezTo>
                    <a:pt x="47926" y="17228"/>
                    <a:pt x="47486" y="17268"/>
                    <a:pt x="47051" y="17268"/>
                  </a:cubicBezTo>
                  <a:cubicBezTo>
                    <a:pt x="45939" y="17268"/>
                    <a:pt x="44858" y="17009"/>
                    <a:pt x="43874" y="16414"/>
                  </a:cubicBezTo>
                  <a:cubicBezTo>
                    <a:pt x="42682" y="15686"/>
                    <a:pt x="41755" y="14560"/>
                    <a:pt x="40927" y="13445"/>
                  </a:cubicBezTo>
                  <a:cubicBezTo>
                    <a:pt x="39095" y="10962"/>
                    <a:pt x="37770" y="8125"/>
                    <a:pt x="35629" y="5862"/>
                  </a:cubicBezTo>
                  <a:cubicBezTo>
                    <a:pt x="33389" y="3478"/>
                    <a:pt x="30475" y="1679"/>
                    <a:pt x="27329" y="730"/>
                  </a:cubicBezTo>
                  <a:cubicBezTo>
                    <a:pt x="25761" y="251"/>
                    <a:pt x="24131" y="0"/>
                    <a:pt x="22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5288050" y="3803850"/>
              <a:ext cx="177700" cy="527950"/>
            </a:xfrm>
            <a:custGeom>
              <a:avLst/>
              <a:gdLst/>
              <a:ahLst/>
              <a:cxnLst/>
              <a:rect l="l" t="t" r="r" b="b"/>
              <a:pathLst>
                <a:path w="7108" h="21118" extrusionOk="0">
                  <a:moveTo>
                    <a:pt x="6995" y="1"/>
                  </a:moveTo>
                  <a:cubicBezTo>
                    <a:pt x="6991" y="1"/>
                    <a:pt x="6989" y="2"/>
                    <a:pt x="6987" y="4"/>
                  </a:cubicBezTo>
                  <a:cubicBezTo>
                    <a:pt x="6524" y="567"/>
                    <a:pt x="6170" y="1219"/>
                    <a:pt x="5751" y="1815"/>
                  </a:cubicBezTo>
                  <a:cubicBezTo>
                    <a:pt x="5343" y="2400"/>
                    <a:pt x="4724" y="2874"/>
                    <a:pt x="4371" y="3514"/>
                  </a:cubicBezTo>
                  <a:cubicBezTo>
                    <a:pt x="3654" y="4784"/>
                    <a:pt x="3245" y="6219"/>
                    <a:pt x="2694" y="7565"/>
                  </a:cubicBezTo>
                  <a:cubicBezTo>
                    <a:pt x="2131" y="8923"/>
                    <a:pt x="1435" y="10247"/>
                    <a:pt x="1038" y="11660"/>
                  </a:cubicBezTo>
                  <a:cubicBezTo>
                    <a:pt x="630" y="13084"/>
                    <a:pt x="409" y="14552"/>
                    <a:pt x="232" y="16031"/>
                  </a:cubicBezTo>
                  <a:cubicBezTo>
                    <a:pt x="45" y="17664"/>
                    <a:pt x="0" y="19320"/>
                    <a:pt x="188" y="20965"/>
                  </a:cubicBezTo>
                  <a:cubicBezTo>
                    <a:pt x="205" y="21065"/>
                    <a:pt x="312" y="21118"/>
                    <a:pt x="416" y="21118"/>
                  </a:cubicBezTo>
                  <a:cubicBezTo>
                    <a:pt x="516" y="21118"/>
                    <a:pt x="613" y="21068"/>
                    <a:pt x="619" y="20965"/>
                  </a:cubicBezTo>
                  <a:cubicBezTo>
                    <a:pt x="696" y="19519"/>
                    <a:pt x="519" y="18040"/>
                    <a:pt x="674" y="16594"/>
                  </a:cubicBezTo>
                  <a:cubicBezTo>
                    <a:pt x="817" y="15159"/>
                    <a:pt x="1259" y="13768"/>
                    <a:pt x="1557" y="12355"/>
                  </a:cubicBezTo>
                  <a:cubicBezTo>
                    <a:pt x="2131" y="9508"/>
                    <a:pt x="3135" y="6759"/>
                    <a:pt x="4504" y="4199"/>
                  </a:cubicBezTo>
                  <a:cubicBezTo>
                    <a:pt x="4890" y="3481"/>
                    <a:pt x="5265" y="2775"/>
                    <a:pt x="5685" y="2091"/>
                  </a:cubicBezTo>
                  <a:cubicBezTo>
                    <a:pt x="6104" y="1395"/>
                    <a:pt x="6634" y="755"/>
                    <a:pt x="7098" y="82"/>
                  </a:cubicBezTo>
                  <a:cubicBezTo>
                    <a:pt x="7107" y="62"/>
                    <a:pt x="7023" y="1"/>
                    <a:pt x="69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5830350" y="3500725"/>
              <a:ext cx="847900" cy="417050"/>
            </a:xfrm>
            <a:custGeom>
              <a:avLst/>
              <a:gdLst/>
              <a:ahLst/>
              <a:cxnLst/>
              <a:rect l="l" t="t" r="r" b="b"/>
              <a:pathLst>
                <a:path w="33916" h="16682" extrusionOk="0">
                  <a:moveTo>
                    <a:pt x="6676" y="1"/>
                  </a:moveTo>
                  <a:cubicBezTo>
                    <a:pt x="4688" y="1"/>
                    <a:pt x="2697" y="391"/>
                    <a:pt x="880" y="1202"/>
                  </a:cubicBezTo>
                  <a:cubicBezTo>
                    <a:pt x="593" y="1335"/>
                    <a:pt x="306" y="1467"/>
                    <a:pt x="19" y="1622"/>
                  </a:cubicBezTo>
                  <a:cubicBezTo>
                    <a:pt x="0" y="1631"/>
                    <a:pt x="14" y="1657"/>
                    <a:pt x="32" y="1657"/>
                  </a:cubicBezTo>
                  <a:cubicBezTo>
                    <a:pt x="35" y="1657"/>
                    <a:pt x="38" y="1656"/>
                    <a:pt x="41" y="1655"/>
                  </a:cubicBezTo>
                  <a:cubicBezTo>
                    <a:pt x="2062" y="715"/>
                    <a:pt x="4308" y="231"/>
                    <a:pt x="6546" y="231"/>
                  </a:cubicBezTo>
                  <a:cubicBezTo>
                    <a:pt x="6935" y="231"/>
                    <a:pt x="7324" y="246"/>
                    <a:pt x="7712" y="275"/>
                  </a:cubicBezTo>
                  <a:cubicBezTo>
                    <a:pt x="10339" y="474"/>
                    <a:pt x="12867" y="1379"/>
                    <a:pt x="15030" y="2913"/>
                  </a:cubicBezTo>
                  <a:cubicBezTo>
                    <a:pt x="17183" y="4447"/>
                    <a:pt x="18904" y="6467"/>
                    <a:pt x="20416" y="8620"/>
                  </a:cubicBezTo>
                  <a:cubicBezTo>
                    <a:pt x="21884" y="10706"/>
                    <a:pt x="23088" y="13101"/>
                    <a:pt x="25085" y="14745"/>
                  </a:cubicBezTo>
                  <a:cubicBezTo>
                    <a:pt x="26123" y="15595"/>
                    <a:pt x="27326" y="16169"/>
                    <a:pt x="28639" y="16434"/>
                  </a:cubicBezTo>
                  <a:cubicBezTo>
                    <a:pt x="29521" y="16615"/>
                    <a:pt x="30417" y="16682"/>
                    <a:pt x="31312" y="16682"/>
                  </a:cubicBezTo>
                  <a:cubicBezTo>
                    <a:pt x="31783" y="16682"/>
                    <a:pt x="32255" y="16663"/>
                    <a:pt x="32723" y="16633"/>
                  </a:cubicBezTo>
                  <a:cubicBezTo>
                    <a:pt x="33065" y="16611"/>
                    <a:pt x="33397" y="16555"/>
                    <a:pt x="33728" y="16511"/>
                  </a:cubicBezTo>
                  <a:cubicBezTo>
                    <a:pt x="33904" y="16489"/>
                    <a:pt x="33915" y="16224"/>
                    <a:pt x="33728" y="16224"/>
                  </a:cubicBezTo>
                  <a:cubicBezTo>
                    <a:pt x="33386" y="16224"/>
                    <a:pt x="33043" y="16191"/>
                    <a:pt x="32690" y="16191"/>
                  </a:cubicBezTo>
                  <a:cubicBezTo>
                    <a:pt x="32348" y="16191"/>
                    <a:pt x="31995" y="16180"/>
                    <a:pt x="31653" y="16169"/>
                  </a:cubicBezTo>
                  <a:cubicBezTo>
                    <a:pt x="30968" y="16147"/>
                    <a:pt x="30284" y="16103"/>
                    <a:pt x="29611" y="16004"/>
                  </a:cubicBezTo>
                  <a:cubicBezTo>
                    <a:pt x="28308" y="15794"/>
                    <a:pt x="27028" y="15374"/>
                    <a:pt x="25946" y="14613"/>
                  </a:cubicBezTo>
                  <a:cubicBezTo>
                    <a:pt x="24920" y="13895"/>
                    <a:pt x="24092" y="12913"/>
                    <a:pt x="23352" y="11909"/>
                  </a:cubicBezTo>
                  <a:cubicBezTo>
                    <a:pt x="22591" y="10849"/>
                    <a:pt x="21896" y="9745"/>
                    <a:pt x="21134" y="8697"/>
                  </a:cubicBezTo>
                  <a:cubicBezTo>
                    <a:pt x="19589" y="6556"/>
                    <a:pt x="17823" y="4525"/>
                    <a:pt x="15692" y="2957"/>
                  </a:cubicBezTo>
                  <a:cubicBezTo>
                    <a:pt x="13573" y="1401"/>
                    <a:pt x="11101" y="419"/>
                    <a:pt x="8496" y="110"/>
                  </a:cubicBezTo>
                  <a:cubicBezTo>
                    <a:pt x="7893" y="37"/>
                    <a:pt x="7284" y="1"/>
                    <a:pt x="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6859100" y="3986750"/>
              <a:ext cx="228350" cy="368375"/>
            </a:xfrm>
            <a:custGeom>
              <a:avLst/>
              <a:gdLst/>
              <a:ahLst/>
              <a:cxnLst/>
              <a:rect l="l" t="t" r="r" b="b"/>
              <a:pathLst>
                <a:path w="9134" h="14735" extrusionOk="0">
                  <a:moveTo>
                    <a:pt x="2" y="1"/>
                  </a:moveTo>
                  <a:cubicBezTo>
                    <a:pt x="0" y="1"/>
                    <a:pt x="11" y="6"/>
                    <a:pt x="39" y="17"/>
                  </a:cubicBezTo>
                  <a:cubicBezTo>
                    <a:pt x="17" y="6"/>
                    <a:pt x="3" y="1"/>
                    <a:pt x="2" y="1"/>
                  </a:cubicBezTo>
                  <a:close/>
                  <a:moveTo>
                    <a:pt x="39" y="17"/>
                  </a:moveTo>
                  <a:lnTo>
                    <a:pt x="39" y="17"/>
                  </a:lnTo>
                  <a:cubicBezTo>
                    <a:pt x="2070" y="1154"/>
                    <a:pt x="3968" y="2589"/>
                    <a:pt x="5403" y="4421"/>
                  </a:cubicBezTo>
                  <a:cubicBezTo>
                    <a:pt x="6838" y="6264"/>
                    <a:pt x="7887" y="8439"/>
                    <a:pt x="8428" y="10702"/>
                  </a:cubicBezTo>
                  <a:cubicBezTo>
                    <a:pt x="8571" y="11331"/>
                    <a:pt x="8505" y="11993"/>
                    <a:pt x="8571" y="12644"/>
                  </a:cubicBezTo>
                  <a:cubicBezTo>
                    <a:pt x="8637" y="13306"/>
                    <a:pt x="8692" y="13958"/>
                    <a:pt x="8737" y="14620"/>
                  </a:cubicBezTo>
                  <a:cubicBezTo>
                    <a:pt x="8742" y="14698"/>
                    <a:pt x="8792" y="14735"/>
                    <a:pt x="8845" y="14735"/>
                  </a:cubicBezTo>
                  <a:cubicBezTo>
                    <a:pt x="8904" y="14735"/>
                    <a:pt x="8968" y="14690"/>
                    <a:pt x="8979" y="14609"/>
                  </a:cubicBezTo>
                  <a:cubicBezTo>
                    <a:pt x="9134" y="13439"/>
                    <a:pt x="8946" y="12247"/>
                    <a:pt x="8704" y="11099"/>
                  </a:cubicBezTo>
                  <a:cubicBezTo>
                    <a:pt x="8461" y="9929"/>
                    <a:pt x="8063" y="8836"/>
                    <a:pt x="7567" y="7744"/>
                  </a:cubicBezTo>
                  <a:cubicBezTo>
                    <a:pt x="6584" y="5580"/>
                    <a:pt x="5227" y="3593"/>
                    <a:pt x="3428" y="2037"/>
                  </a:cubicBezTo>
                  <a:cubicBezTo>
                    <a:pt x="2401" y="1165"/>
                    <a:pt x="1275" y="536"/>
                    <a:pt x="39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-437326" y="-200061"/>
            <a:ext cx="1770110" cy="780105"/>
            <a:chOff x="-132475" y="429025"/>
            <a:chExt cx="2673075" cy="1178050"/>
          </a:xfrm>
        </p:grpSpPr>
        <p:sp>
          <p:nvSpPr>
            <p:cNvPr id="254" name="Google Shape;254;p19"/>
            <p:cNvSpPr/>
            <p:nvPr/>
          </p:nvSpPr>
          <p:spPr>
            <a:xfrm>
              <a:off x="-132475" y="999950"/>
              <a:ext cx="1513450" cy="274075"/>
            </a:xfrm>
            <a:custGeom>
              <a:avLst/>
              <a:gdLst/>
              <a:ahLst/>
              <a:cxnLst/>
              <a:rect l="l" t="t" r="r" b="b"/>
              <a:pathLst>
                <a:path w="60538" h="10963" extrusionOk="0">
                  <a:moveTo>
                    <a:pt x="225" y="1"/>
                  </a:moveTo>
                  <a:cubicBezTo>
                    <a:pt x="142" y="1"/>
                    <a:pt x="1" y="116"/>
                    <a:pt x="52" y="167"/>
                  </a:cubicBezTo>
                  <a:cubicBezTo>
                    <a:pt x="958" y="1245"/>
                    <a:pt x="2038" y="2053"/>
                    <a:pt x="3228" y="2659"/>
                  </a:cubicBezTo>
                  <a:lnTo>
                    <a:pt x="3228" y="2659"/>
                  </a:lnTo>
                  <a:cubicBezTo>
                    <a:pt x="2129" y="1971"/>
                    <a:pt x="1130" y="1102"/>
                    <a:pt x="264" y="15"/>
                  </a:cubicBezTo>
                  <a:cubicBezTo>
                    <a:pt x="255" y="5"/>
                    <a:pt x="241" y="1"/>
                    <a:pt x="225" y="1"/>
                  </a:cubicBezTo>
                  <a:close/>
                  <a:moveTo>
                    <a:pt x="38889" y="318"/>
                  </a:moveTo>
                  <a:cubicBezTo>
                    <a:pt x="29883" y="318"/>
                    <a:pt x="21768" y="4434"/>
                    <a:pt x="12776" y="4434"/>
                  </a:cubicBezTo>
                  <a:cubicBezTo>
                    <a:pt x="12497" y="4434"/>
                    <a:pt x="12217" y="4430"/>
                    <a:pt x="11936" y="4422"/>
                  </a:cubicBezTo>
                  <a:cubicBezTo>
                    <a:pt x="8954" y="4339"/>
                    <a:pt x="5829" y="3983"/>
                    <a:pt x="3228" y="2659"/>
                  </a:cubicBezTo>
                  <a:lnTo>
                    <a:pt x="3228" y="2659"/>
                  </a:lnTo>
                  <a:cubicBezTo>
                    <a:pt x="5139" y="3856"/>
                    <a:pt x="7352" y="4508"/>
                    <a:pt x="9687" y="4817"/>
                  </a:cubicBezTo>
                  <a:cubicBezTo>
                    <a:pt x="10866" y="4971"/>
                    <a:pt x="12035" y="5043"/>
                    <a:pt x="13196" y="5043"/>
                  </a:cubicBezTo>
                  <a:cubicBezTo>
                    <a:pt x="16168" y="5043"/>
                    <a:pt x="19091" y="4571"/>
                    <a:pt x="21997" y="3784"/>
                  </a:cubicBezTo>
                  <a:cubicBezTo>
                    <a:pt x="26770" y="2507"/>
                    <a:pt x="31572" y="1413"/>
                    <a:pt x="36527" y="957"/>
                  </a:cubicBezTo>
                  <a:cubicBezTo>
                    <a:pt x="37394" y="875"/>
                    <a:pt x="38256" y="834"/>
                    <a:pt x="39111" y="834"/>
                  </a:cubicBezTo>
                  <a:cubicBezTo>
                    <a:pt x="42388" y="834"/>
                    <a:pt x="45569" y="1442"/>
                    <a:pt x="48654" y="2720"/>
                  </a:cubicBezTo>
                  <a:cubicBezTo>
                    <a:pt x="50843" y="3632"/>
                    <a:pt x="52727" y="4848"/>
                    <a:pt x="54642" y="6276"/>
                  </a:cubicBezTo>
                  <a:cubicBezTo>
                    <a:pt x="56557" y="7705"/>
                    <a:pt x="58259" y="9133"/>
                    <a:pt x="59810" y="10957"/>
                  </a:cubicBezTo>
                  <a:cubicBezTo>
                    <a:pt x="59811" y="10960"/>
                    <a:pt x="59815" y="10962"/>
                    <a:pt x="59821" y="10962"/>
                  </a:cubicBezTo>
                  <a:cubicBezTo>
                    <a:pt x="59915" y="10962"/>
                    <a:pt x="60537" y="10498"/>
                    <a:pt x="60509" y="10440"/>
                  </a:cubicBezTo>
                  <a:cubicBezTo>
                    <a:pt x="58259" y="7036"/>
                    <a:pt x="54399" y="4726"/>
                    <a:pt x="50782" y="2933"/>
                  </a:cubicBezTo>
                  <a:cubicBezTo>
                    <a:pt x="47135" y="1109"/>
                    <a:pt x="43153" y="349"/>
                    <a:pt x="39080" y="319"/>
                  </a:cubicBezTo>
                  <a:cubicBezTo>
                    <a:pt x="39016" y="318"/>
                    <a:pt x="38952" y="318"/>
                    <a:pt x="38889" y="3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1683500" y="429025"/>
              <a:ext cx="857100" cy="1178050"/>
            </a:xfrm>
            <a:custGeom>
              <a:avLst/>
              <a:gdLst/>
              <a:ahLst/>
              <a:cxnLst/>
              <a:rect l="l" t="t" r="r" b="b"/>
              <a:pathLst>
                <a:path w="34284" h="47122" extrusionOk="0">
                  <a:moveTo>
                    <a:pt x="28655" y="0"/>
                  </a:moveTo>
                  <a:cubicBezTo>
                    <a:pt x="28175" y="0"/>
                    <a:pt x="27661" y="306"/>
                    <a:pt x="27354" y="724"/>
                  </a:cubicBezTo>
                  <a:cubicBezTo>
                    <a:pt x="26989" y="1180"/>
                    <a:pt x="27050" y="1605"/>
                    <a:pt x="27323" y="2061"/>
                  </a:cubicBezTo>
                  <a:cubicBezTo>
                    <a:pt x="27552" y="2432"/>
                    <a:pt x="27592" y="3072"/>
                    <a:pt x="27950" y="3072"/>
                  </a:cubicBezTo>
                  <a:cubicBezTo>
                    <a:pt x="27973" y="3072"/>
                    <a:pt x="27997" y="3070"/>
                    <a:pt x="28022" y="3064"/>
                  </a:cubicBezTo>
                  <a:cubicBezTo>
                    <a:pt x="28205" y="3520"/>
                    <a:pt x="29026" y="3520"/>
                    <a:pt x="29208" y="3976"/>
                  </a:cubicBezTo>
                  <a:cubicBezTo>
                    <a:pt x="29633" y="5222"/>
                    <a:pt x="29238" y="6742"/>
                    <a:pt x="29633" y="7988"/>
                  </a:cubicBezTo>
                  <a:cubicBezTo>
                    <a:pt x="30424" y="10572"/>
                    <a:pt x="31092" y="13125"/>
                    <a:pt x="31488" y="15800"/>
                  </a:cubicBezTo>
                  <a:cubicBezTo>
                    <a:pt x="32187" y="20633"/>
                    <a:pt x="32795" y="25679"/>
                    <a:pt x="31396" y="30359"/>
                  </a:cubicBezTo>
                  <a:cubicBezTo>
                    <a:pt x="30181" y="34524"/>
                    <a:pt x="27719" y="38505"/>
                    <a:pt x="24557" y="41545"/>
                  </a:cubicBezTo>
                  <a:cubicBezTo>
                    <a:pt x="23038" y="43034"/>
                    <a:pt x="21183" y="44098"/>
                    <a:pt x="19238" y="44980"/>
                  </a:cubicBezTo>
                  <a:cubicBezTo>
                    <a:pt x="17323" y="45831"/>
                    <a:pt x="15347" y="46864"/>
                    <a:pt x="13281" y="47047"/>
                  </a:cubicBezTo>
                  <a:cubicBezTo>
                    <a:pt x="12862" y="47086"/>
                    <a:pt x="12442" y="47105"/>
                    <a:pt x="12023" y="47105"/>
                  </a:cubicBezTo>
                  <a:cubicBezTo>
                    <a:pt x="7877" y="47105"/>
                    <a:pt x="3755" y="45239"/>
                    <a:pt x="636" y="42396"/>
                  </a:cubicBezTo>
                  <a:cubicBezTo>
                    <a:pt x="633" y="42393"/>
                    <a:pt x="629" y="42392"/>
                    <a:pt x="623" y="42392"/>
                  </a:cubicBezTo>
                  <a:cubicBezTo>
                    <a:pt x="519" y="42392"/>
                    <a:pt x="1" y="42917"/>
                    <a:pt x="58" y="43004"/>
                  </a:cubicBezTo>
                  <a:cubicBezTo>
                    <a:pt x="3084" y="46001"/>
                    <a:pt x="7448" y="47121"/>
                    <a:pt x="11669" y="47121"/>
                  </a:cubicBezTo>
                  <a:cubicBezTo>
                    <a:pt x="11943" y="47121"/>
                    <a:pt x="12217" y="47117"/>
                    <a:pt x="12490" y="47107"/>
                  </a:cubicBezTo>
                  <a:cubicBezTo>
                    <a:pt x="17110" y="46925"/>
                    <a:pt x="21731" y="45375"/>
                    <a:pt x="25226" y="42305"/>
                  </a:cubicBezTo>
                  <a:cubicBezTo>
                    <a:pt x="28934" y="39053"/>
                    <a:pt x="31244" y="34402"/>
                    <a:pt x="32612" y="29691"/>
                  </a:cubicBezTo>
                  <a:cubicBezTo>
                    <a:pt x="34193" y="24250"/>
                    <a:pt x="34284" y="18444"/>
                    <a:pt x="33311" y="12912"/>
                  </a:cubicBezTo>
                  <a:cubicBezTo>
                    <a:pt x="32795" y="9934"/>
                    <a:pt x="31548" y="7168"/>
                    <a:pt x="30576" y="4310"/>
                  </a:cubicBezTo>
                  <a:cubicBezTo>
                    <a:pt x="30302" y="3581"/>
                    <a:pt x="30758" y="2608"/>
                    <a:pt x="30485" y="1879"/>
                  </a:cubicBezTo>
                  <a:cubicBezTo>
                    <a:pt x="30241" y="1271"/>
                    <a:pt x="29755" y="511"/>
                    <a:pt x="29178" y="146"/>
                  </a:cubicBezTo>
                  <a:cubicBezTo>
                    <a:pt x="29017" y="45"/>
                    <a:pt x="28839" y="0"/>
                    <a:pt x="28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8030000" y="4692050"/>
            <a:ext cx="1114006" cy="699986"/>
          </a:xfrm>
          <a:custGeom>
            <a:avLst/>
            <a:gdLst/>
            <a:ahLst/>
            <a:cxnLst/>
            <a:rect l="l" t="t" r="r" b="b"/>
            <a:pathLst>
              <a:path w="25376" h="15945" extrusionOk="0">
                <a:moveTo>
                  <a:pt x="17150" y="1"/>
                </a:moveTo>
                <a:cubicBezTo>
                  <a:pt x="16050" y="1"/>
                  <a:pt x="14962" y="285"/>
                  <a:pt x="14095" y="941"/>
                </a:cubicBezTo>
                <a:cubicBezTo>
                  <a:pt x="13631" y="1295"/>
                  <a:pt x="13256" y="1736"/>
                  <a:pt x="12947" y="2222"/>
                </a:cubicBezTo>
                <a:cubicBezTo>
                  <a:pt x="12605" y="2774"/>
                  <a:pt x="12395" y="3414"/>
                  <a:pt x="11987" y="3910"/>
                </a:cubicBezTo>
                <a:cubicBezTo>
                  <a:pt x="11247" y="4816"/>
                  <a:pt x="10232" y="5478"/>
                  <a:pt x="9150" y="5908"/>
                </a:cubicBezTo>
                <a:cubicBezTo>
                  <a:pt x="8598" y="6129"/>
                  <a:pt x="8013" y="6206"/>
                  <a:pt x="7428" y="6317"/>
                </a:cubicBezTo>
                <a:cubicBezTo>
                  <a:pt x="6788" y="6438"/>
                  <a:pt x="6137" y="6471"/>
                  <a:pt x="5497" y="6548"/>
                </a:cubicBezTo>
                <a:cubicBezTo>
                  <a:pt x="4846" y="6615"/>
                  <a:pt x="4183" y="6758"/>
                  <a:pt x="3565" y="6979"/>
                </a:cubicBezTo>
                <a:cubicBezTo>
                  <a:pt x="3046" y="7178"/>
                  <a:pt x="2561" y="7476"/>
                  <a:pt x="2141" y="7862"/>
                </a:cubicBezTo>
                <a:cubicBezTo>
                  <a:pt x="210" y="9617"/>
                  <a:pt x="155" y="12431"/>
                  <a:pt x="397" y="14860"/>
                </a:cubicBezTo>
                <a:cubicBezTo>
                  <a:pt x="431" y="15213"/>
                  <a:pt x="442" y="15566"/>
                  <a:pt x="486" y="15919"/>
                </a:cubicBezTo>
                <a:cubicBezTo>
                  <a:pt x="486" y="15936"/>
                  <a:pt x="499" y="15944"/>
                  <a:pt x="512" y="15944"/>
                </a:cubicBezTo>
                <a:cubicBezTo>
                  <a:pt x="524" y="15944"/>
                  <a:pt x="535" y="15936"/>
                  <a:pt x="530" y="15919"/>
                </a:cubicBezTo>
                <a:cubicBezTo>
                  <a:pt x="331" y="13403"/>
                  <a:pt x="0" y="10522"/>
                  <a:pt x="1711" y="8436"/>
                </a:cubicBezTo>
                <a:cubicBezTo>
                  <a:pt x="2064" y="8005"/>
                  <a:pt x="2561" y="7718"/>
                  <a:pt x="3035" y="7453"/>
                </a:cubicBezTo>
                <a:cubicBezTo>
                  <a:pt x="3620" y="7144"/>
                  <a:pt x="4249" y="6979"/>
                  <a:pt x="4901" y="6902"/>
                </a:cubicBezTo>
                <a:cubicBezTo>
                  <a:pt x="5541" y="6813"/>
                  <a:pt x="6192" y="6725"/>
                  <a:pt x="6832" y="6648"/>
                </a:cubicBezTo>
                <a:cubicBezTo>
                  <a:pt x="7395" y="6582"/>
                  <a:pt x="7969" y="6559"/>
                  <a:pt x="8510" y="6405"/>
                </a:cubicBezTo>
                <a:cubicBezTo>
                  <a:pt x="9581" y="6096"/>
                  <a:pt x="10552" y="5533"/>
                  <a:pt x="11413" y="4816"/>
                </a:cubicBezTo>
                <a:cubicBezTo>
                  <a:pt x="11843" y="4462"/>
                  <a:pt x="12252" y="4076"/>
                  <a:pt x="12572" y="3612"/>
                </a:cubicBezTo>
                <a:cubicBezTo>
                  <a:pt x="12936" y="3083"/>
                  <a:pt x="13212" y="2487"/>
                  <a:pt x="13609" y="1968"/>
                </a:cubicBezTo>
                <a:cubicBezTo>
                  <a:pt x="14426" y="923"/>
                  <a:pt x="15663" y="498"/>
                  <a:pt x="16932" y="498"/>
                </a:cubicBezTo>
                <a:cubicBezTo>
                  <a:pt x="17688" y="498"/>
                  <a:pt x="18454" y="649"/>
                  <a:pt x="19150" y="908"/>
                </a:cubicBezTo>
                <a:cubicBezTo>
                  <a:pt x="21347" y="1725"/>
                  <a:pt x="22958" y="3646"/>
                  <a:pt x="24283" y="5489"/>
                </a:cubicBezTo>
                <a:cubicBezTo>
                  <a:pt x="24459" y="5743"/>
                  <a:pt x="24570" y="6030"/>
                  <a:pt x="24757" y="6272"/>
                </a:cubicBezTo>
                <a:cubicBezTo>
                  <a:pt x="24813" y="6350"/>
                  <a:pt x="24910" y="6391"/>
                  <a:pt x="25010" y="6391"/>
                </a:cubicBezTo>
                <a:cubicBezTo>
                  <a:pt x="25067" y="6391"/>
                  <a:pt x="25124" y="6378"/>
                  <a:pt x="25177" y="6350"/>
                </a:cubicBezTo>
                <a:cubicBezTo>
                  <a:pt x="25298" y="6272"/>
                  <a:pt x="25375" y="6074"/>
                  <a:pt x="25298" y="5952"/>
                </a:cubicBezTo>
                <a:cubicBezTo>
                  <a:pt x="24603" y="4893"/>
                  <a:pt x="23863" y="3855"/>
                  <a:pt x="23013" y="2928"/>
                </a:cubicBezTo>
                <a:cubicBezTo>
                  <a:pt x="22185" y="2034"/>
                  <a:pt x="21214" y="1206"/>
                  <a:pt x="20099" y="676"/>
                </a:cubicBezTo>
                <a:cubicBezTo>
                  <a:pt x="19219" y="250"/>
                  <a:pt x="18179" y="1"/>
                  <a:pt x="171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 rot="-9628182">
            <a:off x="6356392" y="4648540"/>
            <a:ext cx="2783729" cy="2902692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 rot="-9628182">
            <a:off x="-676758" y="-1602710"/>
            <a:ext cx="2783729" cy="2902692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 rot="3525203">
            <a:off x="-560414" y="3815197"/>
            <a:ext cx="2783767" cy="2902732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8041725" y="-916381"/>
            <a:ext cx="2783833" cy="2902801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7"/>
          <p:cNvSpPr/>
          <p:nvPr/>
        </p:nvSpPr>
        <p:spPr>
          <a:xfrm rot="3277415">
            <a:off x="-1630602" y="3887851"/>
            <a:ext cx="3203813" cy="2189564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6982173" y="-552776"/>
            <a:ext cx="2893447" cy="2175540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7"/>
          <p:cNvSpPr/>
          <p:nvPr/>
        </p:nvSpPr>
        <p:spPr>
          <a:xfrm>
            <a:off x="-1607225" y="-916393"/>
            <a:ext cx="2783833" cy="2902801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7"/>
          <p:cNvSpPr/>
          <p:nvPr/>
        </p:nvSpPr>
        <p:spPr>
          <a:xfrm rot="3675370">
            <a:off x="7791671" y="3829914"/>
            <a:ext cx="1418454" cy="2198312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7196125" y="4464401"/>
            <a:ext cx="2197056" cy="929306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7422705" y="4797785"/>
            <a:ext cx="1755097" cy="494659"/>
          </a:xfrm>
          <a:custGeom>
            <a:avLst/>
            <a:gdLst/>
            <a:ahLst/>
            <a:cxnLst/>
            <a:rect l="l" t="t" r="r" b="b"/>
            <a:pathLst>
              <a:path w="77283" h="17524" extrusionOk="0">
                <a:moveTo>
                  <a:pt x="60764" y="1"/>
                </a:moveTo>
                <a:cubicBezTo>
                  <a:pt x="59499" y="1"/>
                  <a:pt x="58221" y="150"/>
                  <a:pt x="56948" y="373"/>
                </a:cubicBezTo>
                <a:cubicBezTo>
                  <a:pt x="54121" y="859"/>
                  <a:pt x="51538" y="1984"/>
                  <a:pt x="48985" y="3200"/>
                </a:cubicBezTo>
                <a:cubicBezTo>
                  <a:pt x="43939" y="5632"/>
                  <a:pt x="38711" y="8671"/>
                  <a:pt x="32996" y="9036"/>
                </a:cubicBezTo>
                <a:cubicBezTo>
                  <a:pt x="32830" y="9046"/>
                  <a:pt x="32665" y="9050"/>
                  <a:pt x="32502" y="9050"/>
                </a:cubicBezTo>
                <a:cubicBezTo>
                  <a:pt x="29655" y="9050"/>
                  <a:pt x="27287" y="7592"/>
                  <a:pt x="24729" y="6270"/>
                </a:cubicBezTo>
                <a:cubicBezTo>
                  <a:pt x="21993" y="4811"/>
                  <a:pt x="19075" y="3413"/>
                  <a:pt x="16036" y="2562"/>
                </a:cubicBezTo>
                <a:cubicBezTo>
                  <a:pt x="15321" y="2368"/>
                  <a:pt x="14610" y="2278"/>
                  <a:pt x="13907" y="2278"/>
                </a:cubicBezTo>
                <a:cubicBezTo>
                  <a:pt x="11738" y="2278"/>
                  <a:pt x="9643" y="3130"/>
                  <a:pt x="7738" y="4416"/>
                </a:cubicBezTo>
                <a:cubicBezTo>
                  <a:pt x="5215" y="6148"/>
                  <a:pt x="3239" y="8489"/>
                  <a:pt x="1598" y="11042"/>
                </a:cubicBezTo>
                <a:cubicBezTo>
                  <a:pt x="1172" y="11711"/>
                  <a:pt x="473" y="12197"/>
                  <a:pt x="47" y="12896"/>
                </a:cubicBezTo>
                <a:cubicBezTo>
                  <a:pt x="1" y="12966"/>
                  <a:pt x="167" y="13089"/>
                  <a:pt x="276" y="13089"/>
                </a:cubicBezTo>
                <a:cubicBezTo>
                  <a:pt x="309" y="13089"/>
                  <a:pt x="337" y="13077"/>
                  <a:pt x="351" y="13048"/>
                </a:cubicBezTo>
                <a:cubicBezTo>
                  <a:pt x="3183" y="8579"/>
                  <a:pt x="7029" y="3577"/>
                  <a:pt x="12745" y="3577"/>
                </a:cubicBezTo>
                <a:cubicBezTo>
                  <a:pt x="13288" y="3577"/>
                  <a:pt x="13848" y="3622"/>
                  <a:pt x="14425" y="3717"/>
                </a:cubicBezTo>
                <a:cubicBezTo>
                  <a:pt x="17434" y="4203"/>
                  <a:pt x="20473" y="4811"/>
                  <a:pt x="23087" y="6331"/>
                </a:cubicBezTo>
                <a:cubicBezTo>
                  <a:pt x="25671" y="7820"/>
                  <a:pt x="28072" y="9674"/>
                  <a:pt x="31142" y="9978"/>
                </a:cubicBezTo>
                <a:cubicBezTo>
                  <a:pt x="31672" y="10036"/>
                  <a:pt x="32199" y="10063"/>
                  <a:pt x="32724" y="10063"/>
                </a:cubicBezTo>
                <a:cubicBezTo>
                  <a:pt x="37708" y="10063"/>
                  <a:pt x="42460" y="7600"/>
                  <a:pt x="46887" y="5510"/>
                </a:cubicBezTo>
                <a:cubicBezTo>
                  <a:pt x="50799" y="3679"/>
                  <a:pt x="55229" y="1373"/>
                  <a:pt x="59612" y="1373"/>
                </a:cubicBezTo>
                <a:cubicBezTo>
                  <a:pt x="60541" y="1373"/>
                  <a:pt x="61469" y="1476"/>
                  <a:pt x="62389" y="1710"/>
                </a:cubicBezTo>
                <a:cubicBezTo>
                  <a:pt x="68255" y="3169"/>
                  <a:pt x="71113" y="9370"/>
                  <a:pt x="73362" y="14659"/>
                </a:cubicBezTo>
                <a:cubicBezTo>
                  <a:pt x="73605" y="15267"/>
                  <a:pt x="73848" y="15936"/>
                  <a:pt x="74091" y="16574"/>
                </a:cubicBezTo>
                <a:cubicBezTo>
                  <a:pt x="74274" y="17071"/>
                  <a:pt x="75291" y="17523"/>
                  <a:pt x="75977" y="17523"/>
                </a:cubicBezTo>
                <a:cubicBezTo>
                  <a:pt x="76088" y="17523"/>
                  <a:pt x="76191" y="17511"/>
                  <a:pt x="76280" y="17486"/>
                </a:cubicBezTo>
                <a:cubicBezTo>
                  <a:pt x="76827" y="17334"/>
                  <a:pt x="77283" y="16240"/>
                  <a:pt x="77070" y="15662"/>
                </a:cubicBezTo>
                <a:cubicBezTo>
                  <a:pt x="76006" y="12653"/>
                  <a:pt x="74365" y="9826"/>
                  <a:pt x="72511" y="7242"/>
                </a:cubicBezTo>
                <a:cubicBezTo>
                  <a:pt x="70687" y="4689"/>
                  <a:pt x="68529" y="2258"/>
                  <a:pt x="65641" y="951"/>
                </a:cubicBezTo>
                <a:cubicBezTo>
                  <a:pt x="64069" y="260"/>
                  <a:pt x="62429" y="1"/>
                  <a:pt x="6076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7382973" y="-384398"/>
            <a:ext cx="2492656" cy="1233183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6" name="Google Shape;426;p27"/>
          <p:cNvGrpSpPr/>
          <p:nvPr/>
        </p:nvGrpSpPr>
        <p:grpSpPr>
          <a:xfrm rot="-3054664">
            <a:off x="-1364588" y="-48803"/>
            <a:ext cx="2956830" cy="1167613"/>
            <a:chOff x="-484200" y="415175"/>
            <a:chExt cx="3274825" cy="1386400"/>
          </a:xfrm>
        </p:grpSpPr>
        <p:sp>
          <p:nvSpPr>
            <p:cNvPr id="427" name="Google Shape;427;p27"/>
            <p:cNvSpPr/>
            <p:nvPr/>
          </p:nvSpPr>
          <p:spPr>
            <a:xfrm>
              <a:off x="-484200" y="465875"/>
              <a:ext cx="3274825" cy="1335700"/>
            </a:xfrm>
            <a:custGeom>
              <a:avLst/>
              <a:gdLst/>
              <a:ahLst/>
              <a:cxnLst/>
              <a:rect l="l" t="t" r="r" b="b"/>
              <a:pathLst>
                <a:path w="130993" h="53428" extrusionOk="0">
                  <a:moveTo>
                    <a:pt x="121248" y="0"/>
                  </a:moveTo>
                  <a:cubicBezTo>
                    <a:pt x="121104" y="0"/>
                    <a:pt x="120942" y="142"/>
                    <a:pt x="121053" y="253"/>
                  </a:cubicBezTo>
                  <a:cubicBezTo>
                    <a:pt x="121413" y="591"/>
                    <a:pt x="121817" y="895"/>
                    <a:pt x="122224" y="1196"/>
                  </a:cubicBezTo>
                  <a:lnTo>
                    <a:pt x="122224" y="1196"/>
                  </a:lnTo>
                  <a:cubicBezTo>
                    <a:pt x="121960" y="812"/>
                    <a:pt x="121682" y="437"/>
                    <a:pt x="121387" y="70"/>
                  </a:cubicBezTo>
                  <a:cubicBezTo>
                    <a:pt x="121354" y="20"/>
                    <a:pt x="121302" y="0"/>
                    <a:pt x="121248" y="0"/>
                  </a:cubicBezTo>
                  <a:close/>
                  <a:moveTo>
                    <a:pt x="306" y="22254"/>
                  </a:moveTo>
                  <a:cubicBezTo>
                    <a:pt x="155" y="22254"/>
                    <a:pt x="0" y="22412"/>
                    <a:pt x="17" y="22685"/>
                  </a:cubicBezTo>
                  <a:cubicBezTo>
                    <a:pt x="136" y="23686"/>
                    <a:pt x="199" y="24930"/>
                    <a:pt x="500" y="25977"/>
                  </a:cubicBezTo>
                  <a:lnTo>
                    <a:pt x="500" y="25977"/>
                  </a:lnTo>
                  <a:cubicBezTo>
                    <a:pt x="264" y="24880"/>
                    <a:pt x="668" y="23755"/>
                    <a:pt x="564" y="22563"/>
                  </a:cubicBezTo>
                  <a:cubicBezTo>
                    <a:pt x="538" y="22350"/>
                    <a:pt x="423" y="22254"/>
                    <a:pt x="306" y="22254"/>
                  </a:cubicBezTo>
                  <a:close/>
                  <a:moveTo>
                    <a:pt x="122224" y="1196"/>
                  </a:moveTo>
                  <a:cubicBezTo>
                    <a:pt x="125086" y="5365"/>
                    <a:pt x="126178" y="10507"/>
                    <a:pt x="127041" y="15572"/>
                  </a:cubicBezTo>
                  <a:cubicBezTo>
                    <a:pt x="127953" y="20983"/>
                    <a:pt x="128469" y="26727"/>
                    <a:pt x="126554" y="31864"/>
                  </a:cubicBezTo>
                  <a:cubicBezTo>
                    <a:pt x="124700" y="36879"/>
                    <a:pt x="121570" y="41925"/>
                    <a:pt x="117253" y="45086"/>
                  </a:cubicBezTo>
                  <a:cubicBezTo>
                    <a:pt x="112968" y="48217"/>
                    <a:pt x="107132" y="48308"/>
                    <a:pt x="101873" y="48916"/>
                  </a:cubicBezTo>
                  <a:cubicBezTo>
                    <a:pt x="99652" y="49187"/>
                    <a:pt x="97426" y="49409"/>
                    <a:pt x="95231" y="49409"/>
                  </a:cubicBezTo>
                  <a:cubicBezTo>
                    <a:pt x="92260" y="49409"/>
                    <a:pt x="89346" y="49002"/>
                    <a:pt x="86584" y="47761"/>
                  </a:cubicBezTo>
                  <a:cubicBezTo>
                    <a:pt x="81326" y="45360"/>
                    <a:pt x="77283" y="41196"/>
                    <a:pt x="72936" y="37487"/>
                  </a:cubicBezTo>
                  <a:cubicBezTo>
                    <a:pt x="68559" y="33779"/>
                    <a:pt x="63514" y="30831"/>
                    <a:pt x="57860" y="29341"/>
                  </a:cubicBezTo>
                  <a:cubicBezTo>
                    <a:pt x="55315" y="28665"/>
                    <a:pt x="52736" y="28372"/>
                    <a:pt x="50159" y="28372"/>
                  </a:cubicBezTo>
                  <a:cubicBezTo>
                    <a:pt x="45441" y="28372"/>
                    <a:pt x="40731" y="29355"/>
                    <a:pt x="36249" y="30770"/>
                  </a:cubicBezTo>
                  <a:cubicBezTo>
                    <a:pt x="30062" y="32732"/>
                    <a:pt x="23582" y="36014"/>
                    <a:pt x="17006" y="36014"/>
                  </a:cubicBezTo>
                  <a:cubicBezTo>
                    <a:pt x="16248" y="36014"/>
                    <a:pt x="15489" y="35971"/>
                    <a:pt x="14729" y="35876"/>
                  </a:cubicBezTo>
                  <a:cubicBezTo>
                    <a:pt x="9440" y="35208"/>
                    <a:pt x="3269" y="31651"/>
                    <a:pt x="807" y="26788"/>
                  </a:cubicBezTo>
                  <a:cubicBezTo>
                    <a:pt x="683" y="26539"/>
                    <a:pt x="582" y="26265"/>
                    <a:pt x="500" y="25977"/>
                  </a:cubicBezTo>
                  <a:lnTo>
                    <a:pt x="500" y="25977"/>
                  </a:lnTo>
                  <a:cubicBezTo>
                    <a:pt x="540" y="26167"/>
                    <a:pt x="600" y="26356"/>
                    <a:pt x="686" y="26545"/>
                  </a:cubicBezTo>
                  <a:cubicBezTo>
                    <a:pt x="1233" y="27761"/>
                    <a:pt x="1111" y="29554"/>
                    <a:pt x="1932" y="30557"/>
                  </a:cubicBezTo>
                  <a:cubicBezTo>
                    <a:pt x="3756" y="32746"/>
                    <a:pt x="6583" y="34387"/>
                    <a:pt x="9166" y="35512"/>
                  </a:cubicBezTo>
                  <a:cubicBezTo>
                    <a:pt x="11383" y="36460"/>
                    <a:pt x="13694" y="36825"/>
                    <a:pt x="16040" y="36825"/>
                  </a:cubicBezTo>
                  <a:cubicBezTo>
                    <a:pt x="20610" y="36825"/>
                    <a:pt x="25315" y="35441"/>
                    <a:pt x="29714" y="34296"/>
                  </a:cubicBezTo>
                  <a:cubicBezTo>
                    <a:pt x="36772" y="32435"/>
                    <a:pt x="44004" y="29455"/>
                    <a:pt x="51407" y="29455"/>
                  </a:cubicBezTo>
                  <a:cubicBezTo>
                    <a:pt x="51622" y="29455"/>
                    <a:pt x="51838" y="29458"/>
                    <a:pt x="52055" y="29463"/>
                  </a:cubicBezTo>
                  <a:cubicBezTo>
                    <a:pt x="55368" y="29524"/>
                    <a:pt x="58559" y="30983"/>
                    <a:pt x="61538" y="32442"/>
                  </a:cubicBezTo>
                  <a:cubicBezTo>
                    <a:pt x="64152" y="33718"/>
                    <a:pt x="66371" y="35664"/>
                    <a:pt x="68620" y="37487"/>
                  </a:cubicBezTo>
                  <a:cubicBezTo>
                    <a:pt x="73301" y="41256"/>
                    <a:pt x="77101" y="46484"/>
                    <a:pt x="82359" y="49554"/>
                  </a:cubicBezTo>
                  <a:cubicBezTo>
                    <a:pt x="86948" y="52222"/>
                    <a:pt x="92808" y="53428"/>
                    <a:pt x="98205" y="53428"/>
                  </a:cubicBezTo>
                  <a:cubicBezTo>
                    <a:pt x="98527" y="53428"/>
                    <a:pt x="98849" y="53423"/>
                    <a:pt x="99168" y="53415"/>
                  </a:cubicBezTo>
                  <a:cubicBezTo>
                    <a:pt x="110445" y="53111"/>
                    <a:pt x="120414" y="45512"/>
                    <a:pt x="125460" y="35208"/>
                  </a:cubicBezTo>
                  <a:cubicBezTo>
                    <a:pt x="130415" y="25086"/>
                    <a:pt x="130992" y="12046"/>
                    <a:pt x="124214" y="2988"/>
                  </a:cubicBezTo>
                  <a:cubicBezTo>
                    <a:pt x="123688" y="2268"/>
                    <a:pt x="122950" y="1734"/>
                    <a:pt x="122224" y="1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-132475" y="999950"/>
              <a:ext cx="1513450" cy="274075"/>
            </a:xfrm>
            <a:custGeom>
              <a:avLst/>
              <a:gdLst/>
              <a:ahLst/>
              <a:cxnLst/>
              <a:rect l="l" t="t" r="r" b="b"/>
              <a:pathLst>
                <a:path w="60538" h="10963" extrusionOk="0">
                  <a:moveTo>
                    <a:pt x="225" y="1"/>
                  </a:moveTo>
                  <a:cubicBezTo>
                    <a:pt x="142" y="1"/>
                    <a:pt x="1" y="116"/>
                    <a:pt x="52" y="167"/>
                  </a:cubicBezTo>
                  <a:cubicBezTo>
                    <a:pt x="958" y="1245"/>
                    <a:pt x="2038" y="2053"/>
                    <a:pt x="3228" y="2659"/>
                  </a:cubicBezTo>
                  <a:lnTo>
                    <a:pt x="3228" y="2659"/>
                  </a:lnTo>
                  <a:cubicBezTo>
                    <a:pt x="2129" y="1971"/>
                    <a:pt x="1130" y="1102"/>
                    <a:pt x="264" y="15"/>
                  </a:cubicBezTo>
                  <a:cubicBezTo>
                    <a:pt x="255" y="5"/>
                    <a:pt x="241" y="1"/>
                    <a:pt x="225" y="1"/>
                  </a:cubicBezTo>
                  <a:close/>
                  <a:moveTo>
                    <a:pt x="38889" y="318"/>
                  </a:moveTo>
                  <a:cubicBezTo>
                    <a:pt x="29883" y="318"/>
                    <a:pt x="21768" y="4434"/>
                    <a:pt x="12776" y="4434"/>
                  </a:cubicBezTo>
                  <a:cubicBezTo>
                    <a:pt x="12497" y="4434"/>
                    <a:pt x="12217" y="4430"/>
                    <a:pt x="11936" y="4422"/>
                  </a:cubicBezTo>
                  <a:cubicBezTo>
                    <a:pt x="8954" y="4339"/>
                    <a:pt x="5829" y="3983"/>
                    <a:pt x="3228" y="2659"/>
                  </a:cubicBezTo>
                  <a:lnTo>
                    <a:pt x="3228" y="2659"/>
                  </a:lnTo>
                  <a:cubicBezTo>
                    <a:pt x="5139" y="3856"/>
                    <a:pt x="7352" y="4508"/>
                    <a:pt x="9687" y="4817"/>
                  </a:cubicBezTo>
                  <a:cubicBezTo>
                    <a:pt x="10866" y="4971"/>
                    <a:pt x="12035" y="5043"/>
                    <a:pt x="13196" y="5043"/>
                  </a:cubicBezTo>
                  <a:cubicBezTo>
                    <a:pt x="16168" y="5043"/>
                    <a:pt x="19091" y="4571"/>
                    <a:pt x="21997" y="3784"/>
                  </a:cubicBezTo>
                  <a:cubicBezTo>
                    <a:pt x="26770" y="2507"/>
                    <a:pt x="31572" y="1413"/>
                    <a:pt x="36527" y="957"/>
                  </a:cubicBezTo>
                  <a:cubicBezTo>
                    <a:pt x="37394" y="875"/>
                    <a:pt x="38256" y="834"/>
                    <a:pt x="39111" y="834"/>
                  </a:cubicBezTo>
                  <a:cubicBezTo>
                    <a:pt x="42388" y="834"/>
                    <a:pt x="45569" y="1442"/>
                    <a:pt x="48654" y="2720"/>
                  </a:cubicBezTo>
                  <a:cubicBezTo>
                    <a:pt x="50843" y="3632"/>
                    <a:pt x="52727" y="4848"/>
                    <a:pt x="54642" y="6276"/>
                  </a:cubicBezTo>
                  <a:cubicBezTo>
                    <a:pt x="56557" y="7705"/>
                    <a:pt x="58259" y="9133"/>
                    <a:pt x="59810" y="10957"/>
                  </a:cubicBezTo>
                  <a:cubicBezTo>
                    <a:pt x="59811" y="10960"/>
                    <a:pt x="59815" y="10962"/>
                    <a:pt x="59821" y="10962"/>
                  </a:cubicBezTo>
                  <a:cubicBezTo>
                    <a:pt x="59915" y="10962"/>
                    <a:pt x="60537" y="10498"/>
                    <a:pt x="60509" y="10440"/>
                  </a:cubicBezTo>
                  <a:cubicBezTo>
                    <a:pt x="58259" y="7036"/>
                    <a:pt x="54399" y="4726"/>
                    <a:pt x="50782" y="2933"/>
                  </a:cubicBezTo>
                  <a:cubicBezTo>
                    <a:pt x="47135" y="1109"/>
                    <a:pt x="43153" y="349"/>
                    <a:pt x="39080" y="319"/>
                  </a:cubicBezTo>
                  <a:cubicBezTo>
                    <a:pt x="39016" y="318"/>
                    <a:pt x="38952" y="318"/>
                    <a:pt x="38889" y="3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1683500" y="429025"/>
              <a:ext cx="857100" cy="1178050"/>
            </a:xfrm>
            <a:custGeom>
              <a:avLst/>
              <a:gdLst/>
              <a:ahLst/>
              <a:cxnLst/>
              <a:rect l="l" t="t" r="r" b="b"/>
              <a:pathLst>
                <a:path w="34284" h="47122" extrusionOk="0">
                  <a:moveTo>
                    <a:pt x="28655" y="0"/>
                  </a:moveTo>
                  <a:cubicBezTo>
                    <a:pt x="28175" y="0"/>
                    <a:pt x="27661" y="306"/>
                    <a:pt x="27354" y="724"/>
                  </a:cubicBezTo>
                  <a:cubicBezTo>
                    <a:pt x="26989" y="1180"/>
                    <a:pt x="27050" y="1605"/>
                    <a:pt x="27323" y="2061"/>
                  </a:cubicBezTo>
                  <a:cubicBezTo>
                    <a:pt x="27552" y="2432"/>
                    <a:pt x="27592" y="3072"/>
                    <a:pt x="27950" y="3072"/>
                  </a:cubicBezTo>
                  <a:cubicBezTo>
                    <a:pt x="27973" y="3072"/>
                    <a:pt x="27997" y="3070"/>
                    <a:pt x="28022" y="3064"/>
                  </a:cubicBezTo>
                  <a:cubicBezTo>
                    <a:pt x="28205" y="3520"/>
                    <a:pt x="29026" y="3520"/>
                    <a:pt x="29208" y="3976"/>
                  </a:cubicBezTo>
                  <a:cubicBezTo>
                    <a:pt x="29633" y="5222"/>
                    <a:pt x="29238" y="6742"/>
                    <a:pt x="29633" y="7988"/>
                  </a:cubicBezTo>
                  <a:cubicBezTo>
                    <a:pt x="30424" y="10572"/>
                    <a:pt x="31092" y="13125"/>
                    <a:pt x="31488" y="15800"/>
                  </a:cubicBezTo>
                  <a:cubicBezTo>
                    <a:pt x="32187" y="20633"/>
                    <a:pt x="32795" y="25679"/>
                    <a:pt x="31396" y="30359"/>
                  </a:cubicBezTo>
                  <a:cubicBezTo>
                    <a:pt x="30181" y="34524"/>
                    <a:pt x="27719" y="38505"/>
                    <a:pt x="24557" y="41545"/>
                  </a:cubicBezTo>
                  <a:cubicBezTo>
                    <a:pt x="23038" y="43034"/>
                    <a:pt x="21183" y="44098"/>
                    <a:pt x="19238" y="44980"/>
                  </a:cubicBezTo>
                  <a:cubicBezTo>
                    <a:pt x="17323" y="45831"/>
                    <a:pt x="15347" y="46864"/>
                    <a:pt x="13281" y="47047"/>
                  </a:cubicBezTo>
                  <a:cubicBezTo>
                    <a:pt x="12862" y="47086"/>
                    <a:pt x="12442" y="47105"/>
                    <a:pt x="12023" y="47105"/>
                  </a:cubicBezTo>
                  <a:cubicBezTo>
                    <a:pt x="7877" y="47105"/>
                    <a:pt x="3755" y="45239"/>
                    <a:pt x="636" y="42396"/>
                  </a:cubicBezTo>
                  <a:cubicBezTo>
                    <a:pt x="633" y="42393"/>
                    <a:pt x="629" y="42392"/>
                    <a:pt x="623" y="42392"/>
                  </a:cubicBezTo>
                  <a:cubicBezTo>
                    <a:pt x="519" y="42392"/>
                    <a:pt x="1" y="42917"/>
                    <a:pt x="58" y="43004"/>
                  </a:cubicBezTo>
                  <a:cubicBezTo>
                    <a:pt x="3084" y="46001"/>
                    <a:pt x="7448" y="47121"/>
                    <a:pt x="11669" y="47121"/>
                  </a:cubicBezTo>
                  <a:cubicBezTo>
                    <a:pt x="11943" y="47121"/>
                    <a:pt x="12217" y="47117"/>
                    <a:pt x="12490" y="47107"/>
                  </a:cubicBezTo>
                  <a:cubicBezTo>
                    <a:pt x="17110" y="46925"/>
                    <a:pt x="21731" y="45375"/>
                    <a:pt x="25226" y="42305"/>
                  </a:cubicBezTo>
                  <a:cubicBezTo>
                    <a:pt x="28934" y="39053"/>
                    <a:pt x="31244" y="34402"/>
                    <a:pt x="32612" y="29691"/>
                  </a:cubicBezTo>
                  <a:cubicBezTo>
                    <a:pt x="34193" y="24250"/>
                    <a:pt x="34284" y="18444"/>
                    <a:pt x="33311" y="12912"/>
                  </a:cubicBezTo>
                  <a:cubicBezTo>
                    <a:pt x="32795" y="9934"/>
                    <a:pt x="31548" y="7168"/>
                    <a:pt x="30576" y="4310"/>
                  </a:cubicBezTo>
                  <a:cubicBezTo>
                    <a:pt x="30302" y="3581"/>
                    <a:pt x="30758" y="2608"/>
                    <a:pt x="30485" y="1879"/>
                  </a:cubicBezTo>
                  <a:cubicBezTo>
                    <a:pt x="30241" y="1271"/>
                    <a:pt x="29755" y="511"/>
                    <a:pt x="29178" y="146"/>
                  </a:cubicBezTo>
                  <a:cubicBezTo>
                    <a:pt x="29017" y="45"/>
                    <a:pt x="28839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937500" y="415175"/>
              <a:ext cx="1337150" cy="773150"/>
            </a:xfrm>
            <a:custGeom>
              <a:avLst/>
              <a:gdLst/>
              <a:ahLst/>
              <a:cxnLst/>
              <a:rect l="l" t="t" r="r" b="b"/>
              <a:pathLst>
                <a:path w="53486" h="30926" extrusionOk="0">
                  <a:moveTo>
                    <a:pt x="18" y="2600"/>
                  </a:moveTo>
                  <a:cubicBezTo>
                    <a:pt x="0" y="2600"/>
                    <a:pt x="21" y="2647"/>
                    <a:pt x="80" y="2706"/>
                  </a:cubicBezTo>
                  <a:cubicBezTo>
                    <a:pt x="198" y="2873"/>
                    <a:pt x="317" y="3040"/>
                    <a:pt x="435" y="3207"/>
                  </a:cubicBezTo>
                  <a:lnTo>
                    <a:pt x="435" y="3207"/>
                  </a:lnTo>
                  <a:cubicBezTo>
                    <a:pt x="338" y="2996"/>
                    <a:pt x="227" y="2802"/>
                    <a:pt x="80" y="2646"/>
                  </a:cubicBezTo>
                  <a:cubicBezTo>
                    <a:pt x="48" y="2614"/>
                    <a:pt x="28" y="2600"/>
                    <a:pt x="18" y="2600"/>
                  </a:cubicBezTo>
                  <a:close/>
                  <a:moveTo>
                    <a:pt x="435" y="3207"/>
                  </a:moveTo>
                  <a:lnTo>
                    <a:pt x="435" y="3207"/>
                  </a:lnTo>
                  <a:cubicBezTo>
                    <a:pt x="660" y="3693"/>
                    <a:pt x="814" y="4261"/>
                    <a:pt x="1174" y="4621"/>
                  </a:cubicBezTo>
                  <a:cubicBezTo>
                    <a:pt x="1505" y="4951"/>
                    <a:pt x="1837" y="5280"/>
                    <a:pt x="2170" y="5606"/>
                  </a:cubicBezTo>
                  <a:lnTo>
                    <a:pt x="2170" y="5606"/>
                  </a:lnTo>
                  <a:cubicBezTo>
                    <a:pt x="1583" y="4811"/>
                    <a:pt x="1006" y="4009"/>
                    <a:pt x="435" y="3207"/>
                  </a:cubicBezTo>
                  <a:close/>
                  <a:moveTo>
                    <a:pt x="44897" y="0"/>
                  </a:moveTo>
                  <a:cubicBezTo>
                    <a:pt x="44535" y="0"/>
                    <a:pt x="44321" y="404"/>
                    <a:pt x="44701" y="974"/>
                  </a:cubicBezTo>
                  <a:cubicBezTo>
                    <a:pt x="47710" y="5685"/>
                    <a:pt x="50719" y="11126"/>
                    <a:pt x="50993" y="16901"/>
                  </a:cubicBezTo>
                  <a:cubicBezTo>
                    <a:pt x="51236" y="21400"/>
                    <a:pt x="49564" y="26628"/>
                    <a:pt x="45127" y="28512"/>
                  </a:cubicBezTo>
                  <a:cubicBezTo>
                    <a:pt x="44018" y="28987"/>
                    <a:pt x="42840" y="29170"/>
                    <a:pt x="41646" y="29170"/>
                  </a:cubicBezTo>
                  <a:cubicBezTo>
                    <a:pt x="40090" y="29170"/>
                    <a:pt x="38507" y="28860"/>
                    <a:pt x="37011" y="28482"/>
                  </a:cubicBezTo>
                  <a:cubicBezTo>
                    <a:pt x="34184" y="27752"/>
                    <a:pt x="31753" y="26141"/>
                    <a:pt x="29169" y="24804"/>
                  </a:cubicBezTo>
                  <a:cubicBezTo>
                    <a:pt x="24032" y="22159"/>
                    <a:pt x="18834" y="19606"/>
                    <a:pt x="14275" y="16080"/>
                  </a:cubicBezTo>
                  <a:cubicBezTo>
                    <a:pt x="10027" y="12838"/>
                    <a:pt x="5984" y="9339"/>
                    <a:pt x="2170" y="5606"/>
                  </a:cubicBezTo>
                  <a:lnTo>
                    <a:pt x="2170" y="5606"/>
                  </a:lnTo>
                  <a:cubicBezTo>
                    <a:pt x="5040" y="9497"/>
                    <a:pt x="8139" y="13252"/>
                    <a:pt x="11843" y="16324"/>
                  </a:cubicBezTo>
                  <a:cubicBezTo>
                    <a:pt x="16494" y="20184"/>
                    <a:pt x="21692" y="23467"/>
                    <a:pt x="26980" y="26384"/>
                  </a:cubicBezTo>
                  <a:cubicBezTo>
                    <a:pt x="31066" y="28635"/>
                    <a:pt x="35939" y="30925"/>
                    <a:pt x="40791" y="30925"/>
                  </a:cubicBezTo>
                  <a:cubicBezTo>
                    <a:pt x="41968" y="30925"/>
                    <a:pt x="43143" y="30790"/>
                    <a:pt x="44306" y="30488"/>
                  </a:cubicBezTo>
                  <a:cubicBezTo>
                    <a:pt x="49656" y="29120"/>
                    <a:pt x="52695" y="24044"/>
                    <a:pt x="53060" y="18816"/>
                  </a:cubicBezTo>
                  <a:cubicBezTo>
                    <a:pt x="53485" y="12767"/>
                    <a:pt x="50446" y="7083"/>
                    <a:pt x="47163" y="2250"/>
                  </a:cubicBezTo>
                  <a:cubicBezTo>
                    <a:pt x="46738" y="1582"/>
                    <a:pt x="46069" y="1126"/>
                    <a:pt x="45613" y="487"/>
                  </a:cubicBezTo>
                  <a:cubicBezTo>
                    <a:pt x="45385" y="146"/>
                    <a:pt x="45114" y="0"/>
                    <a:pt x="44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27"/>
          <p:cNvSpPr/>
          <p:nvPr/>
        </p:nvSpPr>
        <p:spPr>
          <a:xfrm rot="-9575594">
            <a:off x="-1193482" y="4231905"/>
            <a:ext cx="2492675" cy="1233193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"/>
          <p:cNvSpPr/>
          <p:nvPr/>
        </p:nvSpPr>
        <p:spPr>
          <a:xfrm rot="-9575679">
            <a:off x="-1610493" y="3621398"/>
            <a:ext cx="4342237" cy="2148220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7"/>
          <p:cNvSpPr/>
          <p:nvPr/>
        </p:nvSpPr>
        <p:spPr>
          <a:xfrm rot="899862">
            <a:off x="6458288" y="-306425"/>
            <a:ext cx="4342035" cy="2148120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"/>
          <p:cNvSpPr/>
          <p:nvPr/>
        </p:nvSpPr>
        <p:spPr>
          <a:xfrm rot="-9628182">
            <a:off x="7321367" y="3531303"/>
            <a:ext cx="2783729" cy="2902692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8"/>
          <p:cNvSpPr/>
          <p:nvPr/>
        </p:nvSpPr>
        <p:spPr>
          <a:xfrm rot="1569413">
            <a:off x="-1095834" y="-916296"/>
            <a:ext cx="2783629" cy="2902588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8"/>
          <p:cNvSpPr/>
          <p:nvPr/>
        </p:nvSpPr>
        <p:spPr>
          <a:xfrm rot="-5916544">
            <a:off x="-560372" y="3815323"/>
            <a:ext cx="2783679" cy="2902639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"/>
          <p:cNvSpPr/>
          <p:nvPr/>
        </p:nvSpPr>
        <p:spPr>
          <a:xfrm rot="-3738820">
            <a:off x="7109097" y="-703009"/>
            <a:ext cx="2783614" cy="2902572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8"/>
          <p:cNvSpPr/>
          <p:nvPr/>
        </p:nvSpPr>
        <p:spPr>
          <a:xfrm rot="3277415">
            <a:off x="-1630602" y="3887851"/>
            <a:ext cx="3203813" cy="2189564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6982173" y="-552776"/>
            <a:ext cx="2893447" cy="2175540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-1784375" y="-916393"/>
            <a:ext cx="2783833" cy="2902801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8"/>
          <p:cNvSpPr/>
          <p:nvPr/>
        </p:nvSpPr>
        <p:spPr>
          <a:xfrm rot="3675370">
            <a:off x="7791671" y="3829914"/>
            <a:ext cx="1418454" cy="2198312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8"/>
          <p:cNvSpPr/>
          <p:nvPr/>
        </p:nvSpPr>
        <p:spPr>
          <a:xfrm rot="-2196980">
            <a:off x="7196099" y="4464399"/>
            <a:ext cx="2196981" cy="929299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8"/>
          <p:cNvSpPr/>
          <p:nvPr/>
        </p:nvSpPr>
        <p:spPr>
          <a:xfrm rot="-2196980">
            <a:off x="7490804" y="4771539"/>
            <a:ext cx="1755037" cy="494655"/>
          </a:xfrm>
          <a:custGeom>
            <a:avLst/>
            <a:gdLst/>
            <a:ahLst/>
            <a:cxnLst/>
            <a:rect l="l" t="t" r="r" b="b"/>
            <a:pathLst>
              <a:path w="77283" h="17524" extrusionOk="0">
                <a:moveTo>
                  <a:pt x="60764" y="1"/>
                </a:moveTo>
                <a:cubicBezTo>
                  <a:pt x="59499" y="1"/>
                  <a:pt x="58221" y="150"/>
                  <a:pt x="56948" y="373"/>
                </a:cubicBezTo>
                <a:cubicBezTo>
                  <a:pt x="54121" y="859"/>
                  <a:pt x="51538" y="1984"/>
                  <a:pt x="48985" y="3200"/>
                </a:cubicBezTo>
                <a:cubicBezTo>
                  <a:pt x="43939" y="5632"/>
                  <a:pt x="38711" y="8671"/>
                  <a:pt x="32996" y="9036"/>
                </a:cubicBezTo>
                <a:cubicBezTo>
                  <a:pt x="32830" y="9046"/>
                  <a:pt x="32665" y="9050"/>
                  <a:pt x="32502" y="9050"/>
                </a:cubicBezTo>
                <a:cubicBezTo>
                  <a:pt x="29655" y="9050"/>
                  <a:pt x="27287" y="7592"/>
                  <a:pt x="24729" y="6270"/>
                </a:cubicBezTo>
                <a:cubicBezTo>
                  <a:pt x="21993" y="4811"/>
                  <a:pt x="19075" y="3413"/>
                  <a:pt x="16036" y="2562"/>
                </a:cubicBezTo>
                <a:cubicBezTo>
                  <a:pt x="15321" y="2368"/>
                  <a:pt x="14610" y="2278"/>
                  <a:pt x="13907" y="2278"/>
                </a:cubicBezTo>
                <a:cubicBezTo>
                  <a:pt x="11738" y="2278"/>
                  <a:pt x="9643" y="3130"/>
                  <a:pt x="7738" y="4416"/>
                </a:cubicBezTo>
                <a:cubicBezTo>
                  <a:pt x="5215" y="6148"/>
                  <a:pt x="3239" y="8489"/>
                  <a:pt x="1598" y="11042"/>
                </a:cubicBezTo>
                <a:cubicBezTo>
                  <a:pt x="1172" y="11711"/>
                  <a:pt x="473" y="12197"/>
                  <a:pt x="47" y="12896"/>
                </a:cubicBezTo>
                <a:cubicBezTo>
                  <a:pt x="1" y="12966"/>
                  <a:pt x="167" y="13089"/>
                  <a:pt x="276" y="13089"/>
                </a:cubicBezTo>
                <a:cubicBezTo>
                  <a:pt x="309" y="13089"/>
                  <a:pt x="337" y="13077"/>
                  <a:pt x="351" y="13048"/>
                </a:cubicBezTo>
                <a:cubicBezTo>
                  <a:pt x="3183" y="8579"/>
                  <a:pt x="7029" y="3577"/>
                  <a:pt x="12745" y="3577"/>
                </a:cubicBezTo>
                <a:cubicBezTo>
                  <a:pt x="13288" y="3577"/>
                  <a:pt x="13848" y="3622"/>
                  <a:pt x="14425" y="3717"/>
                </a:cubicBezTo>
                <a:cubicBezTo>
                  <a:pt x="17434" y="4203"/>
                  <a:pt x="20473" y="4811"/>
                  <a:pt x="23087" y="6331"/>
                </a:cubicBezTo>
                <a:cubicBezTo>
                  <a:pt x="25671" y="7820"/>
                  <a:pt x="28072" y="9674"/>
                  <a:pt x="31142" y="9978"/>
                </a:cubicBezTo>
                <a:cubicBezTo>
                  <a:pt x="31672" y="10036"/>
                  <a:pt x="32199" y="10063"/>
                  <a:pt x="32724" y="10063"/>
                </a:cubicBezTo>
                <a:cubicBezTo>
                  <a:pt x="37708" y="10063"/>
                  <a:pt x="42460" y="7600"/>
                  <a:pt x="46887" y="5510"/>
                </a:cubicBezTo>
                <a:cubicBezTo>
                  <a:pt x="50799" y="3679"/>
                  <a:pt x="55229" y="1373"/>
                  <a:pt x="59612" y="1373"/>
                </a:cubicBezTo>
                <a:cubicBezTo>
                  <a:pt x="60541" y="1373"/>
                  <a:pt x="61469" y="1476"/>
                  <a:pt x="62389" y="1710"/>
                </a:cubicBezTo>
                <a:cubicBezTo>
                  <a:pt x="68255" y="3169"/>
                  <a:pt x="71113" y="9370"/>
                  <a:pt x="73362" y="14659"/>
                </a:cubicBezTo>
                <a:cubicBezTo>
                  <a:pt x="73605" y="15267"/>
                  <a:pt x="73848" y="15936"/>
                  <a:pt x="74091" y="16574"/>
                </a:cubicBezTo>
                <a:cubicBezTo>
                  <a:pt x="74274" y="17071"/>
                  <a:pt x="75291" y="17523"/>
                  <a:pt x="75977" y="17523"/>
                </a:cubicBezTo>
                <a:cubicBezTo>
                  <a:pt x="76088" y="17523"/>
                  <a:pt x="76191" y="17511"/>
                  <a:pt x="76280" y="17486"/>
                </a:cubicBezTo>
                <a:cubicBezTo>
                  <a:pt x="76827" y="17334"/>
                  <a:pt x="77283" y="16240"/>
                  <a:pt x="77070" y="15662"/>
                </a:cubicBezTo>
                <a:cubicBezTo>
                  <a:pt x="76006" y="12653"/>
                  <a:pt x="74365" y="9826"/>
                  <a:pt x="72511" y="7242"/>
                </a:cubicBezTo>
                <a:cubicBezTo>
                  <a:pt x="70687" y="4689"/>
                  <a:pt x="68529" y="2258"/>
                  <a:pt x="65641" y="951"/>
                </a:cubicBezTo>
                <a:cubicBezTo>
                  <a:pt x="64069" y="260"/>
                  <a:pt x="62429" y="1"/>
                  <a:pt x="607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6501552" y="-615352"/>
            <a:ext cx="4217568" cy="2300711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8"/>
          <p:cNvSpPr/>
          <p:nvPr/>
        </p:nvSpPr>
        <p:spPr>
          <a:xfrm rot="-9575795">
            <a:off x="-934946" y="4040886"/>
            <a:ext cx="3699123" cy="1326867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7" name="Google Shape;447;p28"/>
          <p:cNvGrpSpPr/>
          <p:nvPr/>
        </p:nvGrpSpPr>
        <p:grpSpPr>
          <a:xfrm rot="7330817">
            <a:off x="-1014412" y="-51316"/>
            <a:ext cx="2742576" cy="1599220"/>
            <a:chOff x="-102475" y="387225"/>
            <a:chExt cx="2742500" cy="1599175"/>
          </a:xfrm>
        </p:grpSpPr>
        <p:sp>
          <p:nvSpPr>
            <p:cNvPr id="448" name="Google Shape;448;p28"/>
            <p:cNvSpPr/>
            <p:nvPr/>
          </p:nvSpPr>
          <p:spPr>
            <a:xfrm>
              <a:off x="-102475" y="387225"/>
              <a:ext cx="2742500" cy="1580625"/>
            </a:xfrm>
            <a:custGeom>
              <a:avLst/>
              <a:gdLst/>
              <a:ahLst/>
              <a:cxnLst/>
              <a:rect l="l" t="t" r="r" b="b"/>
              <a:pathLst>
                <a:path w="109700" h="63225" extrusionOk="0">
                  <a:moveTo>
                    <a:pt x="82227" y="0"/>
                  </a:moveTo>
                  <a:cubicBezTo>
                    <a:pt x="78713" y="0"/>
                    <a:pt x="75222" y="825"/>
                    <a:pt x="72099" y="2475"/>
                  </a:cubicBezTo>
                  <a:cubicBezTo>
                    <a:pt x="67449" y="4967"/>
                    <a:pt x="64075" y="9344"/>
                    <a:pt x="60488" y="13144"/>
                  </a:cubicBezTo>
                  <a:cubicBezTo>
                    <a:pt x="56962" y="16913"/>
                    <a:pt x="52950" y="20195"/>
                    <a:pt x="48573" y="22961"/>
                  </a:cubicBezTo>
                  <a:cubicBezTo>
                    <a:pt x="46080" y="24542"/>
                    <a:pt x="43862" y="26761"/>
                    <a:pt x="40974" y="27338"/>
                  </a:cubicBezTo>
                  <a:cubicBezTo>
                    <a:pt x="40353" y="27460"/>
                    <a:pt x="39726" y="27510"/>
                    <a:pt x="39093" y="27510"/>
                  </a:cubicBezTo>
                  <a:cubicBezTo>
                    <a:pt x="36256" y="27510"/>
                    <a:pt x="33321" y="26501"/>
                    <a:pt x="30487" y="26426"/>
                  </a:cubicBezTo>
                  <a:cubicBezTo>
                    <a:pt x="27544" y="26327"/>
                    <a:pt x="24560" y="26084"/>
                    <a:pt x="21619" y="26084"/>
                  </a:cubicBezTo>
                  <a:cubicBezTo>
                    <a:pt x="20976" y="26084"/>
                    <a:pt x="20335" y="26095"/>
                    <a:pt x="19697" y="26122"/>
                  </a:cubicBezTo>
                  <a:cubicBezTo>
                    <a:pt x="17083" y="26274"/>
                    <a:pt x="14742" y="28189"/>
                    <a:pt x="12280" y="29040"/>
                  </a:cubicBezTo>
                  <a:cubicBezTo>
                    <a:pt x="7782" y="30591"/>
                    <a:pt x="2341" y="32597"/>
                    <a:pt x="426" y="37156"/>
                  </a:cubicBezTo>
                  <a:cubicBezTo>
                    <a:pt x="1" y="38220"/>
                    <a:pt x="700" y="39649"/>
                    <a:pt x="578" y="40804"/>
                  </a:cubicBezTo>
                  <a:cubicBezTo>
                    <a:pt x="578" y="40872"/>
                    <a:pt x="954" y="40957"/>
                    <a:pt x="1142" y="40957"/>
                  </a:cubicBezTo>
                  <a:cubicBezTo>
                    <a:pt x="1205" y="40957"/>
                    <a:pt x="1247" y="40948"/>
                    <a:pt x="1247" y="40925"/>
                  </a:cubicBezTo>
                  <a:cubicBezTo>
                    <a:pt x="1976" y="35910"/>
                    <a:pt x="5441" y="33053"/>
                    <a:pt x="9910" y="31138"/>
                  </a:cubicBezTo>
                  <a:cubicBezTo>
                    <a:pt x="14607" y="29140"/>
                    <a:pt x="19521" y="27789"/>
                    <a:pt x="24480" y="27789"/>
                  </a:cubicBezTo>
                  <a:cubicBezTo>
                    <a:pt x="25104" y="27789"/>
                    <a:pt x="25729" y="27811"/>
                    <a:pt x="26354" y="27855"/>
                  </a:cubicBezTo>
                  <a:cubicBezTo>
                    <a:pt x="29155" y="28045"/>
                    <a:pt x="31941" y="28267"/>
                    <a:pt x="34698" y="28267"/>
                  </a:cubicBezTo>
                  <a:cubicBezTo>
                    <a:pt x="38551" y="28267"/>
                    <a:pt x="42347" y="27834"/>
                    <a:pt x="46050" y="26274"/>
                  </a:cubicBezTo>
                  <a:cubicBezTo>
                    <a:pt x="50822" y="24268"/>
                    <a:pt x="55047" y="21563"/>
                    <a:pt x="58573" y="17916"/>
                  </a:cubicBezTo>
                  <a:cubicBezTo>
                    <a:pt x="62099" y="14238"/>
                    <a:pt x="65594" y="10530"/>
                    <a:pt x="69667" y="7429"/>
                  </a:cubicBezTo>
                  <a:cubicBezTo>
                    <a:pt x="71613" y="5909"/>
                    <a:pt x="73619" y="4481"/>
                    <a:pt x="75929" y="3630"/>
                  </a:cubicBezTo>
                  <a:cubicBezTo>
                    <a:pt x="77628" y="3020"/>
                    <a:pt x="79359" y="2894"/>
                    <a:pt x="81132" y="2894"/>
                  </a:cubicBezTo>
                  <a:cubicBezTo>
                    <a:pt x="81833" y="2894"/>
                    <a:pt x="82540" y="2913"/>
                    <a:pt x="83254" y="2931"/>
                  </a:cubicBezTo>
                  <a:cubicBezTo>
                    <a:pt x="88361" y="3113"/>
                    <a:pt x="93346" y="4602"/>
                    <a:pt x="97388" y="7642"/>
                  </a:cubicBezTo>
                  <a:cubicBezTo>
                    <a:pt x="101644" y="10834"/>
                    <a:pt x="104987" y="15271"/>
                    <a:pt x="106902" y="20256"/>
                  </a:cubicBezTo>
                  <a:cubicBezTo>
                    <a:pt x="108654" y="24857"/>
                    <a:pt x="109598" y="29906"/>
                    <a:pt x="109528" y="34852"/>
                  </a:cubicBezTo>
                  <a:lnTo>
                    <a:pt x="109528" y="34852"/>
                  </a:lnTo>
                  <a:cubicBezTo>
                    <a:pt x="109700" y="31336"/>
                    <a:pt x="109456" y="27809"/>
                    <a:pt x="108696" y="24299"/>
                  </a:cubicBezTo>
                  <a:cubicBezTo>
                    <a:pt x="107480" y="18797"/>
                    <a:pt x="104744" y="14116"/>
                    <a:pt x="100975" y="9952"/>
                  </a:cubicBezTo>
                  <a:cubicBezTo>
                    <a:pt x="97358" y="6001"/>
                    <a:pt x="93163" y="2110"/>
                    <a:pt x="87966" y="742"/>
                  </a:cubicBezTo>
                  <a:cubicBezTo>
                    <a:pt x="86084" y="247"/>
                    <a:pt x="84152" y="0"/>
                    <a:pt x="82227" y="0"/>
                  </a:cubicBezTo>
                  <a:close/>
                  <a:moveTo>
                    <a:pt x="109528" y="34852"/>
                  </a:moveTo>
                  <a:cubicBezTo>
                    <a:pt x="109403" y="37408"/>
                    <a:pt x="109058" y="39959"/>
                    <a:pt x="108533" y="42493"/>
                  </a:cubicBezTo>
                  <a:lnTo>
                    <a:pt x="108533" y="42493"/>
                  </a:lnTo>
                  <a:cubicBezTo>
                    <a:pt x="108804" y="41438"/>
                    <a:pt x="109024" y="40369"/>
                    <a:pt x="109182" y="39284"/>
                  </a:cubicBezTo>
                  <a:cubicBezTo>
                    <a:pt x="109393" y="37826"/>
                    <a:pt x="109507" y="36344"/>
                    <a:pt x="109528" y="34852"/>
                  </a:cubicBezTo>
                  <a:close/>
                  <a:moveTo>
                    <a:pt x="108533" y="42493"/>
                  </a:moveTo>
                  <a:cubicBezTo>
                    <a:pt x="107137" y="47936"/>
                    <a:pt x="104407" y="53007"/>
                    <a:pt x="102039" y="58099"/>
                  </a:cubicBezTo>
                  <a:cubicBezTo>
                    <a:pt x="101370" y="59618"/>
                    <a:pt x="100793" y="61138"/>
                    <a:pt x="100063" y="62628"/>
                  </a:cubicBezTo>
                  <a:cubicBezTo>
                    <a:pt x="99917" y="62941"/>
                    <a:pt x="100186" y="63225"/>
                    <a:pt x="100458" y="63225"/>
                  </a:cubicBezTo>
                  <a:cubicBezTo>
                    <a:pt x="100582" y="63225"/>
                    <a:pt x="100707" y="63166"/>
                    <a:pt x="100793" y="63023"/>
                  </a:cubicBezTo>
                  <a:cubicBezTo>
                    <a:pt x="102556" y="60105"/>
                    <a:pt x="103285" y="56761"/>
                    <a:pt x="104562" y="53600"/>
                  </a:cubicBezTo>
                  <a:cubicBezTo>
                    <a:pt x="105838" y="50409"/>
                    <a:pt x="107389" y="47430"/>
                    <a:pt x="108179" y="44086"/>
                  </a:cubicBezTo>
                  <a:cubicBezTo>
                    <a:pt x="108305" y="43556"/>
                    <a:pt x="108423" y="43025"/>
                    <a:pt x="108533" y="424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202775" y="836375"/>
              <a:ext cx="2117325" cy="1100050"/>
            </a:xfrm>
            <a:custGeom>
              <a:avLst/>
              <a:gdLst/>
              <a:ahLst/>
              <a:cxnLst/>
              <a:rect l="l" t="t" r="r" b="b"/>
              <a:pathLst>
                <a:path w="84693" h="44002" extrusionOk="0">
                  <a:moveTo>
                    <a:pt x="11871" y="17999"/>
                  </a:moveTo>
                  <a:cubicBezTo>
                    <a:pt x="11166" y="17999"/>
                    <a:pt x="10464" y="18038"/>
                    <a:pt x="9767" y="18126"/>
                  </a:cubicBezTo>
                  <a:cubicBezTo>
                    <a:pt x="6514" y="18552"/>
                    <a:pt x="3110" y="20527"/>
                    <a:pt x="1134" y="23263"/>
                  </a:cubicBezTo>
                  <a:cubicBezTo>
                    <a:pt x="648" y="23932"/>
                    <a:pt x="283" y="24692"/>
                    <a:pt x="40" y="25452"/>
                  </a:cubicBezTo>
                  <a:cubicBezTo>
                    <a:pt x="0" y="25511"/>
                    <a:pt x="77" y="25557"/>
                    <a:pt x="152" y="25557"/>
                  </a:cubicBezTo>
                  <a:cubicBezTo>
                    <a:pt x="192" y="25557"/>
                    <a:pt x="232" y="25544"/>
                    <a:pt x="253" y="25512"/>
                  </a:cubicBezTo>
                  <a:cubicBezTo>
                    <a:pt x="1499" y="22199"/>
                    <a:pt x="4691" y="19798"/>
                    <a:pt x="8034" y="19068"/>
                  </a:cubicBezTo>
                  <a:cubicBezTo>
                    <a:pt x="8805" y="18900"/>
                    <a:pt x="9575" y="18828"/>
                    <a:pt x="10344" y="18828"/>
                  </a:cubicBezTo>
                  <a:cubicBezTo>
                    <a:pt x="13606" y="18828"/>
                    <a:pt x="16848" y="20124"/>
                    <a:pt x="20071" y="20862"/>
                  </a:cubicBezTo>
                  <a:cubicBezTo>
                    <a:pt x="22274" y="21368"/>
                    <a:pt x="24484" y="21633"/>
                    <a:pt x="26702" y="21633"/>
                  </a:cubicBezTo>
                  <a:cubicBezTo>
                    <a:pt x="27370" y="21633"/>
                    <a:pt x="28040" y="21609"/>
                    <a:pt x="28709" y="21560"/>
                  </a:cubicBezTo>
                  <a:lnTo>
                    <a:pt x="28709" y="21560"/>
                  </a:lnTo>
                  <a:cubicBezTo>
                    <a:pt x="29093" y="21623"/>
                    <a:pt x="29479" y="21659"/>
                    <a:pt x="29868" y="21659"/>
                  </a:cubicBezTo>
                  <a:cubicBezTo>
                    <a:pt x="29966" y="21659"/>
                    <a:pt x="30064" y="21657"/>
                    <a:pt x="30162" y="21652"/>
                  </a:cubicBezTo>
                  <a:cubicBezTo>
                    <a:pt x="32351" y="21531"/>
                    <a:pt x="34570" y="20771"/>
                    <a:pt x="36576" y="19859"/>
                  </a:cubicBezTo>
                  <a:cubicBezTo>
                    <a:pt x="36722" y="19793"/>
                    <a:pt x="36868" y="19726"/>
                    <a:pt x="37011" y="19655"/>
                  </a:cubicBezTo>
                  <a:lnTo>
                    <a:pt x="37011" y="19655"/>
                  </a:lnTo>
                  <a:cubicBezTo>
                    <a:pt x="35931" y="20086"/>
                    <a:pt x="34814" y="20449"/>
                    <a:pt x="33658" y="20740"/>
                  </a:cubicBezTo>
                  <a:cubicBezTo>
                    <a:pt x="32004" y="21170"/>
                    <a:pt x="30355" y="21440"/>
                    <a:pt x="28709" y="21560"/>
                  </a:cubicBezTo>
                  <a:lnTo>
                    <a:pt x="28709" y="21560"/>
                  </a:lnTo>
                  <a:cubicBezTo>
                    <a:pt x="26707" y="21234"/>
                    <a:pt x="24761" y="20184"/>
                    <a:pt x="22776" y="19768"/>
                  </a:cubicBezTo>
                  <a:cubicBezTo>
                    <a:pt x="19259" y="19054"/>
                    <a:pt x="15529" y="17999"/>
                    <a:pt x="11871" y="17999"/>
                  </a:cubicBezTo>
                  <a:close/>
                  <a:moveTo>
                    <a:pt x="67502" y="1"/>
                  </a:moveTo>
                  <a:cubicBezTo>
                    <a:pt x="59316" y="1"/>
                    <a:pt x="52136" y="6674"/>
                    <a:pt x="46424" y="11804"/>
                  </a:cubicBezTo>
                  <a:cubicBezTo>
                    <a:pt x="43411" y="14524"/>
                    <a:pt x="40680" y="17863"/>
                    <a:pt x="37011" y="19655"/>
                  </a:cubicBezTo>
                  <a:lnTo>
                    <a:pt x="37011" y="19655"/>
                  </a:lnTo>
                  <a:cubicBezTo>
                    <a:pt x="39653" y="18602"/>
                    <a:pt x="42074" y="17142"/>
                    <a:pt x="44296" y="15330"/>
                  </a:cubicBezTo>
                  <a:cubicBezTo>
                    <a:pt x="47640" y="12625"/>
                    <a:pt x="50983" y="9980"/>
                    <a:pt x="54418" y="7397"/>
                  </a:cubicBezTo>
                  <a:cubicBezTo>
                    <a:pt x="57853" y="4813"/>
                    <a:pt x="61561" y="2655"/>
                    <a:pt x="65938" y="2381"/>
                  </a:cubicBezTo>
                  <a:cubicBezTo>
                    <a:pt x="66320" y="2356"/>
                    <a:pt x="66699" y="2343"/>
                    <a:pt x="67075" y="2343"/>
                  </a:cubicBezTo>
                  <a:cubicBezTo>
                    <a:pt x="70346" y="2343"/>
                    <a:pt x="73360" y="3313"/>
                    <a:pt x="75786" y="5603"/>
                  </a:cubicBezTo>
                  <a:cubicBezTo>
                    <a:pt x="78339" y="8005"/>
                    <a:pt x="80710" y="11014"/>
                    <a:pt x="81592" y="14418"/>
                  </a:cubicBezTo>
                  <a:cubicBezTo>
                    <a:pt x="83841" y="23020"/>
                    <a:pt x="78917" y="31683"/>
                    <a:pt x="75239" y="39342"/>
                  </a:cubicBezTo>
                  <a:cubicBezTo>
                    <a:pt x="74722" y="40437"/>
                    <a:pt x="75391" y="41987"/>
                    <a:pt x="74996" y="43111"/>
                  </a:cubicBezTo>
                  <a:cubicBezTo>
                    <a:pt x="74794" y="43701"/>
                    <a:pt x="74918" y="44002"/>
                    <a:pt x="75163" y="44002"/>
                  </a:cubicBezTo>
                  <a:cubicBezTo>
                    <a:pt x="75360" y="44002"/>
                    <a:pt x="75634" y="43808"/>
                    <a:pt x="75877" y="43415"/>
                  </a:cubicBezTo>
                  <a:cubicBezTo>
                    <a:pt x="77215" y="41379"/>
                    <a:pt x="78643" y="39342"/>
                    <a:pt x="79616" y="37123"/>
                  </a:cubicBezTo>
                  <a:cubicBezTo>
                    <a:pt x="80589" y="34813"/>
                    <a:pt x="81379" y="32473"/>
                    <a:pt x="82108" y="30072"/>
                  </a:cubicBezTo>
                  <a:cubicBezTo>
                    <a:pt x="83415" y="25756"/>
                    <a:pt x="84692" y="21044"/>
                    <a:pt x="83932" y="16546"/>
                  </a:cubicBezTo>
                  <a:cubicBezTo>
                    <a:pt x="82747" y="9433"/>
                    <a:pt x="77427" y="1439"/>
                    <a:pt x="69889" y="193"/>
                  </a:cubicBezTo>
                  <a:cubicBezTo>
                    <a:pt x="69084" y="62"/>
                    <a:pt x="68288" y="1"/>
                    <a:pt x="675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1082950" y="1158600"/>
              <a:ext cx="902025" cy="827800"/>
            </a:xfrm>
            <a:custGeom>
              <a:avLst/>
              <a:gdLst/>
              <a:ahLst/>
              <a:cxnLst/>
              <a:rect l="l" t="t" r="r" b="b"/>
              <a:pathLst>
                <a:path w="36081" h="33112" extrusionOk="0">
                  <a:moveTo>
                    <a:pt x="28341" y="0"/>
                  </a:moveTo>
                  <a:cubicBezTo>
                    <a:pt x="26778" y="0"/>
                    <a:pt x="25183" y="300"/>
                    <a:pt x="23709" y="587"/>
                  </a:cubicBezTo>
                  <a:cubicBezTo>
                    <a:pt x="18877" y="1590"/>
                    <a:pt x="14500" y="4204"/>
                    <a:pt x="10943" y="7547"/>
                  </a:cubicBezTo>
                  <a:cubicBezTo>
                    <a:pt x="6627" y="11620"/>
                    <a:pt x="3192" y="16544"/>
                    <a:pt x="1" y="21499"/>
                  </a:cubicBezTo>
                  <a:cubicBezTo>
                    <a:pt x="1" y="21528"/>
                    <a:pt x="383" y="21775"/>
                    <a:pt x="449" y="21775"/>
                  </a:cubicBezTo>
                  <a:cubicBezTo>
                    <a:pt x="452" y="21775"/>
                    <a:pt x="455" y="21774"/>
                    <a:pt x="457" y="21772"/>
                  </a:cubicBezTo>
                  <a:cubicBezTo>
                    <a:pt x="6080" y="13748"/>
                    <a:pt x="11916" y="5116"/>
                    <a:pt x="21764" y="2076"/>
                  </a:cubicBezTo>
                  <a:cubicBezTo>
                    <a:pt x="23541" y="1524"/>
                    <a:pt x="25356" y="1180"/>
                    <a:pt x="27194" y="1180"/>
                  </a:cubicBezTo>
                  <a:cubicBezTo>
                    <a:pt x="27683" y="1180"/>
                    <a:pt x="28173" y="1204"/>
                    <a:pt x="28664" y="1255"/>
                  </a:cubicBezTo>
                  <a:cubicBezTo>
                    <a:pt x="30883" y="1499"/>
                    <a:pt x="32615" y="2441"/>
                    <a:pt x="33497" y="4538"/>
                  </a:cubicBezTo>
                  <a:cubicBezTo>
                    <a:pt x="34287" y="6392"/>
                    <a:pt x="34135" y="8398"/>
                    <a:pt x="33862" y="10344"/>
                  </a:cubicBezTo>
                  <a:cubicBezTo>
                    <a:pt x="33527" y="12775"/>
                    <a:pt x="33315" y="15237"/>
                    <a:pt x="32403" y="17517"/>
                  </a:cubicBezTo>
                  <a:cubicBezTo>
                    <a:pt x="31430" y="20040"/>
                    <a:pt x="30032" y="22411"/>
                    <a:pt x="28664" y="24751"/>
                  </a:cubicBezTo>
                  <a:cubicBezTo>
                    <a:pt x="27934" y="25967"/>
                    <a:pt x="27235" y="27152"/>
                    <a:pt x="26475" y="28307"/>
                  </a:cubicBezTo>
                  <a:cubicBezTo>
                    <a:pt x="25685" y="29554"/>
                    <a:pt x="24804" y="30709"/>
                    <a:pt x="24348" y="32137"/>
                  </a:cubicBezTo>
                  <a:cubicBezTo>
                    <a:pt x="24137" y="32726"/>
                    <a:pt x="24582" y="33112"/>
                    <a:pt x="25078" y="33112"/>
                  </a:cubicBezTo>
                  <a:cubicBezTo>
                    <a:pt x="25298" y="33112"/>
                    <a:pt x="25528" y="33035"/>
                    <a:pt x="25716" y="32867"/>
                  </a:cubicBezTo>
                  <a:cubicBezTo>
                    <a:pt x="26719" y="31955"/>
                    <a:pt x="27722" y="31013"/>
                    <a:pt x="28451" y="29858"/>
                  </a:cubicBezTo>
                  <a:cubicBezTo>
                    <a:pt x="29150" y="28733"/>
                    <a:pt x="29333" y="27274"/>
                    <a:pt x="30001" y="26119"/>
                  </a:cubicBezTo>
                  <a:cubicBezTo>
                    <a:pt x="31339" y="23870"/>
                    <a:pt x="33163" y="21803"/>
                    <a:pt x="34135" y="19371"/>
                  </a:cubicBezTo>
                  <a:cubicBezTo>
                    <a:pt x="35077" y="17000"/>
                    <a:pt x="35412" y="14386"/>
                    <a:pt x="35746" y="11833"/>
                  </a:cubicBezTo>
                  <a:cubicBezTo>
                    <a:pt x="36081" y="9584"/>
                    <a:pt x="36081" y="7274"/>
                    <a:pt x="35321" y="5085"/>
                  </a:cubicBezTo>
                  <a:cubicBezTo>
                    <a:pt x="34591" y="2897"/>
                    <a:pt x="33284" y="1043"/>
                    <a:pt x="31035" y="374"/>
                  </a:cubicBezTo>
                  <a:cubicBezTo>
                    <a:pt x="30168" y="104"/>
                    <a:pt x="29260" y="0"/>
                    <a:pt x="28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>
            <a:alpha val="31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Quicksand"/>
              <a:buNone/>
              <a:defRPr sz="35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●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○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■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●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○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■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●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○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■"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59" r:id="rId6"/>
    <p:sldLayoutId id="2147483663" r:id="rId7"/>
    <p:sldLayoutId id="2147483665" r:id="rId8"/>
    <p:sldLayoutId id="2147483673" r:id="rId9"/>
    <p:sldLayoutId id="2147483674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2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CEBAD92-CDEE-1AF5-D4A0-46C88493BED6}"/>
              </a:ext>
            </a:extLst>
          </p:cNvPr>
          <p:cNvSpPr/>
          <p:nvPr/>
        </p:nvSpPr>
        <p:spPr>
          <a:xfrm>
            <a:off x="5177293" y="1150787"/>
            <a:ext cx="2868502" cy="2802327"/>
          </a:xfrm>
          <a:prstGeom prst="flowChartConnector">
            <a:avLst/>
          </a:prstGeom>
          <a:gradFill flip="none" rotWithShape="1">
            <a:gsLst>
              <a:gs pos="0">
                <a:srgbClr val="C4D2DA"/>
              </a:gs>
              <a:gs pos="90000">
                <a:schemeClr val="accent1">
                  <a:lumMod val="95000"/>
                  <a:lumOff val="5000"/>
                </a:schemeClr>
              </a:gs>
              <a:gs pos="100000">
                <a:srgbClr val="FFDFD9"/>
              </a:gs>
            </a:gsLst>
            <a:path path="circle">
              <a:fillToRect l="50000" t="130000" r="50000" b="-30000"/>
            </a:path>
            <a:tileRect/>
          </a:gradFill>
          <a:effectLst>
            <a:outerShdw blurRad="40000" dist="50800" dir="5400000" rotWithShape="0">
              <a:srgbClr val="000000">
                <a:alpha val="38000"/>
              </a:srgbClr>
            </a:outerShdw>
            <a:reflection blurRad="203200" endPos="55500" dist="1905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Google Shape;461;p32"/>
          <p:cNvSpPr/>
          <p:nvPr/>
        </p:nvSpPr>
        <p:spPr>
          <a:xfrm rot="-287046">
            <a:off x="5759879" y="4375147"/>
            <a:ext cx="3372371" cy="1702673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2"/>
          <p:cNvSpPr/>
          <p:nvPr/>
        </p:nvSpPr>
        <p:spPr>
          <a:xfrm rot="3904968">
            <a:off x="-789891" y="3608858"/>
            <a:ext cx="2721922" cy="4218418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2"/>
          <p:cNvSpPr/>
          <p:nvPr/>
        </p:nvSpPr>
        <p:spPr>
          <a:xfrm rot="1284464">
            <a:off x="5303852" y="-1869425"/>
            <a:ext cx="5552536" cy="4174871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2"/>
          <p:cNvSpPr/>
          <p:nvPr/>
        </p:nvSpPr>
        <p:spPr>
          <a:xfrm rot="1338470">
            <a:off x="-3003986" y="-2892932"/>
            <a:ext cx="5342469" cy="5570779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 rot="2700000">
            <a:off x="-962377" y="3911853"/>
            <a:ext cx="3372393" cy="1702684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2"/>
          <p:cNvSpPr/>
          <p:nvPr/>
        </p:nvSpPr>
        <p:spPr>
          <a:xfrm rot="518680">
            <a:off x="5652709" y="-1794267"/>
            <a:ext cx="5552353" cy="4174733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2"/>
          <p:cNvSpPr/>
          <p:nvPr/>
        </p:nvSpPr>
        <p:spPr>
          <a:xfrm rot="3904968">
            <a:off x="7067947" y="2895883"/>
            <a:ext cx="2721922" cy="4218418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"/>
          <p:cNvSpPr/>
          <p:nvPr/>
        </p:nvSpPr>
        <p:spPr>
          <a:xfrm rot="-1616134">
            <a:off x="6502153" y="4421667"/>
            <a:ext cx="3428841" cy="1166835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2"/>
          <p:cNvSpPr/>
          <p:nvPr/>
        </p:nvSpPr>
        <p:spPr>
          <a:xfrm rot="759066">
            <a:off x="-557456" y="4601444"/>
            <a:ext cx="2739141" cy="621103"/>
          </a:xfrm>
          <a:custGeom>
            <a:avLst/>
            <a:gdLst/>
            <a:ahLst/>
            <a:cxnLst/>
            <a:rect l="l" t="t" r="r" b="b"/>
            <a:pathLst>
              <a:path w="77283" h="17524" extrusionOk="0">
                <a:moveTo>
                  <a:pt x="60764" y="1"/>
                </a:moveTo>
                <a:cubicBezTo>
                  <a:pt x="59499" y="1"/>
                  <a:pt x="58221" y="150"/>
                  <a:pt x="56948" y="373"/>
                </a:cubicBezTo>
                <a:cubicBezTo>
                  <a:pt x="54121" y="859"/>
                  <a:pt x="51538" y="1984"/>
                  <a:pt x="48985" y="3200"/>
                </a:cubicBezTo>
                <a:cubicBezTo>
                  <a:pt x="43939" y="5632"/>
                  <a:pt x="38711" y="8671"/>
                  <a:pt x="32996" y="9036"/>
                </a:cubicBezTo>
                <a:cubicBezTo>
                  <a:pt x="32830" y="9046"/>
                  <a:pt x="32665" y="9050"/>
                  <a:pt x="32502" y="9050"/>
                </a:cubicBezTo>
                <a:cubicBezTo>
                  <a:pt x="29655" y="9050"/>
                  <a:pt x="27287" y="7592"/>
                  <a:pt x="24729" y="6270"/>
                </a:cubicBezTo>
                <a:cubicBezTo>
                  <a:pt x="21993" y="4811"/>
                  <a:pt x="19075" y="3413"/>
                  <a:pt x="16036" y="2562"/>
                </a:cubicBezTo>
                <a:cubicBezTo>
                  <a:pt x="15321" y="2368"/>
                  <a:pt x="14610" y="2278"/>
                  <a:pt x="13907" y="2278"/>
                </a:cubicBezTo>
                <a:cubicBezTo>
                  <a:pt x="11738" y="2278"/>
                  <a:pt x="9643" y="3130"/>
                  <a:pt x="7738" y="4416"/>
                </a:cubicBezTo>
                <a:cubicBezTo>
                  <a:pt x="5215" y="6148"/>
                  <a:pt x="3239" y="8489"/>
                  <a:pt x="1598" y="11042"/>
                </a:cubicBezTo>
                <a:cubicBezTo>
                  <a:pt x="1172" y="11711"/>
                  <a:pt x="473" y="12197"/>
                  <a:pt x="47" y="12896"/>
                </a:cubicBezTo>
                <a:cubicBezTo>
                  <a:pt x="1" y="12966"/>
                  <a:pt x="167" y="13089"/>
                  <a:pt x="276" y="13089"/>
                </a:cubicBezTo>
                <a:cubicBezTo>
                  <a:pt x="309" y="13089"/>
                  <a:pt x="337" y="13077"/>
                  <a:pt x="351" y="13048"/>
                </a:cubicBezTo>
                <a:cubicBezTo>
                  <a:pt x="3183" y="8579"/>
                  <a:pt x="7029" y="3577"/>
                  <a:pt x="12745" y="3577"/>
                </a:cubicBezTo>
                <a:cubicBezTo>
                  <a:pt x="13288" y="3577"/>
                  <a:pt x="13848" y="3622"/>
                  <a:pt x="14425" y="3717"/>
                </a:cubicBezTo>
                <a:cubicBezTo>
                  <a:pt x="17434" y="4203"/>
                  <a:pt x="20473" y="4811"/>
                  <a:pt x="23087" y="6331"/>
                </a:cubicBezTo>
                <a:cubicBezTo>
                  <a:pt x="25671" y="7820"/>
                  <a:pt x="28072" y="9674"/>
                  <a:pt x="31142" y="9978"/>
                </a:cubicBezTo>
                <a:cubicBezTo>
                  <a:pt x="31672" y="10036"/>
                  <a:pt x="32199" y="10063"/>
                  <a:pt x="32724" y="10063"/>
                </a:cubicBezTo>
                <a:cubicBezTo>
                  <a:pt x="37708" y="10063"/>
                  <a:pt x="42460" y="7600"/>
                  <a:pt x="46887" y="5510"/>
                </a:cubicBezTo>
                <a:cubicBezTo>
                  <a:pt x="50799" y="3679"/>
                  <a:pt x="55229" y="1373"/>
                  <a:pt x="59612" y="1373"/>
                </a:cubicBezTo>
                <a:cubicBezTo>
                  <a:pt x="60541" y="1373"/>
                  <a:pt x="61469" y="1476"/>
                  <a:pt x="62389" y="1710"/>
                </a:cubicBezTo>
                <a:cubicBezTo>
                  <a:pt x="68255" y="3169"/>
                  <a:pt x="71113" y="9370"/>
                  <a:pt x="73362" y="14659"/>
                </a:cubicBezTo>
                <a:cubicBezTo>
                  <a:pt x="73605" y="15267"/>
                  <a:pt x="73848" y="15936"/>
                  <a:pt x="74091" y="16574"/>
                </a:cubicBezTo>
                <a:cubicBezTo>
                  <a:pt x="74274" y="17071"/>
                  <a:pt x="75291" y="17523"/>
                  <a:pt x="75977" y="17523"/>
                </a:cubicBezTo>
                <a:cubicBezTo>
                  <a:pt x="76088" y="17523"/>
                  <a:pt x="76191" y="17511"/>
                  <a:pt x="76280" y="17486"/>
                </a:cubicBezTo>
                <a:cubicBezTo>
                  <a:pt x="76827" y="17334"/>
                  <a:pt x="77283" y="16240"/>
                  <a:pt x="77070" y="15662"/>
                </a:cubicBezTo>
                <a:cubicBezTo>
                  <a:pt x="76006" y="12653"/>
                  <a:pt x="74365" y="9826"/>
                  <a:pt x="72511" y="7242"/>
                </a:cubicBezTo>
                <a:cubicBezTo>
                  <a:pt x="70687" y="4689"/>
                  <a:pt x="68529" y="2258"/>
                  <a:pt x="65641" y="951"/>
                </a:cubicBezTo>
                <a:cubicBezTo>
                  <a:pt x="64069" y="260"/>
                  <a:pt x="62429" y="1"/>
                  <a:pt x="60764" y="1"/>
                </a:cubicBezTo>
                <a:close/>
              </a:path>
            </a:pathLst>
          </a:custGeom>
          <a:solidFill>
            <a:schemeClr val="lt1">
              <a:alpha val="44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2"/>
          <p:cNvSpPr/>
          <p:nvPr/>
        </p:nvSpPr>
        <p:spPr>
          <a:xfrm rot="-5341209">
            <a:off x="-478421" y="-2329282"/>
            <a:ext cx="2721829" cy="4218273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2"/>
          <p:cNvSpPr/>
          <p:nvPr/>
        </p:nvSpPr>
        <p:spPr>
          <a:xfrm>
            <a:off x="6037163" y="-537225"/>
            <a:ext cx="4783450" cy="2366500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474" name="Google Shape;474;p32"/>
          <p:cNvGrpSpPr/>
          <p:nvPr/>
        </p:nvGrpSpPr>
        <p:grpSpPr>
          <a:xfrm rot="-317424">
            <a:off x="-290999" y="-691618"/>
            <a:ext cx="3274693" cy="1386344"/>
            <a:chOff x="-484200" y="415175"/>
            <a:chExt cx="3274825" cy="1386400"/>
          </a:xfrm>
        </p:grpSpPr>
        <p:sp>
          <p:nvSpPr>
            <p:cNvPr id="475" name="Google Shape;475;p32"/>
            <p:cNvSpPr/>
            <p:nvPr/>
          </p:nvSpPr>
          <p:spPr>
            <a:xfrm>
              <a:off x="-484200" y="465875"/>
              <a:ext cx="3274825" cy="1335700"/>
            </a:xfrm>
            <a:custGeom>
              <a:avLst/>
              <a:gdLst/>
              <a:ahLst/>
              <a:cxnLst/>
              <a:rect l="l" t="t" r="r" b="b"/>
              <a:pathLst>
                <a:path w="130993" h="53428" extrusionOk="0">
                  <a:moveTo>
                    <a:pt x="121248" y="0"/>
                  </a:moveTo>
                  <a:cubicBezTo>
                    <a:pt x="121104" y="0"/>
                    <a:pt x="120942" y="142"/>
                    <a:pt x="121053" y="253"/>
                  </a:cubicBezTo>
                  <a:cubicBezTo>
                    <a:pt x="121413" y="591"/>
                    <a:pt x="121817" y="895"/>
                    <a:pt x="122224" y="1196"/>
                  </a:cubicBezTo>
                  <a:lnTo>
                    <a:pt x="122224" y="1196"/>
                  </a:lnTo>
                  <a:cubicBezTo>
                    <a:pt x="121960" y="812"/>
                    <a:pt x="121682" y="437"/>
                    <a:pt x="121387" y="70"/>
                  </a:cubicBezTo>
                  <a:cubicBezTo>
                    <a:pt x="121354" y="20"/>
                    <a:pt x="121302" y="0"/>
                    <a:pt x="121248" y="0"/>
                  </a:cubicBezTo>
                  <a:close/>
                  <a:moveTo>
                    <a:pt x="306" y="22254"/>
                  </a:moveTo>
                  <a:cubicBezTo>
                    <a:pt x="155" y="22254"/>
                    <a:pt x="0" y="22412"/>
                    <a:pt x="17" y="22685"/>
                  </a:cubicBezTo>
                  <a:cubicBezTo>
                    <a:pt x="136" y="23686"/>
                    <a:pt x="199" y="24930"/>
                    <a:pt x="500" y="25977"/>
                  </a:cubicBezTo>
                  <a:lnTo>
                    <a:pt x="500" y="25977"/>
                  </a:lnTo>
                  <a:cubicBezTo>
                    <a:pt x="264" y="24880"/>
                    <a:pt x="668" y="23755"/>
                    <a:pt x="564" y="22563"/>
                  </a:cubicBezTo>
                  <a:cubicBezTo>
                    <a:pt x="538" y="22350"/>
                    <a:pt x="423" y="22254"/>
                    <a:pt x="306" y="22254"/>
                  </a:cubicBezTo>
                  <a:close/>
                  <a:moveTo>
                    <a:pt x="122224" y="1196"/>
                  </a:moveTo>
                  <a:cubicBezTo>
                    <a:pt x="125086" y="5365"/>
                    <a:pt x="126178" y="10507"/>
                    <a:pt x="127041" y="15572"/>
                  </a:cubicBezTo>
                  <a:cubicBezTo>
                    <a:pt x="127953" y="20983"/>
                    <a:pt x="128469" y="26727"/>
                    <a:pt x="126554" y="31864"/>
                  </a:cubicBezTo>
                  <a:cubicBezTo>
                    <a:pt x="124700" y="36879"/>
                    <a:pt x="121570" y="41925"/>
                    <a:pt x="117253" y="45086"/>
                  </a:cubicBezTo>
                  <a:cubicBezTo>
                    <a:pt x="112968" y="48217"/>
                    <a:pt x="107132" y="48308"/>
                    <a:pt x="101873" y="48916"/>
                  </a:cubicBezTo>
                  <a:cubicBezTo>
                    <a:pt x="99652" y="49187"/>
                    <a:pt x="97426" y="49409"/>
                    <a:pt x="95231" y="49409"/>
                  </a:cubicBezTo>
                  <a:cubicBezTo>
                    <a:pt x="92260" y="49409"/>
                    <a:pt x="89346" y="49002"/>
                    <a:pt x="86584" y="47761"/>
                  </a:cubicBezTo>
                  <a:cubicBezTo>
                    <a:pt x="81326" y="45360"/>
                    <a:pt x="77283" y="41196"/>
                    <a:pt x="72936" y="37487"/>
                  </a:cubicBezTo>
                  <a:cubicBezTo>
                    <a:pt x="68559" y="33779"/>
                    <a:pt x="63514" y="30831"/>
                    <a:pt x="57860" y="29341"/>
                  </a:cubicBezTo>
                  <a:cubicBezTo>
                    <a:pt x="55315" y="28665"/>
                    <a:pt x="52736" y="28372"/>
                    <a:pt x="50159" y="28372"/>
                  </a:cubicBezTo>
                  <a:cubicBezTo>
                    <a:pt x="45441" y="28372"/>
                    <a:pt x="40731" y="29355"/>
                    <a:pt x="36249" y="30770"/>
                  </a:cubicBezTo>
                  <a:cubicBezTo>
                    <a:pt x="30062" y="32732"/>
                    <a:pt x="23582" y="36014"/>
                    <a:pt x="17006" y="36014"/>
                  </a:cubicBezTo>
                  <a:cubicBezTo>
                    <a:pt x="16248" y="36014"/>
                    <a:pt x="15489" y="35971"/>
                    <a:pt x="14729" y="35876"/>
                  </a:cubicBezTo>
                  <a:cubicBezTo>
                    <a:pt x="9440" y="35208"/>
                    <a:pt x="3269" y="31651"/>
                    <a:pt x="807" y="26788"/>
                  </a:cubicBezTo>
                  <a:cubicBezTo>
                    <a:pt x="683" y="26539"/>
                    <a:pt x="582" y="26265"/>
                    <a:pt x="500" y="25977"/>
                  </a:cubicBezTo>
                  <a:lnTo>
                    <a:pt x="500" y="25977"/>
                  </a:lnTo>
                  <a:cubicBezTo>
                    <a:pt x="540" y="26167"/>
                    <a:pt x="600" y="26356"/>
                    <a:pt x="686" y="26545"/>
                  </a:cubicBezTo>
                  <a:cubicBezTo>
                    <a:pt x="1233" y="27761"/>
                    <a:pt x="1111" y="29554"/>
                    <a:pt x="1932" y="30557"/>
                  </a:cubicBezTo>
                  <a:cubicBezTo>
                    <a:pt x="3756" y="32746"/>
                    <a:pt x="6583" y="34387"/>
                    <a:pt x="9166" y="35512"/>
                  </a:cubicBezTo>
                  <a:cubicBezTo>
                    <a:pt x="11383" y="36460"/>
                    <a:pt x="13694" y="36825"/>
                    <a:pt x="16040" y="36825"/>
                  </a:cubicBezTo>
                  <a:cubicBezTo>
                    <a:pt x="20610" y="36825"/>
                    <a:pt x="25315" y="35441"/>
                    <a:pt x="29714" y="34296"/>
                  </a:cubicBezTo>
                  <a:cubicBezTo>
                    <a:pt x="36772" y="32435"/>
                    <a:pt x="44004" y="29455"/>
                    <a:pt x="51407" y="29455"/>
                  </a:cubicBezTo>
                  <a:cubicBezTo>
                    <a:pt x="51622" y="29455"/>
                    <a:pt x="51838" y="29458"/>
                    <a:pt x="52055" y="29463"/>
                  </a:cubicBezTo>
                  <a:cubicBezTo>
                    <a:pt x="55368" y="29524"/>
                    <a:pt x="58559" y="30983"/>
                    <a:pt x="61538" y="32442"/>
                  </a:cubicBezTo>
                  <a:cubicBezTo>
                    <a:pt x="64152" y="33718"/>
                    <a:pt x="66371" y="35664"/>
                    <a:pt x="68620" y="37487"/>
                  </a:cubicBezTo>
                  <a:cubicBezTo>
                    <a:pt x="73301" y="41256"/>
                    <a:pt x="77101" y="46484"/>
                    <a:pt x="82359" y="49554"/>
                  </a:cubicBezTo>
                  <a:cubicBezTo>
                    <a:pt x="86948" y="52222"/>
                    <a:pt x="92808" y="53428"/>
                    <a:pt x="98205" y="53428"/>
                  </a:cubicBezTo>
                  <a:cubicBezTo>
                    <a:pt x="98527" y="53428"/>
                    <a:pt x="98849" y="53423"/>
                    <a:pt x="99168" y="53415"/>
                  </a:cubicBezTo>
                  <a:cubicBezTo>
                    <a:pt x="110445" y="53111"/>
                    <a:pt x="120414" y="45512"/>
                    <a:pt x="125460" y="35208"/>
                  </a:cubicBezTo>
                  <a:cubicBezTo>
                    <a:pt x="130415" y="25086"/>
                    <a:pt x="130992" y="12046"/>
                    <a:pt x="124214" y="2988"/>
                  </a:cubicBezTo>
                  <a:cubicBezTo>
                    <a:pt x="123688" y="2268"/>
                    <a:pt x="122950" y="1734"/>
                    <a:pt x="122224" y="1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-132475" y="999950"/>
              <a:ext cx="1513450" cy="274075"/>
            </a:xfrm>
            <a:custGeom>
              <a:avLst/>
              <a:gdLst/>
              <a:ahLst/>
              <a:cxnLst/>
              <a:rect l="l" t="t" r="r" b="b"/>
              <a:pathLst>
                <a:path w="60538" h="10963" extrusionOk="0">
                  <a:moveTo>
                    <a:pt x="225" y="1"/>
                  </a:moveTo>
                  <a:cubicBezTo>
                    <a:pt x="142" y="1"/>
                    <a:pt x="1" y="116"/>
                    <a:pt x="52" y="167"/>
                  </a:cubicBezTo>
                  <a:cubicBezTo>
                    <a:pt x="958" y="1245"/>
                    <a:pt x="2038" y="2053"/>
                    <a:pt x="3228" y="2659"/>
                  </a:cubicBezTo>
                  <a:lnTo>
                    <a:pt x="3228" y="2659"/>
                  </a:lnTo>
                  <a:cubicBezTo>
                    <a:pt x="2129" y="1971"/>
                    <a:pt x="1130" y="1102"/>
                    <a:pt x="264" y="15"/>
                  </a:cubicBezTo>
                  <a:cubicBezTo>
                    <a:pt x="255" y="5"/>
                    <a:pt x="241" y="1"/>
                    <a:pt x="225" y="1"/>
                  </a:cubicBezTo>
                  <a:close/>
                  <a:moveTo>
                    <a:pt x="38889" y="318"/>
                  </a:moveTo>
                  <a:cubicBezTo>
                    <a:pt x="29883" y="318"/>
                    <a:pt x="21768" y="4434"/>
                    <a:pt x="12776" y="4434"/>
                  </a:cubicBezTo>
                  <a:cubicBezTo>
                    <a:pt x="12497" y="4434"/>
                    <a:pt x="12217" y="4430"/>
                    <a:pt x="11936" y="4422"/>
                  </a:cubicBezTo>
                  <a:cubicBezTo>
                    <a:pt x="8954" y="4339"/>
                    <a:pt x="5829" y="3983"/>
                    <a:pt x="3228" y="2659"/>
                  </a:cubicBezTo>
                  <a:lnTo>
                    <a:pt x="3228" y="2659"/>
                  </a:lnTo>
                  <a:cubicBezTo>
                    <a:pt x="5139" y="3856"/>
                    <a:pt x="7352" y="4508"/>
                    <a:pt x="9687" y="4817"/>
                  </a:cubicBezTo>
                  <a:cubicBezTo>
                    <a:pt x="10866" y="4971"/>
                    <a:pt x="12035" y="5043"/>
                    <a:pt x="13196" y="5043"/>
                  </a:cubicBezTo>
                  <a:cubicBezTo>
                    <a:pt x="16168" y="5043"/>
                    <a:pt x="19091" y="4571"/>
                    <a:pt x="21997" y="3784"/>
                  </a:cubicBezTo>
                  <a:cubicBezTo>
                    <a:pt x="26770" y="2507"/>
                    <a:pt x="31572" y="1413"/>
                    <a:pt x="36527" y="957"/>
                  </a:cubicBezTo>
                  <a:cubicBezTo>
                    <a:pt x="37394" y="875"/>
                    <a:pt x="38256" y="834"/>
                    <a:pt x="39111" y="834"/>
                  </a:cubicBezTo>
                  <a:cubicBezTo>
                    <a:pt x="42388" y="834"/>
                    <a:pt x="45569" y="1442"/>
                    <a:pt x="48654" y="2720"/>
                  </a:cubicBezTo>
                  <a:cubicBezTo>
                    <a:pt x="50843" y="3632"/>
                    <a:pt x="52727" y="4848"/>
                    <a:pt x="54642" y="6276"/>
                  </a:cubicBezTo>
                  <a:cubicBezTo>
                    <a:pt x="56557" y="7705"/>
                    <a:pt x="58259" y="9133"/>
                    <a:pt x="59810" y="10957"/>
                  </a:cubicBezTo>
                  <a:cubicBezTo>
                    <a:pt x="59811" y="10960"/>
                    <a:pt x="59815" y="10962"/>
                    <a:pt x="59821" y="10962"/>
                  </a:cubicBezTo>
                  <a:cubicBezTo>
                    <a:pt x="59915" y="10962"/>
                    <a:pt x="60537" y="10498"/>
                    <a:pt x="60509" y="10440"/>
                  </a:cubicBezTo>
                  <a:cubicBezTo>
                    <a:pt x="58259" y="7036"/>
                    <a:pt x="54399" y="4726"/>
                    <a:pt x="50782" y="2933"/>
                  </a:cubicBezTo>
                  <a:cubicBezTo>
                    <a:pt x="47135" y="1109"/>
                    <a:pt x="43153" y="349"/>
                    <a:pt x="39080" y="319"/>
                  </a:cubicBezTo>
                  <a:cubicBezTo>
                    <a:pt x="39016" y="318"/>
                    <a:pt x="38952" y="318"/>
                    <a:pt x="38889" y="3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1683500" y="429025"/>
              <a:ext cx="857100" cy="1178050"/>
            </a:xfrm>
            <a:custGeom>
              <a:avLst/>
              <a:gdLst/>
              <a:ahLst/>
              <a:cxnLst/>
              <a:rect l="l" t="t" r="r" b="b"/>
              <a:pathLst>
                <a:path w="34284" h="47122" extrusionOk="0">
                  <a:moveTo>
                    <a:pt x="28655" y="0"/>
                  </a:moveTo>
                  <a:cubicBezTo>
                    <a:pt x="28175" y="0"/>
                    <a:pt x="27661" y="306"/>
                    <a:pt x="27354" y="724"/>
                  </a:cubicBezTo>
                  <a:cubicBezTo>
                    <a:pt x="26989" y="1180"/>
                    <a:pt x="27050" y="1605"/>
                    <a:pt x="27323" y="2061"/>
                  </a:cubicBezTo>
                  <a:cubicBezTo>
                    <a:pt x="27552" y="2432"/>
                    <a:pt x="27592" y="3072"/>
                    <a:pt x="27950" y="3072"/>
                  </a:cubicBezTo>
                  <a:cubicBezTo>
                    <a:pt x="27973" y="3072"/>
                    <a:pt x="27997" y="3070"/>
                    <a:pt x="28022" y="3064"/>
                  </a:cubicBezTo>
                  <a:cubicBezTo>
                    <a:pt x="28205" y="3520"/>
                    <a:pt x="29026" y="3520"/>
                    <a:pt x="29208" y="3976"/>
                  </a:cubicBezTo>
                  <a:cubicBezTo>
                    <a:pt x="29633" y="5222"/>
                    <a:pt x="29238" y="6742"/>
                    <a:pt x="29633" y="7988"/>
                  </a:cubicBezTo>
                  <a:cubicBezTo>
                    <a:pt x="30424" y="10572"/>
                    <a:pt x="31092" y="13125"/>
                    <a:pt x="31488" y="15800"/>
                  </a:cubicBezTo>
                  <a:cubicBezTo>
                    <a:pt x="32187" y="20633"/>
                    <a:pt x="32795" y="25679"/>
                    <a:pt x="31396" y="30359"/>
                  </a:cubicBezTo>
                  <a:cubicBezTo>
                    <a:pt x="30181" y="34524"/>
                    <a:pt x="27719" y="38505"/>
                    <a:pt x="24557" y="41545"/>
                  </a:cubicBezTo>
                  <a:cubicBezTo>
                    <a:pt x="23038" y="43034"/>
                    <a:pt x="21183" y="44098"/>
                    <a:pt x="19238" y="44980"/>
                  </a:cubicBezTo>
                  <a:cubicBezTo>
                    <a:pt x="17323" y="45831"/>
                    <a:pt x="15347" y="46864"/>
                    <a:pt x="13281" y="47047"/>
                  </a:cubicBezTo>
                  <a:cubicBezTo>
                    <a:pt x="12862" y="47086"/>
                    <a:pt x="12442" y="47105"/>
                    <a:pt x="12023" y="47105"/>
                  </a:cubicBezTo>
                  <a:cubicBezTo>
                    <a:pt x="7877" y="47105"/>
                    <a:pt x="3755" y="45239"/>
                    <a:pt x="636" y="42396"/>
                  </a:cubicBezTo>
                  <a:cubicBezTo>
                    <a:pt x="633" y="42393"/>
                    <a:pt x="629" y="42392"/>
                    <a:pt x="623" y="42392"/>
                  </a:cubicBezTo>
                  <a:cubicBezTo>
                    <a:pt x="519" y="42392"/>
                    <a:pt x="1" y="42917"/>
                    <a:pt x="58" y="43004"/>
                  </a:cubicBezTo>
                  <a:cubicBezTo>
                    <a:pt x="3084" y="46001"/>
                    <a:pt x="7448" y="47121"/>
                    <a:pt x="11669" y="47121"/>
                  </a:cubicBezTo>
                  <a:cubicBezTo>
                    <a:pt x="11943" y="47121"/>
                    <a:pt x="12217" y="47117"/>
                    <a:pt x="12490" y="47107"/>
                  </a:cubicBezTo>
                  <a:cubicBezTo>
                    <a:pt x="17110" y="46925"/>
                    <a:pt x="21731" y="45375"/>
                    <a:pt x="25226" y="42305"/>
                  </a:cubicBezTo>
                  <a:cubicBezTo>
                    <a:pt x="28934" y="39053"/>
                    <a:pt x="31244" y="34402"/>
                    <a:pt x="32612" y="29691"/>
                  </a:cubicBezTo>
                  <a:cubicBezTo>
                    <a:pt x="34193" y="24250"/>
                    <a:pt x="34284" y="18444"/>
                    <a:pt x="33311" y="12912"/>
                  </a:cubicBezTo>
                  <a:cubicBezTo>
                    <a:pt x="32795" y="9934"/>
                    <a:pt x="31548" y="7168"/>
                    <a:pt x="30576" y="4310"/>
                  </a:cubicBezTo>
                  <a:cubicBezTo>
                    <a:pt x="30302" y="3581"/>
                    <a:pt x="30758" y="2608"/>
                    <a:pt x="30485" y="1879"/>
                  </a:cubicBezTo>
                  <a:cubicBezTo>
                    <a:pt x="30241" y="1271"/>
                    <a:pt x="29755" y="511"/>
                    <a:pt x="29178" y="146"/>
                  </a:cubicBezTo>
                  <a:cubicBezTo>
                    <a:pt x="29017" y="45"/>
                    <a:pt x="28839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937500" y="415175"/>
              <a:ext cx="1337150" cy="773150"/>
            </a:xfrm>
            <a:custGeom>
              <a:avLst/>
              <a:gdLst/>
              <a:ahLst/>
              <a:cxnLst/>
              <a:rect l="l" t="t" r="r" b="b"/>
              <a:pathLst>
                <a:path w="53486" h="30926" extrusionOk="0">
                  <a:moveTo>
                    <a:pt x="18" y="2600"/>
                  </a:moveTo>
                  <a:cubicBezTo>
                    <a:pt x="0" y="2600"/>
                    <a:pt x="21" y="2647"/>
                    <a:pt x="80" y="2706"/>
                  </a:cubicBezTo>
                  <a:cubicBezTo>
                    <a:pt x="198" y="2873"/>
                    <a:pt x="317" y="3040"/>
                    <a:pt x="435" y="3207"/>
                  </a:cubicBezTo>
                  <a:lnTo>
                    <a:pt x="435" y="3207"/>
                  </a:lnTo>
                  <a:cubicBezTo>
                    <a:pt x="338" y="2996"/>
                    <a:pt x="227" y="2802"/>
                    <a:pt x="80" y="2646"/>
                  </a:cubicBezTo>
                  <a:cubicBezTo>
                    <a:pt x="48" y="2614"/>
                    <a:pt x="28" y="2600"/>
                    <a:pt x="18" y="2600"/>
                  </a:cubicBezTo>
                  <a:close/>
                  <a:moveTo>
                    <a:pt x="435" y="3207"/>
                  </a:moveTo>
                  <a:lnTo>
                    <a:pt x="435" y="3207"/>
                  </a:lnTo>
                  <a:cubicBezTo>
                    <a:pt x="660" y="3693"/>
                    <a:pt x="814" y="4261"/>
                    <a:pt x="1174" y="4621"/>
                  </a:cubicBezTo>
                  <a:cubicBezTo>
                    <a:pt x="1505" y="4951"/>
                    <a:pt x="1837" y="5280"/>
                    <a:pt x="2170" y="5606"/>
                  </a:cubicBezTo>
                  <a:lnTo>
                    <a:pt x="2170" y="5606"/>
                  </a:lnTo>
                  <a:cubicBezTo>
                    <a:pt x="1583" y="4811"/>
                    <a:pt x="1006" y="4009"/>
                    <a:pt x="435" y="3207"/>
                  </a:cubicBezTo>
                  <a:close/>
                  <a:moveTo>
                    <a:pt x="44897" y="0"/>
                  </a:moveTo>
                  <a:cubicBezTo>
                    <a:pt x="44535" y="0"/>
                    <a:pt x="44321" y="404"/>
                    <a:pt x="44701" y="974"/>
                  </a:cubicBezTo>
                  <a:cubicBezTo>
                    <a:pt x="47710" y="5685"/>
                    <a:pt x="50719" y="11126"/>
                    <a:pt x="50993" y="16901"/>
                  </a:cubicBezTo>
                  <a:cubicBezTo>
                    <a:pt x="51236" y="21400"/>
                    <a:pt x="49564" y="26628"/>
                    <a:pt x="45127" y="28512"/>
                  </a:cubicBezTo>
                  <a:cubicBezTo>
                    <a:pt x="44018" y="28987"/>
                    <a:pt x="42840" y="29170"/>
                    <a:pt x="41646" y="29170"/>
                  </a:cubicBezTo>
                  <a:cubicBezTo>
                    <a:pt x="40090" y="29170"/>
                    <a:pt x="38507" y="28860"/>
                    <a:pt x="37011" y="28482"/>
                  </a:cubicBezTo>
                  <a:cubicBezTo>
                    <a:pt x="34184" y="27752"/>
                    <a:pt x="31753" y="26141"/>
                    <a:pt x="29169" y="24804"/>
                  </a:cubicBezTo>
                  <a:cubicBezTo>
                    <a:pt x="24032" y="22159"/>
                    <a:pt x="18834" y="19606"/>
                    <a:pt x="14275" y="16080"/>
                  </a:cubicBezTo>
                  <a:cubicBezTo>
                    <a:pt x="10027" y="12838"/>
                    <a:pt x="5984" y="9339"/>
                    <a:pt x="2170" y="5606"/>
                  </a:cubicBezTo>
                  <a:lnTo>
                    <a:pt x="2170" y="5606"/>
                  </a:lnTo>
                  <a:cubicBezTo>
                    <a:pt x="5040" y="9497"/>
                    <a:pt x="8139" y="13252"/>
                    <a:pt x="11843" y="16324"/>
                  </a:cubicBezTo>
                  <a:cubicBezTo>
                    <a:pt x="16494" y="20184"/>
                    <a:pt x="21692" y="23467"/>
                    <a:pt x="26980" y="26384"/>
                  </a:cubicBezTo>
                  <a:cubicBezTo>
                    <a:pt x="31066" y="28635"/>
                    <a:pt x="35939" y="30925"/>
                    <a:pt x="40791" y="30925"/>
                  </a:cubicBezTo>
                  <a:cubicBezTo>
                    <a:pt x="41968" y="30925"/>
                    <a:pt x="43143" y="30790"/>
                    <a:pt x="44306" y="30488"/>
                  </a:cubicBezTo>
                  <a:cubicBezTo>
                    <a:pt x="49656" y="29120"/>
                    <a:pt x="52695" y="24044"/>
                    <a:pt x="53060" y="18816"/>
                  </a:cubicBezTo>
                  <a:cubicBezTo>
                    <a:pt x="53485" y="12767"/>
                    <a:pt x="50446" y="7083"/>
                    <a:pt x="47163" y="2250"/>
                  </a:cubicBezTo>
                  <a:cubicBezTo>
                    <a:pt x="46738" y="1582"/>
                    <a:pt x="46069" y="1126"/>
                    <a:pt x="45613" y="487"/>
                  </a:cubicBezTo>
                  <a:cubicBezTo>
                    <a:pt x="45385" y="146"/>
                    <a:pt x="45114" y="0"/>
                    <a:pt x="44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32"/>
          <p:cNvGrpSpPr/>
          <p:nvPr/>
        </p:nvGrpSpPr>
        <p:grpSpPr>
          <a:xfrm>
            <a:off x="309067" y="1762212"/>
            <a:ext cx="523979" cy="621108"/>
            <a:chOff x="6346125" y="2675525"/>
            <a:chExt cx="601100" cy="712525"/>
          </a:xfrm>
        </p:grpSpPr>
        <p:sp>
          <p:nvSpPr>
            <p:cNvPr id="480" name="Google Shape;480;p32"/>
            <p:cNvSpPr/>
            <p:nvPr/>
          </p:nvSpPr>
          <p:spPr>
            <a:xfrm>
              <a:off x="6374250" y="3203525"/>
              <a:ext cx="168725" cy="184525"/>
            </a:xfrm>
            <a:custGeom>
              <a:avLst/>
              <a:gdLst/>
              <a:ahLst/>
              <a:cxnLst/>
              <a:rect l="l" t="t" r="r" b="b"/>
              <a:pathLst>
                <a:path w="6749" h="7381" extrusionOk="0">
                  <a:moveTo>
                    <a:pt x="5194" y="0"/>
                  </a:moveTo>
                  <a:cubicBezTo>
                    <a:pt x="5066" y="0"/>
                    <a:pt x="4935" y="16"/>
                    <a:pt x="4803" y="49"/>
                  </a:cubicBezTo>
                  <a:cubicBezTo>
                    <a:pt x="4256" y="171"/>
                    <a:pt x="3891" y="596"/>
                    <a:pt x="3648" y="1083"/>
                  </a:cubicBezTo>
                  <a:cubicBezTo>
                    <a:pt x="3222" y="1873"/>
                    <a:pt x="2766" y="2603"/>
                    <a:pt x="2219" y="3332"/>
                  </a:cubicBezTo>
                  <a:cubicBezTo>
                    <a:pt x="2219" y="3362"/>
                    <a:pt x="2189" y="3393"/>
                    <a:pt x="2158" y="3423"/>
                  </a:cubicBezTo>
                  <a:cubicBezTo>
                    <a:pt x="2158" y="3423"/>
                    <a:pt x="2093" y="3505"/>
                    <a:pt x="2033" y="3581"/>
                  </a:cubicBezTo>
                  <a:lnTo>
                    <a:pt x="2033" y="3581"/>
                  </a:lnTo>
                  <a:cubicBezTo>
                    <a:pt x="2002" y="3610"/>
                    <a:pt x="1959" y="3653"/>
                    <a:pt x="1946" y="3666"/>
                  </a:cubicBezTo>
                  <a:cubicBezTo>
                    <a:pt x="1794" y="3879"/>
                    <a:pt x="1642" y="4062"/>
                    <a:pt x="1459" y="4274"/>
                  </a:cubicBezTo>
                  <a:cubicBezTo>
                    <a:pt x="1125" y="4639"/>
                    <a:pt x="791" y="5034"/>
                    <a:pt x="456" y="5399"/>
                  </a:cubicBezTo>
                  <a:cubicBezTo>
                    <a:pt x="61" y="5855"/>
                    <a:pt x="0" y="6463"/>
                    <a:pt x="365" y="6919"/>
                  </a:cubicBezTo>
                  <a:cubicBezTo>
                    <a:pt x="581" y="7213"/>
                    <a:pt x="924" y="7381"/>
                    <a:pt x="1278" y="7381"/>
                  </a:cubicBezTo>
                  <a:cubicBezTo>
                    <a:pt x="1473" y="7381"/>
                    <a:pt x="1671" y="7330"/>
                    <a:pt x="1854" y="7223"/>
                  </a:cubicBezTo>
                  <a:cubicBezTo>
                    <a:pt x="3557" y="6280"/>
                    <a:pt x="4894" y="4730"/>
                    <a:pt x="5988" y="3119"/>
                  </a:cubicBezTo>
                  <a:cubicBezTo>
                    <a:pt x="6079" y="2967"/>
                    <a:pt x="6201" y="2815"/>
                    <a:pt x="6292" y="2633"/>
                  </a:cubicBezTo>
                  <a:cubicBezTo>
                    <a:pt x="6353" y="2542"/>
                    <a:pt x="6414" y="2451"/>
                    <a:pt x="6475" y="2329"/>
                  </a:cubicBezTo>
                  <a:cubicBezTo>
                    <a:pt x="6687" y="1873"/>
                    <a:pt x="6748" y="1387"/>
                    <a:pt x="6535" y="900"/>
                  </a:cubicBezTo>
                  <a:cubicBezTo>
                    <a:pt x="6287" y="328"/>
                    <a:pt x="5773" y="0"/>
                    <a:pt x="5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6346125" y="2989975"/>
              <a:ext cx="151250" cy="213350"/>
            </a:xfrm>
            <a:custGeom>
              <a:avLst/>
              <a:gdLst/>
              <a:ahLst/>
              <a:cxnLst/>
              <a:rect l="l" t="t" r="r" b="b"/>
              <a:pathLst>
                <a:path w="6050" h="8534" extrusionOk="0">
                  <a:moveTo>
                    <a:pt x="4514" y="1"/>
                  </a:moveTo>
                  <a:cubicBezTo>
                    <a:pt x="4051" y="1"/>
                    <a:pt x="3585" y="217"/>
                    <a:pt x="3344" y="658"/>
                  </a:cubicBezTo>
                  <a:cubicBezTo>
                    <a:pt x="2220" y="2847"/>
                    <a:pt x="1004" y="5065"/>
                    <a:pt x="153" y="7406"/>
                  </a:cubicBezTo>
                  <a:cubicBezTo>
                    <a:pt x="1" y="7771"/>
                    <a:pt x="244" y="8227"/>
                    <a:pt x="548" y="8409"/>
                  </a:cubicBezTo>
                  <a:cubicBezTo>
                    <a:pt x="694" y="8489"/>
                    <a:pt x="874" y="8533"/>
                    <a:pt x="1052" y="8533"/>
                  </a:cubicBezTo>
                  <a:cubicBezTo>
                    <a:pt x="1281" y="8533"/>
                    <a:pt x="1505" y="8459"/>
                    <a:pt x="1642" y="8287"/>
                  </a:cubicBezTo>
                  <a:cubicBezTo>
                    <a:pt x="3162" y="6312"/>
                    <a:pt x="4408" y="4154"/>
                    <a:pt x="5685" y="2026"/>
                  </a:cubicBezTo>
                  <a:cubicBezTo>
                    <a:pt x="6049" y="1418"/>
                    <a:pt x="5837" y="506"/>
                    <a:pt x="5198" y="172"/>
                  </a:cubicBezTo>
                  <a:cubicBezTo>
                    <a:pt x="4992" y="58"/>
                    <a:pt x="4753" y="1"/>
                    <a:pt x="45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6566500" y="2890125"/>
              <a:ext cx="176325" cy="224875"/>
            </a:xfrm>
            <a:custGeom>
              <a:avLst/>
              <a:gdLst/>
              <a:ahLst/>
              <a:cxnLst/>
              <a:rect l="l" t="t" r="r" b="b"/>
              <a:pathLst>
                <a:path w="7053" h="8995" extrusionOk="0">
                  <a:moveTo>
                    <a:pt x="5374" y="1"/>
                  </a:moveTo>
                  <a:cubicBezTo>
                    <a:pt x="4880" y="1"/>
                    <a:pt x="4357" y="231"/>
                    <a:pt x="4165" y="701"/>
                  </a:cubicBezTo>
                  <a:cubicBezTo>
                    <a:pt x="4013" y="1065"/>
                    <a:pt x="3830" y="1430"/>
                    <a:pt x="3709" y="1795"/>
                  </a:cubicBezTo>
                  <a:lnTo>
                    <a:pt x="3678" y="1795"/>
                  </a:lnTo>
                  <a:cubicBezTo>
                    <a:pt x="3678" y="1856"/>
                    <a:pt x="3648" y="1886"/>
                    <a:pt x="3648" y="1916"/>
                  </a:cubicBezTo>
                  <a:cubicBezTo>
                    <a:pt x="3618" y="1947"/>
                    <a:pt x="3618" y="1977"/>
                    <a:pt x="3618" y="1977"/>
                  </a:cubicBezTo>
                  <a:cubicBezTo>
                    <a:pt x="3557" y="2129"/>
                    <a:pt x="3466" y="2281"/>
                    <a:pt x="3405" y="2433"/>
                  </a:cubicBezTo>
                  <a:cubicBezTo>
                    <a:pt x="3131" y="2980"/>
                    <a:pt x="2827" y="3558"/>
                    <a:pt x="2523" y="4075"/>
                  </a:cubicBezTo>
                  <a:cubicBezTo>
                    <a:pt x="2219" y="4622"/>
                    <a:pt x="1885" y="5108"/>
                    <a:pt x="1520" y="5594"/>
                  </a:cubicBezTo>
                  <a:cubicBezTo>
                    <a:pt x="1338" y="5868"/>
                    <a:pt x="1155" y="6111"/>
                    <a:pt x="973" y="6385"/>
                  </a:cubicBezTo>
                  <a:cubicBezTo>
                    <a:pt x="943" y="6415"/>
                    <a:pt x="912" y="6445"/>
                    <a:pt x="882" y="6506"/>
                  </a:cubicBezTo>
                  <a:cubicBezTo>
                    <a:pt x="852" y="6506"/>
                    <a:pt x="852" y="6537"/>
                    <a:pt x="821" y="6537"/>
                  </a:cubicBezTo>
                  <a:cubicBezTo>
                    <a:pt x="730" y="6689"/>
                    <a:pt x="608" y="6810"/>
                    <a:pt x="487" y="6962"/>
                  </a:cubicBezTo>
                  <a:cubicBezTo>
                    <a:pt x="92" y="7448"/>
                    <a:pt x="0" y="8178"/>
                    <a:pt x="487" y="8664"/>
                  </a:cubicBezTo>
                  <a:cubicBezTo>
                    <a:pt x="741" y="8888"/>
                    <a:pt x="1031" y="8995"/>
                    <a:pt x="1323" y="8995"/>
                  </a:cubicBezTo>
                  <a:cubicBezTo>
                    <a:pt x="1624" y="8995"/>
                    <a:pt x="1926" y="8881"/>
                    <a:pt x="2189" y="8664"/>
                  </a:cubicBezTo>
                  <a:cubicBezTo>
                    <a:pt x="4256" y="6841"/>
                    <a:pt x="5928" y="4439"/>
                    <a:pt x="6809" y="1825"/>
                  </a:cubicBezTo>
                  <a:cubicBezTo>
                    <a:pt x="7052" y="1126"/>
                    <a:pt x="6596" y="366"/>
                    <a:pt x="5958" y="123"/>
                  </a:cubicBezTo>
                  <a:cubicBezTo>
                    <a:pt x="5786" y="42"/>
                    <a:pt x="5583" y="1"/>
                    <a:pt x="5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6657225" y="2934975"/>
              <a:ext cx="2000" cy="3200"/>
            </a:xfrm>
            <a:custGeom>
              <a:avLst/>
              <a:gdLst/>
              <a:ahLst/>
              <a:cxnLst/>
              <a:rect l="l" t="t" r="r" b="b"/>
              <a:pathLst>
                <a:path w="80" h="128" extrusionOk="0">
                  <a:moveTo>
                    <a:pt x="80" y="1"/>
                  </a:moveTo>
                  <a:cubicBezTo>
                    <a:pt x="63" y="1"/>
                    <a:pt x="47" y="18"/>
                    <a:pt x="35" y="44"/>
                  </a:cubicBezTo>
                  <a:lnTo>
                    <a:pt x="35" y="44"/>
                  </a:lnTo>
                  <a:cubicBezTo>
                    <a:pt x="47" y="26"/>
                    <a:pt x="62" y="10"/>
                    <a:pt x="80" y="1"/>
                  </a:cubicBezTo>
                  <a:close/>
                  <a:moveTo>
                    <a:pt x="35" y="44"/>
                  </a:moveTo>
                  <a:cubicBezTo>
                    <a:pt x="11" y="82"/>
                    <a:pt x="1" y="127"/>
                    <a:pt x="11" y="127"/>
                  </a:cubicBezTo>
                  <a:cubicBezTo>
                    <a:pt x="13" y="127"/>
                    <a:pt x="16" y="126"/>
                    <a:pt x="19" y="122"/>
                  </a:cubicBezTo>
                  <a:cubicBezTo>
                    <a:pt x="19" y="94"/>
                    <a:pt x="25" y="66"/>
                    <a:pt x="35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6557375" y="2799375"/>
              <a:ext cx="700" cy="375"/>
            </a:xfrm>
            <a:custGeom>
              <a:avLst/>
              <a:gdLst/>
              <a:ahLst/>
              <a:cxnLst/>
              <a:rect l="l" t="t" r="r" b="b"/>
              <a:pathLst>
                <a:path w="28" h="15" extrusionOk="0">
                  <a:moveTo>
                    <a:pt x="21" y="1"/>
                  </a:moveTo>
                  <a:cubicBezTo>
                    <a:pt x="18" y="1"/>
                    <a:pt x="11" y="4"/>
                    <a:pt x="1" y="14"/>
                  </a:cubicBezTo>
                  <a:cubicBezTo>
                    <a:pt x="21" y="14"/>
                    <a:pt x="28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6539150" y="2685925"/>
              <a:ext cx="141475" cy="171775"/>
            </a:xfrm>
            <a:custGeom>
              <a:avLst/>
              <a:gdLst/>
              <a:ahLst/>
              <a:cxnLst/>
              <a:rect l="l" t="t" r="r" b="b"/>
              <a:pathLst>
                <a:path w="5659" h="6871" extrusionOk="0">
                  <a:moveTo>
                    <a:pt x="5593" y="1179"/>
                  </a:moveTo>
                  <a:cubicBezTo>
                    <a:pt x="5605" y="1227"/>
                    <a:pt x="5612" y="1280"/>
                    <a:pt x="5619" y="1334"/>
                  </a:cubicBezTo>
                  <a:lnTo>
                    <a:pt x="5619" y="1334"/>
                  </a:lnTo>
                  <a:cubicBezTo>
                    <a:pt x="5611" y="1282"/>
                    <a:pt x="5602" y="1230"/>
                    <a:pt x="5593" y="1179"/>
                  </a:cubicBezTo>
                  <a:close/>
                  <a:moveTo>
                    <a:pt x="4314" y="0"/>
                  </a:moveTo>
                  <a:cubicBezTo>
                    <a:pt x="4204" y="0"/>
                    <a:pt x="4092" y="17"/>
                    <a:pt x="3982" y="54"/>
                  </a:cubicBezTo>
                  <a:cubicBezTo>
                    <a:pt x="3648" y="175"/>
                    <a:pt x="3405" y="358"/>
                    <a:pt x="3161" y="601"/>
                  </a:cubicBezTo>
                  <a:cubicBezTo>
                    <a:pt x="2949" y="844"/>
                    <a:pt x="2827" y="1118"/>
                    <a:pt x="2705" y="1422"/>
                  </a:cubicBezTo>
                  <a:cubicBezTo>
                    <a:pt x="2432" y="2060"/>
                    <a:pt x="2097" y="2698"/>
                    <a:pt x="1702" y="3306"/>
                  </a:cubicBezTo>
                  <a:cubicBezTo>
                    <a:pt x="1611" y="3458"/>
                    <a:pt x="1490" y="3610"/>
                    <a:pt x="1398" y="3732"/>
                  </a:cubicBezTo>
                  <a:cubicBezTo>
                    <a:pt x="1368" y="3762"/>
                    <a:pt x="1368" y="3762"/>
                    <a:pt x="1368" y="3793"/>
                  </a:cubicBezTo>
                  <a:cubicBezTo>
                    <a:pt x="1246" y="3914"/>
                    <a:pt x="1125" y="4066"/>
                    <a:pt x="1003" y="4218"/>
                  </a:cubicBezTo>
                  <a:cubicBezTo>
                    <a:pt x="947" y="4302"/>
                    <a:pt x="891" y="4360"/>
                    <a:pt x="859" y="4440"/>
                  </a:cubicBezTo>
                  <a:lnTo>
                    <a:pt x="859" y="4440"/>
                  </a:lnTo>
                  <a:cubicBezTo>
                    <a:pt x="832" y="4479"/>
                    <a:pt x="799" y="4527"/>
                    <a:pt x="760" y="4583"/>
                  </a:cubicBezTo>
                  <a:cubicBezTo>
                    <a:pt x="733" y="4610"/>
                    <a:pt x="706" y="4637"/>
                    <a:pt x="679" y="4664"/>
                  </a:cubicBezTo>
                  <a:lnTo>
                    <a:pt x="679" y="4664"/>
                  </a:lnTo>
                  <a:cubicBezTo>
                    <a:pt x="707" y="4618"/>
                    <a:pt x="740" y="4572"/>
                    <a:pt x="760" y="4552"/>
                  </a:cubicBezTo>
                  <a:lnTo>
                    <a:pt x="760" y="4552"/>
                  </a:lnTo>
                  <a:cubicBezTo>
                    <a:pt x="730" y="4552"/>
                    <a:pt x="699" y="4613"/>
                    <a:pt x="669" y="4674"/>
                  </a:cubicBezTo>
                  <a:cubicBezTo>
                    <a:pt x="672" y="4671"/>
                    <a:pt x="675" y="4668"/>
                    <a:pt x="679" y="4664"/>
                  </a:cubicBezTo>
                  <a:lnTo>
                    <a:pt x="679" y="4664"/>
                  </a:lnTo>
                  <a:cubicBezTo>
                    <a:pt x="663" y="4689"/>
                    <a:pt x="649" y="4714"/>
                    <a:pt x="638" y="4735"/>
                  </a:cubicBezTo>
                  <a:cubicBezTo>
                    <a:pt x="578" y="4796"/>
                    <a:pt x="517" y="4887"/>
                    <a:pt x="426" y="4948"/>
                  </a:cubicBezTo>
                  <a:cubicBezTo>
                    <a:pt x="61" y="5373"/>
                    <a:pt x="0" y="5981"/>
                    <a:pt x="365" y="6437"/>
                  </a:cubicBezTo>
                  <a:cubicBezTo>
                    <a:pt x="579" y="6710"/>
                    <a:pt x="906" y="6870"/>
                    <a:pt x="1241" y="6870"/>
                  </a:cubicBezTo>
                  <a:cubicBezTo>
                    <a:pt x="1429" y="6870"/>
                    <a:pt x="1619" y="6820"/>
                    <a:pt x="1794" y="6711"/>
                  </a:cubicBezTo>
                  <a:cubicBezTo>
                    <a:pt x="2249" y="6467"/>
                    <a:pt x="2705" y="6163"/>
                    <a:pt x="3101" y="5799"/>
                  </a:cubicBezTo>
                  <a:cubicBezTo>
                    <a:pt x="3465" y="5495"/>
                    <a:pt x="3769" y="5130"/>
                    <a:pt x="4043" y="4765"/>
                  </a:cubicBezTo>
                  <a:cubicBezTo>
                    <a:pt x="4408" y="4309"/>
                    <a:pt x="4742" y="3884"/>
                    <a:pt x="4985" y="3397"/>
                  </a:cubicBezTo>
                  <a:cubicBezTo>
                    <a:pt x="5107" y="3185"/>
                    <a:pt x="5198" y="3002"/>
                    <a:pt x="5289" y="2789"/>
                  </a:cubicBezTo>
                  <a:cubicBezTo>
                    <a:pt x="5380" y="2577"/>
                    <a:pt x="5471" y="2364"/>
                    <a:pt x="5563" y="2151"/>
                  </a:cubicBezTo>
                  <a:cubicBezTo>
                    <a:pt x="5647" y="1940"/>
                    <a:pt x="5658" y="1715"/>
                    <a:pt x="5637" y="1485"/>
                  </a:cubicBezTo>
                  <a:lnTo>
                    <a:pt x="5637" y="1485"/>
                  </a:lnTo>
                  <a:cubicBezTo>
                    <a:pt x="5641" y="1516"/>
                    <a:pt x="5647" y="1546"/>
                    <a:pt x="5654" y="1574"/>
                  </a:cubicBezTo>
                  <a:cubicBezTo>
                    <a:pt x="5623" y="1239"/>
                    <a:pt x="5623" y="905"/>
                    <a:pt x="5411" y="631"/>
                  </a:cubicBezTo>
                  <a:cubicBezTo>
                    <a:pt x="5168" y="267"/>
                    <a:pt x="4751" y="0"/>
                    <a:pt x="43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6738225" y="2675525"/>
              <a:ext cx="126175" cy="157000"/>
            </a:xfrm>
            <a:custGeom>
              <a:avLst/>
              <a:gdLst/>
              <a:ahLst/>
              <a:cxnLst/>
              <a:rect l="l" t="t" r="r" b="b"/>
              <a:pathLst>
                <a:path w="5047" h="6280" extrusionOk="0">
                  <a:moveTo>
                    <a:pt x="3669" y="1"/>
                  </a:moveTo>
                  <a:cubicBezTo>
                    <a:pt x="3315" y="1"/>
                    <a:pt x="3052" y="146"/>
                    <a:pt x="2767" y="379"/>
                  </a:cubicBezTo>
                  <a:cubicBezTo>
                    <a:pt x="2311" y="743"/>
                    <a:pt x="2281" y="1503"/>
                    <a:pt x="2098" y="2020"/>
                  </a:cubicBezTo>
                  <a:cubicBezTo>
                    <a:pt x="2068" y="2111"/>
                    <a:pt x="2037" y="2202"/>
                    <a:pt x="2007" y="2324"/>
                  </a:cubicBezTo>
                  <a:cubicBezTo>
                    <a:pt x="2007" y="2324"/>
                    <a:pt x="2007" y="2324"/>
                    <a:pt x="1977" y="2354"/>
                  </a:cubicBezTo>
                  <a:cubicBezTo>
                    <a:pt x="1885" y="2567"/>
                    <a:pt x="1794" y="2750"/>
                    <a:pt x="1673" y="2962"/>
                  </a:cubicBezTo>
                  <a:cubicBezTo>
                    <a:pt x="1581" y="3114"/>
                    <a:pt x="1490" y="3297"/>
                    <a:pt x="1369" y="3479"/>
                  </a:cubicBezTo>
                  <a:cubicBezTo>
                    <a:pt x="1308" y="3570"/>
                    <a:pt x="1247" y="3661"/>
                    <a:pt x="1186" y="3753"/>
                  </a:cubicBezTo>
                  <a:cubicBezTo>
                    <a:pt x="1186" y="3783"/>
                    <a:pt x="1156" y="3813"/>
                    <a:pt x="1125" y="3844"/>
                  </a:cubicBezTo>
                  <a:cubicBezTo>
                    <a:pt x="1095" y="3874"/>
                    <a:pt x="1065" y="3905"/>
                    <a:pt x="1065" y="3935"/>
                  </a:cubicBezTo>
                  <a:cubicBezTo>
                    <a:pt x="1034" y="3996"/>
                    <a:pt x="974" y="4026"/>
                    <a:pt x="943" y="4087"/>
                  </a:cubicBezTo>
                  <a:cubicBezTo>
                    <a:pt x="852" y="4178"/>
                    <a:pt x="761" y="4269"/>
                    <a:pt x="670" y="4391"/>
                  </a:cubicBezTo>
                  <a:cubicBezTo>
                    <a:pt x="609" y="4482"/>
                    <a:pt x="518" y="4604"/>
                    <a:pt x="457" y="4695"/>
                  </a:cubicBezTo>
                  <a:cubicBezTo>
                    <a:pt x="426" y="4725"/>
                    <a:pt x="426" y="4756"/>
                    <a:pt x="426" y="4756"/>
                  </a:cubicBezTo>
                  <a:cubicBezTo>
                    <a:pt x="396" y="4786"/>
                    <a:pt x="366" y="4816"/>
                    <a:pt x="335" y="4847"/>
                  </a:cubicBezTo>
                  <a:cubicBezTo>
                    <a:pt x="122" y="5120"/>
                    <a:pt x="1" y="5516"/>
                    <a:pt x="214" y="5850"/>
                  </a:cubicBezTo>
                  <a:cubicBezTo>
                    <a:pt x="360" y="6094"/>
                    <a:pt x="645" y="6280"/>
                    <a:pt x="940" y="6280"/>
                  </a:cubicBezTo>
                  <a:cubicBezTo>
                    <a:pt x="1012" y="6280"/>
                    <a:pt x="1084" y="6269"/>
                    <a:pt x="1156" y="6245"/>
                  </a:cubicBezTo>
                  <a:cubicBezTo>
                    <a:pt x="1429" y="6154"/>
                    <a:pt x="1673" y="6032"/>
                    <a:pt x="1946" y="5911"/>
                  </a:cubicBezTo>
                  <a:cubicBezTo>
                    <a:pt x="2189" y="5789"/>
                    <a:pt x="2433" y="5576"/>
                    <a:pt x="2645" y="5394"/>
                  </a:cubicBezTo>
                  <a:cubicBezTo>
                    <a:pt x="3071" y="5029"/>
                    <a:pt x="3436" y="4634"/>
                    <a:pt x="3770" y="4209"/>
                  </a:cubicBezTo>
                  <a:cubicBezTo>
                    <a:pt x="4043" y="3844"/>
                    <a:pt x="4256" y="3449"/>
                    <a:pt x="4439" y="3054"/>
                  </a:cubicBezTo>
                  <a:cubicBezTo>
                    <a:pt x="4591" y="2750"/>
                    <a:pt x="4712" y="2446"/>
                    <a:pt x="4803" y="2142"/>
                  </a:cubicBezTo>
                  <a:cubicBezTo>
                    <a:pt x="4864" y="2050"/>
                    <a:pt x="4895" y="1929"/>
                    <a:pt x="4925" y="1807"/>
                  </a:cubicBezTo>
                  <a:cubicBezTo>
                    <a:pt x="5047" y="1412"/>
                    <a:pt x="4986" y="1017"/>
                    <a:pt x="4803" y="652"/>
                  </a:cubicBezTo>
                  <a:cubicBezTo>
                    <a:pt x="4621" y="288"/>
                    <a:pt x="4226" y="75"/>
                    <a:pt x="3861" y="14"/>
                  </a:cubicBezTo>
                  <a:cubicBezTo>
                    <a:pt x="3794" y="5"/>
                    <a:pt x="3730" y="1"/>
                    <a:pt x="3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6621200" y="3147725"/>
              <a:ext cx="164925" cy="189350"/>
            </a:xfrm>
            <a:custGeom>
              <a:avLst/>
              <a:gdLst/>
              <a:ahLst/>
              <a:cxnLst/>
              <a:rect l="l" t="t" r="r" b="b"/>
              <a:pathLst>
                <a:path w="6597" h="7574" extrusionOk="0">
                  <a:moveTo>
                    <a:pt x="5056" y="1"/>
                  </a:moveTo>
                  <a:cubicBezTo>
                    <a:pt x="4558" y="1"/>
                    <a:pt x="4044" y="231"/>
                    <a:pt x="3831" y="701"/>
                  </a:cubicBezTo>
                  <a:cubicBezTo>
                    <a:pt x="3770" y="822"/>
                    <a:pt x="3709" y="944"/>
                    <a:pt x="3648" y="1065"/>
                  </a:cubicBezTo>
                  <a:cubicBezTo>
                    <a:pt x="3648" y="1126"/>
                    <a:pt x="3588" y="1217"/>
                    <a:pt x="3557" y="1309"/>
                  </a:cubicBezTo>
                  <a:cubicBezTo>
                    <a:pt x="3557" y="1306"/>
                    <a:pt x="3557" y="1305"/>
                    <a:pt x="3556" y="1305"/>
                  </a:cubicBezTo>
                  <a:cubicBezTo>
                    <a:pt x="3547" y="1305"/>
                    <a:pt x="3496" y="1433"/>
                    <a:pt x="3496" y="1461"/>
                  </a:cubicBezTo>
                  <a:cubicBezTo>
                    <a:pt x="3375" y="1704"/>
                    <a:pt x="3253" y="1947"/>
                    <a:pt x="3132" y="2160"/>
                  </a:cubicBezTo>
                  <a:cubicBezTo>
                    <a:pt x="2889" y="2646"/>
                    <a:pt x="2615" y="3102"/>
                    <a:pt x="2311" y="3558"/>
                  </a:cubicBezTo>
                  <a:cubicBezTo>
                    <a:pt x="2159" y="3771"/>
                    <a:pt x="2007" y="3953"/>
                    <a:pt x="1855" y="4166"/>
                  </a:cubicBezTo>
                  <a:cubicBezTo>
                    <a:pt x="1794" y="4227"/>
                    <a:pt x="1764" y="4257"/>
                    <a:pt x="1733" y="4318"/>
                  </a:cubicBezTo>
                  <a:cubicBezTo>
                    <a:pt x="1642" y="4409"/>
                    <a:pt x="1581" y="4500"/>
                    <a:pt x="1490" y="4591"/>
                  </a:cubicBezTo>
                  <a:cubicBezTo>
                    <a:pt x="1126" y="5017"/>
                    <a:pt x="791" y="5442"/>
                    <a:pt x="396" y="5838"/>
                  </a:cubicBezTo>
                  <a:cubicBezTo>
                    <a:pt x="31" y="6202"/>
                    <a:pt x="1" y="6780"/>
                    <a:pt x="305" y="7175"/>
                  </a:cubicBezTo>
                  <a:cubicBezTo>
                    <a:pt x="523" y="7432"/>
                    <a:pt x="831" y="7574"/>
                    <a:pt x="1137" y="7574"/>
                  </a:cubicBezTo>
                  <a:cubicBezTo>
                    <a:pt x="1301" y="7574"/>
                    <a:pt x="1464" y="7533"/>
                    <a:pt x="1612" y="7449"/>
                  </a:cubicBezTo>
                  <a:cubicBezTo>
                    <a:pt x="3800" y="6233"/>
                    <a:pt x="5594" y="4166"/>
                    <a:pt x="6475" y="1825"/>
                  </a:cubicBezTo>
                  <a:cubicBezTo>
                    <a:pt x="6597" y="1521"/>
                    <a:pt x="6506" y="974"/>
                    <a:pt x="6323" y="701"/>
                  </a:cubicBezTo>
                  <a:cubicBezTo>
                    <a:pt x="6171" y="427"/>
                    <a:pt x="5928" y="245"/>
                    <a:pt x="5655" y="123"/>
                  </a:cubicBezTo>
                  <a:cubicBezTo>
                    <a:pt x="5474" y="42"/>
                    <a:pt x="5267" y="1"/>
                    <a:pt x="50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6798275" y="2899550"/>
              <a:ext cx="148950" cy="198375"/>
            </a:xfrm>
            <a:custGeom>
              <a:avLst/>
              <a:gdLst/>
              <a:ahLst/>
              <a:cxnLst/>
              <a:rect l="l" t="t" r="r" b="b"/>
              <a:pathLst>
                <a:path w="5958" h="7935" extrusionOk="0">
                  <a:moveTo>
                    <a:pt x="4283" y="1"/>
                  </a:moveTo>
                  <a:cubicBezTo>
                    <a:pt x="4205" y="1"/>
                    <a:pt x="4125" y="7"/>
                    <a:pt x="4043" y="20"/>
                  </a:cubicBezTo>
                  <a:cubicBezTo>
                    <a:pt x="3283" y="141"/>
                    <a:pt x="2614" y="810"/>
                    <a:pt x="2614" y="1631"/>
                  </a:cubicBezTo>
                  <a:cubicBezTo>
                    <a:pt x="2645" y="2056"/>
                    <a:pt x="2675" y="2482"/>
                    <a:pt x="2645" y="2877"/>
                  </a:cubicBezTo>
                  <a:cubicBezTo>
                    <a:pt x="2584" y="3211"/>
                    <a:pt x="2493" y="3515"/>
                    <a:pt x="2371" y="3819"/>
                  </a:cubicBezTo>
                  <a:cubicBezTo>
                    <a:pt x="2355" y="3868"/>
                    <a:pt x="2339" y="3916"/>
                    <a:pt x="2323" y="3964"/>
                  </a:cubicBezTo>
                  <a:lnTo>
                    <a:pt x="2323" y="3964"/>
                  </a:lnTo>
                  <a:cubicBezTo>
                    <a:pt x="2327" y="3956"/>
                    <a:pt x="2333" y="3948"/>
                    <a:pt x="2341" y="3941"/>
                  </a:cubicBezTo>
                  <a:lnTo>
                    <a:pt x="2341" y="3941"/>
                  </a:lnTo>
                  <a:cubicBezTo>
                    <a:pt x="2334" y="3947"/>
                    <a:pt x="2328" y="3955"/>
                    <a:pt x="2322" y="3966"/>
                  </a:cubicBezTo>
                  <a:lnTo>
                    <a:pt x="2322" y="3966"/>
                  </a:lnTo>
                  <a:cubicBezTo>
                    <a:pt x="2322" y="3965"/>
                    <a:pt x="2322" y="3965"/>
                    <a:pt x="2323" y="3964"/>
                  </a:cubicBezTo>
                  <a:lnTo>
                    <a:pt x="2323" y="3964"/>
                  </a:lnTo>
                  <a:cubicBezTo>
                    <a:pt x="2322" y="3966"/>
                    <a:pt x="2321" y="3967"/>
                    <a:pt x="2320" y="3969"/>
                  </a:cubicBezTo>
                  <a:lnTo>
                    <a:pt x="2320" y="3969"/>
                  </a:lnTo>
                  <a:cubicBezTo>
                    <a:pt x="2321" y="3968"/>
                    <a:pt x="2322" y="3967"/>
                    <a:pt x="2322" y="3966"/>
                  </a:cubicBezTo>
                  <a:lnTo>
                    <a:pt x="2322" y="3966"/>
                  </a:lnTo>
                  <a:cubicBezTo>
                    <a:pt x="2308" y="4008"/>
                    <a:pt x="2294" y="4050"/>
                    <a:pt x="2280" y="4093"/>
                  </a:cubicBezTo>
                  <a:cubicBezTo>
                    <a:pt x="2301" y="4028"/>
                    <a:pt x="2308" y="3994"/>
                    <a:pt x="2320" y="3969"/>
                  </a:cubicBezTo>
                  <a:lnTo>
                    <a:pt x="2320" y="3969"/>
                  </a:lnTo>
                  <a:cubicBezTo>
                    <a:pt x="2297" y="4009"/>
                    <a:pt x="2273" y="4069"/>
                    <a:pt x="2249" y="4093"/>
                  </a:cubicBezTo>
                  <a:cubicBezTo>
                    <a:pt x="2189" y="4275"/>
                    <a:pt x="2067" y="4457"/>
                    <a:pt x="1976" y="4609"/>
                  </a:cubicBezTo>
                  <a:cubicBezTo>
                    <a:pt x="1854" y="4792"/>
                    <a:pt x="1763" y="4944"/>
                    <a:pt x="1641" y="5096"/>
                  </a:cubicBezTo>
                  <a:cubicBezTo>
                    <a:pt x="1641" y="5096"/>
                    <a:pt x="1611" y="5126"/>
                    <a:pt x="1611" y="5157"/>
                  </a:cubicBezTo>
                  <a:cubicBezTo>
                    <a:pt x="1520" y="5217"/>
                    <a:pt x="1459" y="5308"/>
                    <a:pt x="1398" y="5369"/>
                  </a:cubicBezTo>
                  <a:cubicBezTo>
                    <a:pt x="1246" y="5521"/>
                    <a:pt x="1125" y="5643"/>
                    <a:pt x="973" y="5764"/>
                  </a:cubicBezTo>
                  <a:lnTo>
                    <a:pt x="882" y="5825"/>
                  </a:lnTo>
                  <a:cubicBezTo>
                    <a:pt x="790" y="5886"/>
                    <a:pt x="730" y="5947"/>
                    <a:pt x="638" y="6008"/>
                  </a:cubicBezTo>
                  <a:cubicBezTo>
                    <a:pt x="182" y="6281"/>
                    <a:pt x="0" y="6798"/>
                    <a:pt x="213" y="7284"/>
                  </a:cubicBezTo>
                  <a:cubicBezTo>
                    <a:pt x="361" y="7679"/>
                    <a:pt x="750" y="7934"/>
                    <a:pt x="1152" y="7934"/>
                  </a:cubicBezTo>
                  <a:cubicBezTo>
                    <a:pt x="1244" y="7934"/>
                    <a:pt x="1338" y="7921"/>
                    <a:pt x="1429" y="7892"/>
                  </a:cubicBezTo>
                  <a:cubicBezTo>
                    <a:pt x="2037" y="7710"/>
                    <a:pt x="2645" y="7436"/>
                    <a:pt x="3192" y="7071"/>
                  </a:cubicBezTo>
                  <a:cubicBezTo>
                    <a:pt x="3830" y="6646"/>
                    <a:pt x="4316" y="6129"/>
                    <a:pt x="4772" y="5491"/>
                  </a:cubicBezTo>
                  <a:cubicBezTo>
                    <a:pt x="5198" y="4913"/>
                    <a:pt x="5471" y="4275"/>
                    <a:pt x="5684" y="3637"/>
                  </a:cubicBezTo>
                  <a:cubicBezTo>
                    <a:pt x="5745" y="3363"/>
                    <a:pt x="5806" y="3090"/>
                    <a:pt x="5836" y="2816"/>
                  </a:cubicBezTo>
                  <a:cubicBezTo>
                    <a:pt x="5866" y="2573"/>
                    <a:pt x="5927" y="2299"/>
                    <a:pt x="5927" y="2026"/>
                  </a:cubicBezTo>
                  <a:cubicBezTo>
                    <a:pt x="5958" y="1752"/>
                    <a:pt x="5897" y="1479"/>
                    <a:pt x="5866" y="1205"/>
                  </a:cubicBezTo>
                  <a:cubicBezTo>
                    <a:pt x="5806" y="840"/>
                    <a:pt x="5411" y="384"/>
                    <a:pt x="5107" y="232"/>
                  </a:cubicBezTo>
                  <a:cubicBezTo>
                    <a:pt x="4842" y="88"/>
                    <a:pt x="4577" y="1"/>
                    <a:pt x="4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2"/>
            <p:cNvSpPr/>
            <p:nvPr/>
          </p:nvSpPr>
          <p:spPr>
            <a:xfrm>
              <a:off x="6856775" y="2996625"/>
              <a:ext cx="400" cy="1450"/>
            </a:xfrm>
            <a:custGeom>
              <a:avLst/>
              <a:gdLst/>
              <a:ahLst/>
              <a:cxnLst/>
              <a:rect l="l" t="t" r="r" b="b"/>
              <a:pathLst>
                <a:path w="16" h="58" extrusionOk="0">
                  <a:moveTo>
                    <a:pt x="13" y="0"/>
                  </a:moveTo>
                  <a:cubicBezTo>
                    <a:pt x="10" y="0"/>
                    <a:pt x="1" y="24"/>
                    <a:pt x="1" y="58"/>
                  </a:cubicBezTo>
                  <a:cubicBezTo>
                    <a:pt x="14" y="17"/>
                    <a:pt x="16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32"/>
          <p:cNvGrpSpPr/>
          <p:nvPr/>
        </p:nvGrpSpPr>
        <p:grpSpPr>
          <a:xfrm>
            <a:off x="8307208" y="3375778"/>
            <a:ext cx="383782" cy="409496"/>
            <a:chOff x="2956375" y="1744075"/>
            <a:chExt cx="324250" cy="345975"/>
          </a:xfrm>
        </p:grpSpPr>
        <p:sp>
          <p:nvSpPr>
            <p:cNvPr id="491" name="Google Shape;491;p32"/>
            <p:cNvSpPr/>
            <p:nvPr/>
          </p:nvSpPr>
          <p:spPr>
            <a:xfrm>
              <a:off x="3096825" y="1989975"/>
              <a:ext cx="62125" cy="100075"/>
            </a:xfrm>
            <a:custGeom>
              <a:avLst/>
              <a:gdLst/>
              <a:ahLst/>
              <a:cxnLst/>
              <a:rect l="l" t="t" r="r" b="b"/>
              <a:pathLst>
                <a:path w="2485" h="4003" extrusionOk="0">
                  <a:moveTo>
                    <a:pt x="1679" y="1"/>
                  </a:moveTo>
                  <a:cubicBezTo>
                    <a:pt x="1612" y="1"/>
                    <a:pt x="1544" y="11"/>
                    <a:pt x="1480" y="32"/>
                  </a:cubicBezTo>
                  <a:cubicBezTo>
                    <a:pt x="1281" y="99"/>
                    <a:pt x="1148" y="209"/>
                    <a:pt x="1016" y="386"/>
                  </a:cubicBezTo>
                  <a:cubicBezTo>
                    <a:pt x="861" y="606"/>
                    <a:pt x="696" y="827"/>
                    <a:pt x="586" y="1070"/>
                  </a:cubicBezTo>
                  <a:cubicBezTo>
                    <a:pt x="442" y="1368"/>
                    <a:pt x="321" y="1666"/>
                    <a:pt x="210" y="1975"/>
                  </a:cubicBezTo>
                  <a:cubicBezTo>
                    <a:pt x="166" y="2107"/>
                    <a:pt x="133" y="2240"/>
                    <a:pt x="100" y="2372"/>
                  </a:cubicBezTo>
                  <a:cubicBezTo>
                    <a:pt x="56" y="2538"/>
                    <a:pt x="1" y="2759"/>
                    <a:pt x="34" y="2935"/>
                  </a:cubicBezTo>
                  <a:cubicBezTo>
                    <a:pt x="34" y="2946"/>
                    <a:pt x="34" y="2957"/>
                    <a:pt x="34" y="2968"/>
                  </a:cubicBezTo>
                  <a:cubicBezTo>
                    <a:pt x="34" y="3024"/>
                    <a:pt x="23" y="3068"/>
                    <a:pt x="34" y="3112"/>
                  </a:cubicBezTo>
                  <a:cubicBezTo>
                    <a:pt x="41" y="3163"/>
                    <a:pt x="43" y="3190"/>
                    <a:pt x="41" y="3190"/>
                  </a:cubicBezTo>
                  <a:cubicBezTo>
                    <a:pt x="40" y="3190"/>
                    <a:pt x="37" y="3182"/>
                    <a:pt x="34" y="3167"/>
                  </a:cubicBezTo>
                  <a:cubicBezTo>
                    <a:pt x="12" y="3200"/>
                    <a:pt x="23" y="3244"/>
                    <a:pt x="23" y="3266"/>
                  </a:cubicBezTo>
                  <a:cubicBezTo>
                    <a:pt x="23" y="3299"/>
                    <a:pt x="34" y="3322"/>
                    <a:pt x="34" y="3355"/>
                  </a:cubicBezTo>
                  <a:cubicBezTo>
                    <a:pt x="34" y="3377"/>
                    <a:pt x="34" y="3388"/>
                    <a:pt x="45" y="3399"/>
                  </a:cubicBezTo>
                  <a:cubicBezTo>
                    <a:pt x="34" y="3421"/>
                    <a:pt x="34" y="3454"/>
                    <a:pt x="34" y="3465"/>
                  </a:cubicBezTo>
                  <a:cubicBezTo>
                    <a:pt x="34" y="3597"/>
                    <a:pt x="56" y="3686"/>
                    <a:pt x="122" y="3785"/>
                  </a:cubicBezTo>
                  <a:cubicBezTo>
                    <a:pt x="149" y="3909"/>
                    <a:pt x="284" y="4002"/>
                    <a:pt x="408" y="4002"/>
                  </a:cubicBezTo>
                  <a:cubicBezTo>
                    <a:pt x="483" y="4002"/>
                    <a:pt x="555" y="3968"/>
                    <a:pt x="597" y="3884"/>
                  </a:cubicBezTo>
                  <a:cubicBezTo>
                    <a:pt x="674" y="3829"/>
                    <a:pt x="729" y="3785"/>
                    <a:pt x="773" y="3686"/>
                  </a:cubicBezTo>
                  <a:cubicBezTo>
                    <a:pt x="783" y="3666"/>
                    <a:pt x="793" y="3637"/>
                    <a:pt x="803" y="3607"/>
                  </a:cubicBezTo>
                  <a:lnTo>
                    <a:pt x="803" y="3607"/>
                  </a:lnTo>
                  <a:cubicBezTo>
                    <a:pt x="816" y="3592"/>
                    <a:pt x="839" y="3563"/>
                    <a:pt x="873" y="3520"/>
                  </a:cubicBezTo>
                  <a:cubicBezTo>
                    <a:pt x="873" y="3509"/>
                    <a:pt x="917" y="3432"/>
                    <a:pt x="928" y="3410"/>
                  </a:cubicBezTo>
                  <a:cubicBezTo>
                    <a:pt x="961" y="3377"/>
                    <a:pt x="994" y="3333"/>
                    <a:pt x="1016" y="3277"/>
                  </a:cubicBezTo>
                  <a:cubicBezTo>
                    <a:pt x="1016" y="3277"/>
                    <a:pt x="1027" y="3277"/>
                    <a:pt x="1027" y="3266"/>
                  </a:cubicBezTo>
                  <a:cubicBezTo>
                    <a:pt x="1137" y="3156"/>
                    <a:pt x="1215" y="2990"/>
                    <a:pt x="1292" y="2847"/>
                  </a:cubicBezTo>
                  <a:cubicBezTo>
                    <a:pt x="1347" y="2726"/>
                    <a:pt x="1413" y="2615"/>
                    <a:pt x="1469" y="2505"/>
                  </a:cubicBezTo>
                  <a:cubicBezTo>
                    <a:pt x="1601" y="2284"/>
                    <a:pt x="1744" y="2052"/>
                    <a:pt x="1899" y="1843"/>
                  </a:cubicBezTo>
                  <a:cubicBezTo>
                    <a:pt x="2054" y="1622"/>
                    <a:pt x="2197" y="1390"/>
                    <a:pt x="2352" y="1169"/>
                  </a:cubicBezTo>
                  <a:cubicBezTo>
                    <a:pt x="2473" y="1015"/>
                    <a:pt x="2484" y="750"/>
                    <a:pt x="2440" y="573"/>
                  </a:cubicBezTo>
                  <a:cubicBezTo>
                    <a:pt x="2385" y="397"/>
                    <a:pt x="2252" y="198"/>
                    <a:pt x="2076" y="110"/>
                  </a:cubicBezTo>
                  <a:cubicBezTo>
                    <a:pt x="1957" y="43"/>
                    <a:pt x="1818" y="1"/>
                    <a:pt x="1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3069425" y="1883750"/>
              <a:ext cx="84000" cy="81825"/>
            </a:xfrm>
            <a:custGeom>
              <a:avLst/>
              <a:gdLst/>
              <a:ahLst/>
              <a:cxnLst/>
              <a:rect l="l" t="t" r="r" b="b"/>
              <a:pathLst>
                <a:path w="3360" h="3273" extrusionOk="0">
                  <a:moveTo>
                    <a:pt x="2612" y="0"/>
                  </a:moveTo>
                  <a:cubicBezTo>
                    <a:pt x="2484" y="0"/>
                    <a:pt x="2357" y="36"/>
                    <a:pt x="2222" y="109"/>
                  </a:cubicBezTo>
                  <a:cubicBezTo>
                    <a:pt x="2156" y="142"/>
                    <a:pt x="2090" y="175"/>
                    <a:pt x="2024" y="231"/>
                  </a:cubicBezTo>
                  <a:cubicBezTo>
                    <a:pt x="1980" y="264"/>
                    <a:pt x="1924" y="297"/>
                    <a:pt x="1880" y="341"/>
                  </a:cubicBezTo>
                  <a:cubicBezTo>
                    <a:pt x="1812" y="435"/>
                    <a:pt x="1775" y="482"/>
                    <a:pt x="1772" y="482"/>
                  </a:cubicBezTo>
                  <a:cubicBezTo>
                    <a:pt x="1769" y="482"/>
                    <a:pt x="1787" y="454"/>
                    <a:pt x="1825" y="396"/>
                  </a:cubicBezTo>
                  <a:lnTo>
                    <a:pt x="1825" y="396"/>
                  </a:lnTo>
                  <a:cubicBezTo>
                    <a:pt x="1814" y="396"/>
                    <a:pt x="1759" y="451"/>
                    <a:pt x="1748" y="462"/>
                  </a:cubicBezTo>
                  <a:cubicBezTo>
                    <a:pt x="1693" y="507"/>
                    <a:pt x="1637" y="551"/>
                    <a:pt x="1582" y="595"/>
                  </a:cubicBezTo>
                  <a:cubicBezTo>
                    <a:pt x="1527" y="650"/>
                    <a:pt x="1472" y="705"/>
                    <a:pt x="1417" y="749"/>
                  </a:cubicBezTo>
                  <a:cubicBezTo>
                    <a:pt x="1395" y="771"/>
                    <a:pt x="1373" y="794"/>
                    <a:pt x="1350" y="816"/>
                  </a:cubicBezTo>
                  <a:cubicBezTo>
                    <a:pt x="1328" y="838"/>
                    <a:pt x="1240" y="926"/>
                    <a:pt x="1218" y="970"/>
                  </a:cubicBezTo>
                  <a:cubicBezTo>
                    <a:pt x="1207" y="981"/>
                    <a:pt x="1207" y="981"/>
                    <a:pt x="1196" y="992"/>
                  </a:cubicBezTo>
                  <a:cubicBezTo>
                    <a:pt x="1174" y="1014"/>
                    <a:pt x="1141" y="1047"/>
                    <a:pt x="1119" y="1081"/>
                  </a:cubicBezTo>
                  <a:cubicBezTo>
                    <a:pt x="1097" y="1114"/>
                    <a:pt x="1074" y="1136"/>
                    <a:pt x="1052" y="1158"/>
                  </a:cubicBezTo>
                  <a:cubicBezTo>
                    <a:pt x="1052" y="1158"/>
                    <a:pt x="1052" y="1169"/>
                    <a:pt x="1052" y="1169"/>
                  </a:cubicBezTo>
                  <a:cubicBezTo>
                    <a:pt x="1019" y="1202"/>
                    <a:pt x="997" y="1224"/>
                    <a:pt x="975" y="1257"/>
                  </a:cubicBezTo>
                  <a:cubicBezTo>
                    <a:pt x="865" y="1390"/>
                    <a:pt x="754" y="1533"/>
                    <a:pt x="644" y="1677"/>
                  </a:cubicBezTo>
                  <a:cubicBezTo>
                    <a:pt x="611" y="1732"/>
                    <a:pt x="578" y="1787"/>
                    <a:pt x="534" y="1842"/>
                  </a:cubicBezTo>
                  <a:cubicBezTo>
                    <a:pt x="478" y="1930"/>
                    <a:pt x="445" y="2008"/>
                    <a:pt x="401" y="2085"/>
                  </a:cubicBezTo>
                  <a:cubicBezTo>
                    <a:pt x="403" y="2082"/>
                    <a:pt x="403" y="2080"/>
                    <a:pt x="403" y="2080"/>
                  </a:cubicBezTo>
                  <a:lnTo>
                    <a:pt x="403" y="2080"/>
                  </a:lnTo>
                  <a:cubicBezTo>
                    <a:pt x="400" y="2080"/>
                    <a:pt x="367" y="2131"/>
                    <a:pt x="357" y="2140"/>
                  </a:cubicBezTo>
                  <a:cubicBezTo>
                    <a:pt x="346" y="2173"/>
                    <a:pt x="324" y="2206"/>
                    <a:pt x="302" y="2239"/>
                  </a:cubicBezTo>
                  <a:cubicBezTo>
                    <a:pt x="269" y="2317"/>
                    <a:pt x="236" y="2383"/>
                    <a:pt x="203" y="2449"/>
                  </a:cubicBezTo>
                  <a:cubicBezTo>
                    <a:pt x="169" y="2537"/>
                    <a:pt x="125" y="2626"/>
                    <a:pt x="103" y="2714"/>
                  </a:cubicBezTo>
                  <a:cubicBezTo>
                    <a:pt x="70" y="2791"/>
                    <a:pt x="70" y="2858"/>
                    <a:pt x="48" y="2935"/>
                  </a:cubicBezTo>
                  <a:cubicBezTo>
                    <a:pt x="0" y="3109"/>
                    <a:pt x="158" y="3273"/>
                    <a:pt x="316" y="3273"/>
                  </a:cubicBezTo>
                  <a:cubicBezTo>
                    <a:pt x="378" y="3273"/>
                    <a:pt x="440" y="3248"/>
                    <a:pt x="490" y="3189"/>
                  </a:cubicBezTo>
                  <a:cubicBezTo>
                    <a:pt x="567" y="3100"/>
                    <a:pt x="655" y="3023"/>
                    <a:pt x="732" y="2935"/>
                  </a:cubicBezTo>
                  <a:cubicBezTo>
                    <a:pt x="810" y="2847"/>
                    <a:pt x="887" y="2747"/>
                    <a:pt x="975" y="2659"/>
                  </a:cubicBezTo>
                  <a:cubicBezTo>
                    <a:pt x="986" y="2648"/>
                    <a:pt x="1019" y="2615"/>
                    <a:pt x="1041" y="2593"/>
                  </a:cubicBezTo>
                  <a:cubicBezTo>
                    <a:pt x="1052" y="2582"/>
                    <a:pt x="1055" y="2576"/>
                    <a:pt x="1051" y="2576"/>
                  </a:cubicBezTo>
                  <a:cubicBezTo>
                    <a:pt x="1047" y="2576"/>
                    <a:pt x="1036" y="2582"/>
                    <a:pt x="1019" y="2593"/>
                  </a:cubicBezTo>
                  <a:cubicBezTo>
                    <a:pt x="1052" y="2571"/>
                    <a:pt x="1074" y="2549"/>
                    <a:pt x="1108" y="2526"/>
                  </a:cubicBezTo>
                  <a:cubicBezTo>
                    <a:pt x="1152" y="2482"/>
                    <a:pt x="1196" y="2438"/>
                    <a:pt x="1240" y="2394"/>
                  </a:cubicBezTo>
                  <a:cubicBezTo>
                    <a:pt x="1256" y="2378"/>
                    <a:pt x="1261" y="2368"/>
                    <a:pt x="1257" y="2368"/>
                  </a:cubicBezTo>
                  <a:cubicBezTo>
                    <a:pt x="1257" y="2368"/>
                    <a:pt x="1257" y="2368"/>
                    <a:pt x="1257" y="2368"/>
                  </a:cubicBezTo>
                  <a:lnTo>
                    <a:pt x="1257" y="2368"/>
                  </a:lnTo>
                  <a:cubicBezTo>
                    <a:pt x="1299" y="2336"/>
                    <a:pt x="1341" y="2305"/>
                    <a:pt x="1373" y="2284"/>
                  </a:cubicBezTo>
                  <a:cubicBezTo>
                    <a:pt x="1417" y="2239"/>
                    <a:pt x="1472" y="2195"/>
                    <a:pt x="1516" y="2151"/>
                  </a:cubicBezTo>
                  <a:cubicBezTo>
                    <a:pt x="1560" y="2118"/>
                    <a:pt x="1604" y="2074"/>
                    <a:pt x="1648" y="2041"/>
                  </a:cubicBezTo>
                  <a:cubicBezTo>
                    <a:pt x="1671" y="2019"/>
                    <a:pt x="1693" y="1997"/>
                    <a:pt x="1726" y="1986"/>
                  </a:cubicBezTo>
                  <a:cubicBezTo>
                    <a:pt x="1825" y="1919"/>
                    <a:pt x="1924" y="1853"/>
                    <a:pt x="2035" y="1798"/>
                  </a:cubicBezTo>
                  <a:cubicBezTo>
                    <a:pt x="2211" y="1699"/>
                    <a:pt x="2388" y="1599"/>
                    <a:pt x="2576" y="1500"/>
                  </a:cubicBezTo>
                  <a:cubicBezTo>
                    <a:pt x="2642" y="1489"/>
                    <a:pt x="2708" y="1467"/>
                    <a:pt x="2774" y="1423"/>
                  </a:cubicBezTo>
                  <a:cubicBezTo>
                    <a:pt x="2807" y="1412"/>
                    <a:pt x="2840" y="1390"/>
                    <a:pt x="2874" y="1368"/>
                  </a:cubicBezTo>
                  <a:cubicBezTo>
                    <a:pt x="3072" y="1268"/>
                    <a:pt x="3260" y="1114"/>
                    <a:pt x="3304" y="871"/>
                  </a:cubicBezTo>
                  <a:cubicBezTo>
                    <a:pt x="3359" y="584"/>
                    <a:pt x="3282" y="231"/>
                    <a:pt x="2995" y="98"/>
                  </a:cubicBezTo>
                  <a:cubicBezTo>
                    <a:pt x="2860" y="33"/>
                    <a:pt x="2735" y="0"/>
                    <a:pt x="26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3054050" y="1767950"/>
              <a:ext cx="75075" cy="78725"/>
            </a:xfrm>
            <a:custGeom>
              <a:avLst/>
              <a:gdLst/>
              <a:ahLst/>
              <a:cxnLst/>
              <a:rect l="l" t="t" r="r" b="b"/>
              <a:pathLst>
                <a:path w="3003" h="3149" extrusionOk="0">
                  <a:moveTo>
                    <a:pt x="508" y="2158"/>
                  </a:moveTo>
                  <a:cubicBezTo>
                    <a:pt x="494" y="2175"/>
                    <a:pt x="482" y="2192"/>
                    <a:pt x="482" y="2192"/>
                  </a:cubicBezTo>
                  <a:cubicBezTo>
                    <a:pt x="483" y="2192"/>
                    <a:pt x="490" y="2183"/>
                    <a:pt x="508" y="2158"/>
                  </a:cubicBezTo>
                  <a:close/>
                  <a:moveTo>
                    <a:pt x="2210" y="0"/>
                  </a:moveTo>
                  <a:cubicBezTo>
                    <a:pt x="2177" y="0"/>
                    <a:pt x="2143" y="2"/>
                    <a:pt x="2109" y="6"/>
                  </a:cubicBezTo>
                  <a:cubicBezTo>
                    <a:pt x="1667" y="72"/>
                    <a:pt x="1535" y="426"/>
                    <a:pt x="1347" y="757"/>
                  </a:cubicBezTo>
                  <a:cubicBezTo>
                    <a:pt x="1248" y="922"/>
                    <a:pt x="1127" y="1099"/>
                    <a:pt x="1049" y="1287"/>
                  </a:cubicBezTo>
                  <a:cubicBezTo>
                    <a:pt x="983" y="1408"/>
                    <a:pt x="917" y="1540"/>
                    <a:pt x="840" y="1662"/>
                  </a:cubicBezTo>
                  <a:cubicBezTo>
                    <a:pt x="806" y="1717"/>
                    <a:pt x="751" y="1772"/>
                    <a:pt x="718" y="1838"/>
                  </a:cubicBezTo>
                  <a:cubicBezTo>
                    <a:pt x="680" y="1929"/>
                    <a:pt x="660" y="1974"/>
                    <a:pt x="659" y="1974"/>
                  </a:cubicBezTo>
                  <a:cubicBezTo>
                    <a:pt x="658" y="1974"/>
                    <a:pt x="667" y="1951"/>
                    <a:pt x="685" y="1905"/>
                  </a:cubicBezTo>
                  <a:lnTo>
                    <a:pt x="685" y="1905"/>
                  </a:lnTo>
                  <a:cubicBezTo>
                    <a:pt x="674" y="1916"/>
                    <a:pt x="674" y="1916"/>
                    <a:pt x="663" y="1927"/>
                  </a:cubicBezTo>
                  <a:cubicBezTo>
                    <a:pt x="641" y="1960"/>
                    <a:pt x="619" y="2004"/>
                    <a:pt x="597" y="2037"/>
                  </a:cubicBezTo>
                  <a:cubicBezTo>
                    <a:pt x="575" y="2059"/>
                    <a:pt x="564" y="2081"/>
                    <a:pt x="553" y="2114"/>
                  </a:cubicBezTo>
                  <a:cubicBezTo>
                    <a:pt x="542" y="2114"/>
                    <a:pt x="542" y="2114"/>
                    <a:pt x="542" y="2125"/>
                  </a:cubicBezTo>
                  <a:cubicBezTo>
                    <a:pt x="534" y="2129"/>
                    <a:pt x="521" y="2144"/>
                    <a:pt x="508" y="2158"/>
                  </a:cubicBezTo>
                  <a:lnTo>
                    <a:pt x="508" y="2158"/>
                  </a:lnTo>
                  <a:cubicBezTo>
                    <a:pt x="475" y="2214"/>
                    <a:pt x="431" y="2258"/>
                    <a:pt x="398" y="2313"/>
                  </a:cubicBezTo>
                  <a:cubicBezTo>
                    <a:pt x="399" y="2312"/>
                    <a:pt x="400" y="2310"/>
                    <a:pt x="401" y="2309"/>
                  </a:cubicBezTo>
                  <a:lnTo>
                    <a:pt x="401" y="2309"/>
                  </a:lnTo>
                  <a:cubicBezTo>
                    <a:pt x="392" y="2321"/>
                    <a:pt x="380" y="2337"/>
                    <a:pt x="376" y="2346"/>
                  </a:cubicBezTo>
                  <a:cubicBezTo>
                    <a:pt x="266" y="2468"/>
                    <a:pt x="210" y="2622"/>
                    <a:pt x="89" y="2732"/>
                  </a:cubicBezTo>
                  <a:cubicBezTo>
                    <a:pt x="1" y="2810"/>
                    <a:pt x="1" y="2964"/>
                    <a:pt x="67" y="3053"/>
                  </a:cubicBezTo>
                  <a:cubicBezTo>
                    <a:pt x="124" y="3116"/>
                    <a:pt x="194" y="3148"/>
                    <a:pt x="267" y="3148"/>
                  </a:cubicBezTo>
                  <a:cubicBezTo>
                    <a:pt x="307" y="3148"/>
                    <a:pt x="348" y="3138"/>
                    <a:pt x="387" y="3119"/>
                  </a:cubicBezTo>
                  <a:cubicBezTo>
                    <a:pt x="420" y="3108"/>
                    <a:pt x="453" y="3097"/>
                    <a:pt x="486" y="3086"/>
                  </a:cubicBezTo>
                  <a:cubicBezTo>
                    <a:pt x="475" y="3086"/>
                    <a:pt x="608" y="3053"/>
                    <a:pt x="630" y="3053"/>
                  </a:cubicBezTo>
                  <a:cubicBezTo>
                    <a:pt x="740" y="3019"/>
                    <a:pt x="851" y="2975"/>
                    <a:pt x="950" y="2920"/>
                  </a:cubicBezTo>
                  <a:lnTo>
                    <a:pt x="950" y="2920"/>
                  </a:lnTo>
                  <a:cubicBezTo>
                    <a:pt x="994" y="2898"/>
                    <a:pt x="1070" y="2860"/>
                    <a:pt x="1082" y="2854"/>
                  </a:cubicBezTo>
                  <a:cubicBezTo>
                    <a:pt x="1093" y="2843"/>
                    <a:pt x="1149" y="2810"/>
                    <a:pt x="1182" y="2788"/>
                  </a:cubicBezTo>
                  <a:lnTo>
                    <a:pt x="1193" y="2788"/>
                  </a:lnTo>
                  <a:cubicBezTo>
                    <a:pt x="1215" y="2777"/>
                    <a:pt x="1248" y="2766"/>
                    <a:pt x="1281" y="2743"/>
                  </a:cubicBezTo>
                  <a:cubicBezTo>
                    <a:pt x="1303" y="2732"/>
                    <a:pt x="1314" y="2721"/>
                    <a:pt x="1336" y="2710"/>
                  </a:cubicBezTo>
                  <a:cubicBezTo>
                    <a:pt x="1347" y="2710"/>
                    <a:pt x="1436" y="2655"/>
                    <a:pt x="1425" y="2644"/>
                  </a:cubicBezTo>
                  <a:lnTo>
                    <a:pt x="1425" y="2644"/>
                  </a:lnTo>
                  <a:cubicBezTo>
                    <a:pt x="1380" y="2662"/>
                    <a:pt x="1357" y="2671"/>
                    <a:pt x="1356" y="2671"/>
                  </a:cubicBezTo>
                  <a:cubicBezTo>
                    <a:pt x="1353" y="2671"/>
                    <a:pt x="1398" y="2651"/>
                    <a:pt x="1491" y="2611"/>
                  </a:cubicBezTo>
                  <a:cubicBezTo>
                    <a:pt x="1546" y="2578"/>
                    <a:pt x="1590" y="2545"/>
                    <a:pt x="1634" y="2501"/>
                  </a:cubicBezTo>
                  <a:cubicBezTo>
                    <a:pt x="1678" y="2479"/>
                    <a:pt x="1723" y="2445"/>
                    <a:pt x="1756" y="2412"/>
                  </a:cubicBezTo>
                  <a:cubicBezTo>
                    <a:pt x="1833" y="2346"/>
                    <a:pt x="1910" y="2291"/>
                    <a:pt x="1988" y="2225"/>
                  </a:cubicBezTo>
                  <a:cubicBezTo>
                    <a:pt x="2021" y="2192"/>
                    <a:pt x="2065" y="2158"/>
                    <a:pt x="2098" y="2125"/>
                  </a:cubicBezTo>
                  <a:cubicBezTo>
                    <a:pt x="2142" y="2092"/>
                    <a:pt x="2175" y="2070"/>
                    <a:pt x="2208" y="2026"/>
                  </a:cubicBezTo>
                  <a:cubicBezTo>
                    <a:pt x="2297" y="1949"/>
                    <a:pt x="2374" y="1849"/>
                    <a:pt x="2440" y="1761"/>
                  </a:cubicBezTo>
                  <a:cubicBezTo>
                    <a:pt x="2572" y="1585"/>
                    <a:pt x="2694" y="1408"/>
                    <a:pt x="2804" y="1220"/>
                  </a:cubicBezTo>
                  <a:cubicBezTo>
                    <a:pt x="2948" y="933"/>
                    <a:pt x="3003" y="635"/>
                    <a:pt x="2837" y="348"/>
                  </a:cubicBezTo>
                  <a:cubicBezTo>
                    <a:pt x="2691" y="114"/>
                    <a:pt x="2466" y="0"/>
                    <a:pt x="2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3083575" y="1837350"/>
              <a:ext cx="850" cy="300"/>
            </a:xfrm>
            <a:custGeom>
              <a:avLst/>
              <a:gdLst/>
              <a:ahLst/>
              <a:cxnLst/>
              <a:rect l="l" t="t" r="r" b="b"/>
              <a:pathLst>
                <a:path w="34" h="12" extrusionOk="0">
                  <a:moveTo>
                    <a:pt x="12" y="1"/>
                  </a:moveTo>
                  <a:cubicBezTo>
                    <a:pt x="12" y="1"/>
                    <a:pt x="12" y="12"/>
                    <a:pt x="1" y="12"/>
                  </a:cubicBezTo>
                  <a:cubicBezTo>
                    <a:pt x="12" y="12"/>
                    <a:pt x="23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2956375" y="1898975"/>
              <a:ext cx="89150" cy="61400"/>
            </a:xfrm>
            <a:custGeom>
              <a:avLst/>
              <a:gdLst/>
              <a:ahLst/>
              <a:cxnLst/>
              <a:rect l="l" t="t" r="r" b="b"/>
              <a:pathLst>
                <a:path w="3566" h="2456" extrusionOk="0">
                  <a:moveTo>
                    <a:pt x="2823" y="0"/>
                  </a:moveTo>
                  <a:cubicBezTo>
                    <a:pt x="2716" y="0"/>
                    <a:pt x="2607" y="27"/>
                    <a:pt x="2506" y="85"/>
                  </a:cubicBezTo>
                  <a:cubicBezTo>
                    <a:pt x="2064" y="328"/>
                    <a:pt x="1656" y="659"/>
                    <a:pt x="1248" y="957"/>
                  </a:cubicBezTo>
                  <a:cubicBezTo>
                    <a:pt x="1027" y="1123"/>
                    <a:pt x="806" y="1288"/>
                    <a:pt x="585" y="1465"/>
                  </a:cubicBezTo>
                  <a:cubicBezTo>
                    <a:pt x="541" y="1498"/>
                    <a:pt x="497" y="1531"/>
                    <a:pt x="453" y="1564"/>
                  </a:cubicBezTo>
                  <a:cubicBezTo>
                    <a:pt x="431" y="1586"/>
                    <a:pt x="409" y="1608"/>
                    <a:pt x="376" y="1630"/>
                  </a:cubicBezTo>
                  <a:cubicBezTo>
                    <a:pt x="333" y="1694"/>
                    <a:pt x="313" y="1726"/>
                    <a:pt x="308" y="1726"/>
                  </a:cubicBezTo>
                  <a:cubicBezTo>
                    <a:pt x="304" y="1726"/>
                    <a:pt x="306" y="1716"/>
                    <a:pt x="310" y="1697"/>
                  </a:cubicBezTo>
                  <a:lnTo>
                    <a:pt x="310" y="1697"/>
                  </a:lnTo>
                  <a:cubicBezTo>
                    <a:pt x="254" y="1763"/>
                    <a:pt x="199" y="1807"/>
                    <a:pt x="155" y="1884"/>
                  </a:cubicBezTo>
                  <a:cubicBezTo>
                    <a:pt x="133" y="1917"/>
                    <a:pt x="111" y="1962"/>
                    <a:pt x="100" y="2006"/>
                  </a:cubicBezTo>
                  <a:cubicBezTo>
                    <a:pt x="92" y="1998"/>
                    <a:pt x="86" y="1994"/>
                    <a:pt x="81" y="1994"/>
                  </a:cubicBezTo>
                  <a:cubicBezTo>
                    <a:pt x="71" y="1994"/>
                    <a:pt x="67" y="2006"/>
                    <a:pt x="67" y="2028"/>
                  </a:cubicBezTo>
                  <a:cubicBezTo>
                    <a:pt x="0" y="2116"/>
                    <a:pt x="23" y="2271"/>
                    <a:pt x="89" y="2348"/>
                  </a:cubicBezTo>
                  <a:cubicBezTo>
                    <a:pt x="140" y="2424"/>
                    <a:pt x="217" y="2455"/>
                    <a:pt x="305" y="2455"/>
                  </a:cubicBezTo>
                  <a:cubicBezTo>
                    <a:pt x="331" y="2455"/>
                    <a:pt x="359" y="2452"/>
                    <a:pt x="387" y="2447"/>
                  </a:cubicBezTo>
                  <a:cubicBezTo>
                    <a:pt x="420" y="2442"/>
                    <a:pt x="450" y="2442"/>
                    <a:pt x="481" y="2442"/>
                  </a:cubicBezTo>
                  <a:cubicBezTo>
                    <a:pt x="511" y="2442"/>
                    <a:pt x="541" y="2442"/>
                    <a:pt x="574" y="2436"/>
                  </a:cubicBezTo>
                  <a:cubicBezTo>
                    <a:pt x="641" y="2425"/>
                    <a:pt x="696" y="2392"/>
                    <a:pt x="762" y="2381"/>
                  </a:cubicBezTo>
                  <a:cubicBezTo>
                    <a:pt x="895" y="2337"/>
                    <a:pt x="1016" y="2282"/>
                    <a:pt x="1148" y="2215"/>
                  </a:cubicBezTo>
                  <a:cubicBezTo>
                    <a:pt x="1369" y="2116"/>
                    <a:pt x="1601" y="2006"/>
                    <a:pt x="1822" y="1895"/>
                  </a:cubicBezTo>
                  <a:cubicBezTo>
                    <a:pt x="2263" y="1664"/>
                    <a:pt x="2727" y="1454"/>
                    <a:pt x="3146" y="1178"/>
                  </a:cubicBezTo>
                  <a:cubicBezTo>
                    <a:pt x="3422" y="1001"/>
                    <a:pt x="3566" y="615"/>
                    <a:pt x="3378" y="306"/>
                  </a:cubicBezTo>
                  <a:cubicBezTo>
                    <a:pt x="3252" y="113"/>
                    <a:pt x="3041" y="0"/>
                    <a:pt x="28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2987300" y="2004275"/>
              <a:ext cx="77000" cy="80450"/>
            </a:xfrm>
            <a:custGeom>
              <a:avLst/>
              <a:gdLst/>
              <a:ahLst/>
              <a:cxnLst/>
              <a:rect l="l" t="t" r="r" b="b"/>
              <a:pathLst>
                <a:path w="3080" h="3218" extrusionOk="0">
                  <a:moveTo>
                    <a:pt x="2420" y="0"/>
                  </a:moveTo>
                  <a:cubicBezTo>
                    <a:pt x="2208" y="0"/>
                    <a:pt x="1994" y="89"/>
                    <a:pt x="1909" y="288"/>
                  </a:cubicBezTo>
                  <a:cubicBezTo>
                    <a:pt x="1733" y="719"/>
                    <a:pt x="1523" y="1127"/>
                    <a:pt x="1247" y="1491"/>
                  </a:cubicBezTo>
                  <a:cubicBezTo>
                    <a:pt x="1225" y="1535"/>
                    <a:pt x="1192" y="1580"/>
                    <a:pt x="1159" y="1613"/>
                  </a:cubicBezTo>
                  <a:cubicBezTo>
                    <a:pt x="1148" y="1635"/>
                    <a:pt x="1137" y="1657"/>
                    <a:pt x="1114" y="1679"/>
                  </a:cubicBezTo>
                  <a:cubicBezTo>
                    <a:pt x="1048" y="1767"/>
                    <a:pt x="971" y="1856"/>
                    <a:pt x="894" y="1933"/>
                  </a:cubicBezTo>
                  <a:cubicBezTo>
                    <a:pt x="750" y="2087"/>
                    <a:pt x="574" y="2253"/>
                    <a:pt x="452" y="2429"/>
                  </a:cubicBezTo>
                  <a:cubicBezTo>
                    <a:pt x="353" y="2540"/>
                    <a:pt x="298" y="2617"/>
                    <a:pt x="198" y="2705"/>
                  </a:cubicBezTo>
                  <a:cubicBezTo>
                    <a:pt x="1" y="2873"/>
                    <a:pt x="165" y="3217"/>
                    <a:pt x="400" y="3217"/>
                  </a:cubicBezTo>
                  <a:cubicBezTo>
                    <a:pt x="427" y="3217"/>
                    <a:pt x="456" y="3213"/>
                    <a:pt x="485" y="3202"/>
                  </a:cubicBezTo>
                  <a:cubicBezTo>
                    <a:pt x="518" y="3191"/>
                    <a:pt x="563" y="3180"/>
                    <a:pt x="596" y="3169"/>
                  </a:cubicBezTo>
                  <a:cubicBezTo>
                    <a:pt x="607" y="3158"/>
                    <a:pt x="618" y="3158"/>
                    <a:pt x="629" y="3147"/>
                  </a:cubicBezTo>
                  <a:lnTo>
                    <a:pt x="618" y="3147"/>
                  </a:lnTo>
                  <a:cubicBezTo>
                    <a:pt x="673" y="3136"/>
                    <a:pt x="728" y="3136"/>
                    <a:pt x="772" y="3125"/>
                  </a:cubicBezTo>
                  <a:cubicBezTo>
                    <a:pt x="783" y="3114"/>
                    <a:pt x="805" y="3114"/>
                    <a:pt x="827" y="3103"/>
                  </a:cubicBezTo>
                  <a:cubicBezTo>
                    <a:pt x="850" y="3092"/>
                    <a:pt x="850" y="3092"/>
                    <a:pt x="794" y="3092"/>
                  </a:cubicBezTo>
                  <a:cubicBezTo>
                    <a:pt x="839" y="3092"/>
                    <a:pt x="872" y="3081"/>
                    <a:pt x="905" y="3081"/>
                  </a:cubicBezTo>
                  <a:cubicBezTo>
                    <a:pt x="949" y="3070"/>
                    <a:pt x="993" y="3048"/>
                    <a:pt x="1026" y="3025"/>
                  </a:cubicBezTo>
                  <a:cubicBezTo>
                    <a:pt x="1059" y="3014"/>
                    <a:pt x="1081" y="2992"/>
                    <a:pt x="1114" y="2981"/>
                  </a:cubicBezTo>
                  <a:cubicBezTo>
                    <a:pt x="1170" y="2948"/>
                    <a:pt x="1225" y="2926"/>
                    <a:pt x="1280" y="2893"/>
                  </a:cubicBezTo>
                  <a:cubicBezTo>
                    <a:pt x="1534" y="2739"/>
                    <a:pt x="1766" y="2529"/>
                    <a:pt x="1986" y="2319"/>
                  </a:cubicBezTo>
                  <a:cubicBezTo>
                    <a:pt x="2395" y="1933"/>
                    <a:pt x="2748" y="1425"/>
                    <a:pt x="2969" y="906"/>
                  </a:cubicBezTo>
                  <a:cubicBezTo>
                    <a:pt x="3035" y="752"/>
                    <a:pt x="3079" y="608"/>
                    <a:pt x="3024" y="443"/>
                  </a:cubicBezTo>
                  <a:cubicBezTo>
                    <a:pt x="2991" y="299"/>
                    <a:pt x="2880" y="145"/>
                    <a:pt x="2748" y="78"/>
                  </a:cubicBezTo>
                  <a:cubicBezTo>
                    <a:pt x="2654" y="27"/>
                    <a:pt x="2537" y="0"/>
                    <a:pt x="2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3184025" y="1744075"/>
              <a:ext cx="94125" cy="76750"/>
            </a:xfrm>
            <a:custGeom>
              <a:avLst/>
              <a:gdLst/>
              <a:ahLst/>
              <a:cxnLst/>
              <a:rect l="l" t="t" r="r" b="b"/>
              <a:pathLst>
                <a:path w="3765" h="3070" extrusionOk="0">
                  <a:moveTo>
                    <a:pt x="2959" y="0"/>
                  </a:moveTo>
                  <a:cubicBezTo>
                    <a:pt x="2718" y="0"/>
                    <a:pt x="2497" y="116"/>
                    <a:pt x="2285" y="211"/>
                  </a:cubicBezTo>
                  <a:cubicBezTo>
                    <a:pt x="2142" y="277"/>
                    <a:pt x="2009" y="343"/>
                    <a:pt x="1877" y="420"/>
                  </a:cubicBezTo>
                  <a:cubicBezTo>
                    <a:pt x="1590" y="586"/>
                    <a:pt x="1303" y="796"/>
                    <a:pt x="1038" y="1016"/>
                  </a:cubicBezTo>
                  <a:cubicBezTo>
                    <a:pt x="784" y="1237"/>
                    <a:pt x="574" y="1502"/>
                    <a:pt x="376" y="1778"/>
                  </a:cubicBezTo>
                  <a:cubicBezTo>
                    <a:pt x="287" y="1910"/>
                    <a:pt x="210" y="2043"/>
                    <a:pt x="155" y="2186"/>
                  </a:cubicBezTo>
                  <a:cubicBezTo>
                    <a:pt x="122" y="2264"/>
                    <a:pt x="78" y="2341"/>
                    <a:pt x="67" y="2429"/>
                  </a:cubicBezTo>
                  <a:cubicBezTo>
                    <a:pt x="45" y="2484"/>
                    <a:pt x="45" y="2540"/>
                    <a:pt x="34" y="2595"/>
                  </a:cubicBezTo>
                  <a:cubicBezTo>
                    <a:pt x="34" y="2606"/>
                    <a:pt x="22" y="2650"/>
                    <a:pt x="22" y="2661"/>
                  </a:cubicBezTo>
                  <a:cubicBezTo>
                    <a:pt x="0" y="2793"/>
                    <a:pt x="34" y="2915"/>
                    <a:pt x="144" y="3003"/>
                  </a:cubicBezTo>
                  <a:cubicBezTo>
                    <a:pt x="196" y="3042"/>
                    <a:pt x="275" y="3070"/>
                    <a:pt x="352" y="3070"/>
                  </a:cubicBezTo>
                  <a:cubicBezTo>
                    <a:pt x="405" y="3070"/>
                    <a:pt x="457" y="3057"/>
                    <a:pt x="497" y="3025"/>
                  </a:cubicBezTo>
                  <a:cubicBezTo>
                    <a:pt x="530" y="3003"/>
                    <a:pt x="552" y="2981"/>
                    <a:pt x="585" y="2959"/>
                  </a:cubicBezTo>
                  <a:cubicBezTo>
                    <a:pt x="718" y="2893"/>
                    <a:pt x="817" y="2804"/>
                    <a:pt x="928" y="2716"/>
                  </a:cubicBezTo>
                  <a:cubicBezTo>
                    <a:pt x="950" y="2694"/>
                    <a:pt x="961" y="2683"/>
                    <a:pt x="961" y="2683"/>
                  </a:cubicBezTo>
                  <a:cubicBezTo>
                    <a:pt x="983" y="2672"/>
                    <a:pt x="1005" y="2661"/>
                    <a:pt x="1027" y="2639"/>
                  </a:cubicBezTo>
                  <a:cubicBezTo>
                    <a:pt x="1049" y="2617"/>
                    <a:pt x="1071" y="2595"/>
                    <a:pt x="1093" y="2584"/>
                  </a:cubicBezTo>
                  <a:cubicBezTo>
                    <a:pt x="1137" y="2528"/>
                    <a:pt x="1192" y="2484"/>
                    <a:pt x="1248" y="2440"/>
                  </a:cubicBezTo>
                  <a:cubicBezTo>
                    <a:pt x="1292" y="2396"/>
                    <a:pt x="1347" y="2352"/>
                    <a:pt x="1402" y="2308"/>
                  </a:cubicBezTo>
                  <a:cubicBezTo>
                    <a:pt x="1402" y="2308"/>
                    <a:pt x="1413" y="2308"/>
                    <a:pt x="1413" y="2297"/>
                  </a:cubicBezTo>
                  <a:cubicBezTo>
                    <a:pt x="1435" y="2286"/>
                    <a:pt x="1457" y="2264"/>
                    <a:pt x="1479" y="2242"/>
                  </a:cubicBezTo>
                  <a:cubicBezTo>
                    <a:pt x="1601" y="2164"/>
                    <a:pt x="1711" y="2076"/>
                    <a:pt x="1833" y="1999"/>
                  </a:cubicBezTo>
                  <a:cubicBezTo>
                    <a:pt x="2053" y="1844"/>
                    <a:pt x="2296" y="1712"/>
                    <a:pt x="2550" y="1590"/>
                  </a:cubicBezTo>
                  <a:cubicBezTo>
                    <a:pt x="2550" y="1590"/>
                    <a:pt x="2561" y="1590"/>
                    <a:pt x="2572" y="1579"/>
                  </a:cubicBezTo>
                  <a:lnTo>
                    <a:pt x="2572" y="1579"/>
                  </a:lnTo>
                  <a:cubicBezTo>
                    <a:pt x="2568" y="1584"/>
                    <a:pt x="2565" y="1587"/>
                    <a:pt x="2566" y="1587"/>
                  </a:cubicBezTo>
                  <a:cubicBezTo>
                    <a:pt x="2569" y="1587"/>
                    <a:pt x="2579" y="1581"/>
                    <a:pt x="2605" y="1568"/>
                  </a:cubicBezTo>
                  <a:cubicBezTo>
                    <a:pt x="2616" y="1557"/>
                    <a:pt x="2627" y="1557"/>
                    <a:pt x="2638" y="1557"/>
                  </a:cubicBezTo>
                  <a:lnTo>
                    <a:pt x="2616" y="1557"/>
                  </a:lnTo>
                  <a:cubicBezTo>
                    <a:pt x="2683" y="1535"/>
                    <a:pt x="2738" y="1513"/>
                    <a:pt x="2804" y="1491"/>
                  </a:cubicBezTo>
                  <a:cubicBezTo>
                    <a:pt x="2981" y="1436"/>
                    <a:pt x="3190" y="1403"/>
                    <a:pt x="3345" y="1292"/>
                  </a:cubicBezTo>
                  <a:cubicBezTo>
                    <a:pt x="3588" y="1127"/>
                    <a:pt x="3764" y="818"/>
                    <a:pt x="3665" y="509"/>
                  </a:cubicBezTo>
                  <a:cubicBezTo>
                    <a:pt x="3566" y="211"/>
                    <a:pt x="3301" y="1"/>
                    <a:pt x="2992" y="1"/>
                  </a:cubicBezTo>
                  <a:cubicBezTo>
                    <a:pt x="2981" y="0"/>
                    <a:pt x="2970" y="0"/>
                    <a:pt x="29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3248325" y="1783275"/>
              <a:ext cx="1125" cy="300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33" y="0"/>
                  </a:moveTo>
                  <a:cubicBezTo>
                    <a:pt x="22" y="0"/>
                    <a:pt x="11" y="11"/>
                    <a:pt x="0" y="11"/>
                  </a:cubicBezTo>
                  <a:cubicBezTo>
                    <a:pt x="11" y="11"/>
                    <a:pt x="33" y="0"/>
                    <a:pt x="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205275" y="1871750"/>
              <a:ext cx="68175" cy="67475"/>
            </a:xfrm>
            <a:custGeom>
              <a:avLst/>
              <a:gdLst/>
              <a:ahLst/>
              <a:cxnLst/>
              <a:rect l="l" t="t" r="r" b="b"/>
              <a:pathLst>
                <a:path w="2727" h="2699" extrusionOk="0">
                  <a:moveTo>
                    <a:pt x="2127" y="0"/>
                  </a:moveTo>
                  <a:cubicBezTo>
                    <a:pt x="1887" y="0"/>
                    <a:pt x="1685" y="148"/>
                    <a:pt x="1601" y="391"/>
                  </a:cubicBezTo>
                  <a:cubicBezTo>
                    <a:pt x="1579" y="446"/>
                    <a:pt x="1568" y="490"/>
                    <a:pt x="1546" y="534"/>
                  </a:cubicBezTo>
                  <a:cubicBezTo>
                    <a:pt x="1535" y="556"/>
                    <a:pt x="1523" y="578"/>
                    <a:pt x="1523" y="600"/>
                  </a:cubicBezTo>
                  <a:cubicBezTo>
                    <a:pt x="1479" y="689"/>
                    <a:pt x="1424" y="777"/>
                    <a:pt x="1380" y="865"/>
                  </a:cubicBezTo>
                  <a:cubicBezTo>
                    <a:pt x="1325" y="965"/>
                    <a:pt x="1270" y="1064"/>
                    <a:pt x="1203" y="1152"/>
                  </a:cubicBezTo>
                  <a:lnTo>
                    <a:pt x="1115" y="1274"/>
                  </a:lnTo>
                  <a:cubicBezTo>
                    <a:pt x="1104" y="1296"/>
                    <a:pt x="1093" y="1307"/>
                    <a:pt x="1071" y="1329"/>
                  </a:cubicBezTo>
                  <a:cubicBezTo>
                    <a:pt x="938" y="1494"/>
                    <a:pt x="795" y="1649"/>
                    <a:pt x="629" y="1781"/>
                  </a:cubicBezTo>
                  <a:cubicBezTo>
                    <a:pt x="596" y="1814"/>
                    <a:pt x="552" y="1848"/>
                    <a:pt x="519" y="1881"/>
                  </a:cubicBezTo>
                  <a:cubicBezTo>
                    <a:pt x="497" y="1892"/>
                    <a:pt x="475" y="1914"/>
                    <a:pt x="453" y="1925"/>
                  </a:cubicBezTo>
                  <a:cubicBezTo>
                    <a:pt x="453" y="1936"/>
                    <a:pt x="453" y="1936"/>
                    <a:pt x="442" y="1936"/>
                  </a:cubicBezTo>
                  <a:cubicBezTo>
                    <a:pt x="398" y="1969"/>
                    <a:pt x="354" y="2002"/>
                    <a:pt x="309" y="2024"/>
                  </a:cubicBezTo>
                  <a:lnTo>
                    <a:pt x="243" y="2079"/>
                  </a:lnTo>
                  <a:cubicBezTo>
                    <a:pt x="232" y="2090"/>
                    <a:pt x="232" y="2090"/>
                    <a:pt x="221" y="2101"/>
                  </a:cubicBezTo>
                  <a:cubicBezTo>
                    <a:pt x="210" y="2112"/>
                    <a:pt x="188" y="2134"/>
                    <a:pt x="177" y="2134"/>
                  </a:cubicBezTo>
                  <a:cubicBezTo>
                    <a:pt x="78" y="2212"/>
                    <a:pt x="0" y="2344"/>
                    <a:pt x="44" y="2477"/>
                  </a:cubicBezTo>
                  <a:cubicBezTo>
                    <a:pt x="76" y="2582"/>
                    <a:pt x="189" y="2698"/>
                    <a:pt x="315" y="2698"/>
                  </a:cubicBezTo>
                  <a:cubicBezTo>
                    <a:pt x="320" y="2698"/>
                    <a:pt x="326" y="2698"/>
                    <a:pt x="331" y="2697"/>
                  </a:cubicBezTo>
                  <a:cubicBezTo>
                    <a:pt x="370" y="2688"/>
                    <a:pt x="417" y="2678"/>
                    <a:pt x="465" y="2676"/>
                  </a:cubicBezTo>
                  <a:lnTo>
                    <a:pt x="465" y="2676"/>
                  </a:lnTo>
                  <a:cubicBezTo>
                    <a:pt x="476" y="2681"/>
                    <a:pt x="486" y="2684"/>
                    <a:pt x="497" y="2684"/>
                  </a:cubicBezTo>
                  <a:cubicBezTo>
                    <a:pt x="508" y="2684"/>
                    <a:pt x="519" y="2681"/>
                    <a:pt x="530" y="2675"/>
                  </a:cubicBezTo>
                  <a:cubicBezTo>
                    <a:pt x="607" y="2664"/>
                    <a:pt x="674" y="2642"/>
                    <a:pt x="740" y="2620"/>
                  </a:cubicBezTo>
                  <a:cubicBezTo>
                    <a:pt x="861" y="2576"/>
                    <a:pt x="994" y="2532"/>
                    <a:pt x="1115" y="2466"/>
                  </a:cubicBezTo>
                  <a:cubicBezTo>
                    <a:pt x="1347" y="2355"/>
                    <a:pt x="1568" y="2190"/>
                    <a:pt x="1766" y="2013"/>
                  </a:cubicBezTo>
                  <a:cubicBezTo>
                    <a:pt x="2186" y="1660"/>
                    <a:pt x="2462" y="1196"/>
                    <a:pt x="2638" y="678"/>
                  </a:cubicBezTo>
                  <a:cubicBezTo>
                    <a:pt x="2727" y="413"/>
                    <a:pt x="2539" y="82"/>
                    <a:pt x="2263" y="15"/>
                  </a:cubicBezTo>
                  <a:cubicBezTo>
                    <a:pt x="2217" y="5"/>
                    <a:pt x="2172" y="0"/>
                    <a:pt x="2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3197550" y="1977925"/>
              <a:ext cx="83075" cy="72800"/>
            </a:xfrm>
            <a:custGeom>
              <a:avLst/>
              <a:gdLst/>
              <a:ahLst/>
              <a:cxnLst/>
              <a:rect l="l" t="t" r="r" b="b"/>
              <a:pathLst>
                <a:path w="3323" h="2912" extrusionOk="0">
                  <a:moveTo>
                    <a:pt x="2696" y="0"/>
                  </a:moveTo>
                  <a:cubicBezTo>
                    <a:pt x="2494" y="0"/>
                    <a:pt x="2271" y="101"/>
                    <a:pt x="2175" y="294"/>
                  </a:cubicBezTo>
                  <a:cubicBezTo>
                    <a:pt x="2097" y="448"/>
                    <a:pt x="2075" y="614"/>
                    <a:pt x="2020" y="779"/>
                  </a:cubicBezTo>
                  <a:cubicBezTo>
                    <a:pt x="2020" y="790"/>
                    <a:pt x="2020" y="812"/>
                    <a:pt x="2009" y="823"/>
                  </a:cubicBezTo>
                  <a:cubicBezTo>
                    <a:pt x="2009" y="834"/>
                    <a:pt x="2009" y="834"/>
                    <a:pt x="1998" y="846"/>
                  </a:cubicBezTo>
                  <a:cubicBezTo>
                    <a:pt x="1976" y="901"/>
                    <a:pt x="1954" y="956"/>
                    <a:pt x="1921" y="1000"/>
                  </a:cubicBezTo>
                  <a:cubicBezTo>
                    <a:pt x="1888" y="1055"/>
                    <a:pt x="1855" y="1110"/>
                    <a:pt x="1810" y="1166"/>
                  </a:cubicBezTo>
                  <a:cubicBezTo>
                    <a:pt x="1810" y="1177"/>
                    <a:pt x="1799" y="1188"/>
                    <a:pt x="1799" y="1188"/>
                  </a:cubicBezTo>
                  <a:cubicBezTo>
                    <a:pt x="1799" y="1199"/>
                    <a:pt x="1788" y="1210"/>
                    <a:pt x="1788" y="1210"/>
                  </a:cubicBezTo>
                  <a:cubicBezTo>
                    <a:pt x="1700" y="1309"/>
                    <a:pt x="1612" y="1408"/>
                    <a:pt x="1512" y="1497"/>
                  </a:cubicBezTo>
                  <a:cubicBezTo>
                    <a:pt x="1490" y="1519"/>
                    <a:pt x="1468" y="1530"/>
                    <a:pt x="1446" y="1552"/>
                  </a:cubicBezTo>
                  <a:cubicBezTo>
                    <a:pt x="1402" y="1585"/>
                    <a:pt x="1358" y="1618"/>
                    <a:pt x="1314" y="1651"/>
                  </a:cubicBezTo>
                  <a:cubicBezTo>
                    <a:pt x="1203" y="1717"/>
                    <a:pt x="1093" y="1773"/>
                    <a:pt x="983" y="1817"/>
                  </a:cubicBezTo>
                  <a:cubicBezTo>
                    <a:pt x="972" y="1828"/>
                    <a:pt x="972" y="1828"/>
                    <a:pt x="972" y="1828"/>
                  </a:cubicBezTo>
                  <a:cubicBezTo>
                    <a:pt x="949" y="1839"/>
                    <a:pt x="927" y="1850"/>
                    <a:pt x="905" y="1850"/>
                  </a:cubicBezTo>
                  <a:cubicBezTo>
                    <a:pt x="839" y="1872"/>
                    <a:pt x="773" y="1894"/>
                    <a:pt x="718" y="1916"/>
                  </a:cubicBezTo>
                  <a:cubicBezTo>
                    <a:pt x="607" y="1949"/>
                    <a:pt x="508" y="1971"/>
                    <a:pt x="409" y="2015"/>
                  </a:cubicBezTo>
                  <a:cubicBezTo>
                    <a:pt x="364" y="2027"/>
                    <a:pt x="331" y="2038"/>
                    <a:pt x="298" y="2049"/>
                  </a:cubicBezTo>
                  <a:cubicBezTo>
                    <a:pt x="144" y="2082"/>
                    <a:pt x="33" y="2214"/>
                    <a:pt x="22" y="2369"/>
                  </a:cubicBezTo>
                  <a:cubicBezTo>
                    <a:pt x="0" y="2501"/>
                    <a:pt x="66" y="2689"/>
                    <a:pt x="199" y="2744"/>
                  </a:cubicBezTo>
                  <a:cubicBezTo>
                    <a:pt x="243" y="2766"/>
                    <a:pt x="287" y="2788"/>
                    <a:pt x="331" y="2799"/>
                  </a:cubicBezTo>
                  <a:cubicBezTo>
                    <a:pt x="486" y="2887"/>
                    <a:pt x="674" y="2898"/>
                    <a:pt x="850" y="2910"/>
                  </a:cubicBezTo>
                  <a:cubicBezTo>
                    <a:pt x="873" y="2911"/>
                    <a:pt x="897" y="2912"/>
                    <a:pt x="920" y="2912"/>
                  </a:cubicBezTo>
                  <a:cubicBezTo>
                    <a:pt x="1073" y="2912"/>
                    <a:pt x="1227" y="2882"/>
                    <a:pt x="1380" y="2843"/>
                  </a:cubicBezTo>
                  <a:cubicBezTo>
                    <a:pt x="1689" y="2777"/>
                    <a:pt x="1998" y="2612"/>
                    <a:pt x="2252" y="2424"/>
                  </a:cubicBezTo>
                  <a:cubicBezTo>
                    <a:pt x="2550" y="2203"/>
                    <a:pt x="2793" y="1949"/>
                    <a:pt x="2980" y="1629"/>
                  </a:cubicBezTo>
                  <a:cubicBezTo>
                    <a:pt x="3080" y="1464"/>
                    <a:pt x="3157" y="1298"/>
                    <a:pt x="3212" y="1132"/>
                  </a:cubicBezTo>
                  <a:cubicBezTo>
                    <a:pt x="3234" y="1066"/>
                    <a:pt x="3256" y="989"/>
                    <a:pt x="3278" y="923"/>
                  </a:cubicBezTo>
                  <a:cubicBezTo>
                    <a:pt x="3278" y="890"/>
                    <a:pt x="3289" y="868"/>
                    <a:pt x="3300" y="834"/>
                  </a:cubicBezTo>
                  <a:cubicBezTo>
                    <a:pt x="3323" y="680"/>
                    <a:pt x="3312" y="581"/>
                    <a:pt x="3289" y="437"/>
                  </a:cubicBezTo>
                  <a:cubicBezTo>
                    <a:pt x="3278" y="349"/>
                    <a:pt x="3201" y="238"/>
                    <a:pt x="3135" y="172"/>
                  </a:cubicBezTo>
                  <a:cubicBezTo>
                    <a:pt x="3047" y="73"/>
                    <a:pt x="2914" y="18"/>
                    <a:pt x="2782" y="7"/>
                  </a:cubicBezTo>
                  <a:cubicBezTo>
                    <a:pt x="2754" y="3"/>
                    <a:pt x="2725" y="0"/>
                    <a:pt x="2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2976250" y="1777550"/>
              <a:ext cx="27325" cy="43200"/>
            </a:xfrm>
            <a:custGeom>
              <a:avLst/>
              <a:gdLst/>
              <a:ahLst/>
              <a:cxnLst/>
              <a:rect l="l" t="t" r="r" b="b"/>
              <a:pathLst>
                <a:path w="1093" h="1728" extrusionOk="0">
                  <a:moveTo>
                    <a:pt x="850" y="1"/>
                  </a:moveTo>
                  <a:cubicBezTo>
                    <a:pt x="794" y="1"/>
                    <a:pt x="740" y="20"/>
                    <a:pt x="696" y="64"/>
                  </a:cubicBezTo>
                  <a:cubicBezTo>
                    <a:pt x="640" y="130"/>
                    <a:pt x="585" y="185"/>
                    <a:pt x="530" y="251"/>
                  </a:cubicBezTo>
                  <a:cubicBezTo>
                    <a:pt x="497" y="295"/>
                    <a:pt x="464" y="351"/>
                    <a:pt x="431" y="406"/>
                  </a:cubicBezTo>
                  <a:cubicBezTo>
                    <a:pt x="364" y="516"/>
                    <a:pt x="331" y="649"/>
                    <a:pt x="276" y="759"/>
                  </a:cubicBezTo>
                  <a:cubicBezTo>
                    <a:pt x="221" y="891"/>
                    <a:pt x="177" y="1024"/>
                    <a:pt x="122" y="1156"/>
                  </a:cubicBezTo>
                  <a:cubicBezTo>
                    <a:pt x="111" y="1223"/>
                    <a:pt x="88" y="1278"/>
                    <a:pt x="66" y="1333"/>
                  </a:cubicBezTo>
                  <a:cubicBezTo>
                    <a:pt x="44" y="1399"/>
                    <a:pt x="33" y="1465"/>
                    <a:pt x="11" y="1532"/>
                  </a:cubicBezTo>
                  <a:cubicBezTo>
                    <a:pt x="0" y="1598"/>
                    <a:pt x="22" y="1675"/>
                    <a:pt x="88" y="1708"/>
                  </a:cubicBezTo>
                  <a:cubicBezTo>
                    <a:pt x="110" y="1721"/>
                    <a:pt x="137" y="1728"/>
                    <a:pt x="164" y="1728"/>
                  </a:cubicBezTo>
                  <a:cubicBezTo>
                    <a:pt x="205" y="1728"/>
                    <a:pt x="245" y="1713"/>
                    <a:pt x="265" y="1686"/>
                  </a:cubicBezTo>
                  <a:cubicBezTo>
                    <a:pt x="287" y="1653"/>
                    <a:pt x="309" y="1631"/>
                    <a:pt x="331" y="1598"/>
                  </a:cubicBezTo>
                  <a:cubicBezTo>
                    <a:pt x="353" y="1565"/>
                    <a:pt x="386" y="1543"/>
                    <a:pt x="420" y="1510"/>
                  </a:cubicBezTo>
                  <a:cubicBezTo>
                    <a:pt x="453" y="1465"/>
                    <a:pt x="486" y="1410"/>
                    <a:pt x="530" y="1355"/>
                  </a:cubicBezTo>
                  <a:cubicBezTo>
                    <a:pt x="596" y="1256"/>
                    <a:pt x="685" y="1145"/>
                    <a:pt x="751" y="1035"/>
                  </a:cubicBezTo>
                  <a:cubicBezTo>
                    <a:pt x="817" y="936"/>
                    <a:pt x="883" y="825"/>
                    <a:pt x="938" y="704"/>
                  </a:cubicBezTo>
                  <a:cubicBezTo>
                    <a:pt x="971" y="638"/>
                    <a:pt x="1016" y="560"/>
                    <a:pt x="1038" y="494"/>
                  </a:cubicBezTo>
                  <a:cubicBezTo>
                    <a:pt x="1060" y="428"/>
                    <a:pt x="1060" y="351"/>
                    <a:pt x="1082" y="284"/>
                  </a:cubicBezTo>
                  <a:cubicBezTo>
                    <a:pt x="1093" y="185"/>
                    <a:pt x="1071" y="75"/>
                    <a:pt x="971" y="31"/>
                  </a:cubicBezTo>
                  <a:cubicBezTo>
                    <a:pt x="933" y="12"/>
                    <a:pt x="891" y="1"/>
                    <a:pt x="8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85D02FD-BF29-5413-973C-99264BDB39A3}"/>
              </a:ext>
            </a:extLst>
          </p:cNvPr>
          <p:cNvSpPr txBox="1"/>
          <p:nvPr/>
        </p:nvSpPr>
        <p:spPr>
          <a:xfrm>
            <a:off x="914859" y="617213"/>
            <a:ext cx="4395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F0502020204030204" pitchFamily="2" charset="0"/>
              </a:rPr>
              <a:t>AMERICAN  INTERNATIONAL  UNIVERSITY-BANGLADESH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4FFAF-ABC3-6429-4859-4D5BE2230480}"/>
              </a:ext>
            </a:extLst>
          </p:cNvPr>
          <p:cNvSpPr txBox="1"/>
          <p:nvPr/>
        </p:nvSpPr>
        <p:spPr>
          <a:xfrm>
            <a:off x="1053953" y="1169240"/>
            <a:ext cx="3909217" cy="12618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>
                <a:latin typeface="Congenial" panose="02000503040000020004" pitchFamily="2" charset="0"/>
              </a:rPr>
              <a:t>FACULTY OF ENGINEERING</a:t>
            </a:r>
          </a:p>
          <a:p>
            <a:pPr algn="ctr"/>
            <a:r>
              <a:rPr lang="en-US" sz="1200" dirty="0">
                <a:latin typeface="Congenial" panose="02000503040000020004" pitchFamily="2" charset="0"/>
              </a:rPr>
              <a:t>DEPARTMENT OF </a:t>
            </a:r>
            <a:r>
              <a:rPr lang="en-US" dirty="0"/>
              <a:t>Electrical &amp; Electronic Engineering (EEE)</a:t>
            </a:r>
            <a:endParaRPr lang="en-US" sz="1200" dirty="0">
              <a:latin typeface="Congenial" panose="02000503040000020004" pitchFamily="2" charset="0"/>
            </a:endParaRPr>
          </a:p>
          <a:p>
            <a:pPr algn="ctr"/>
            <a:r>
              <a:rPr lang="en-US" sz="1200" dirty="0">
                <a:latin typeface="Congenial" panose="02000503040000020004" pitchFamily="2" charset="0"/>
              </a:rPr>
              <a:t>COURSE: DIGITAL LOGIC &amp; CIRCUITS</a:t>
            </a:r>
          </a:p>
          <a:p>
            <a:pPr algn="ctr"/>
            <a:r>
              <a:rPr lang="en-US" sz="1200" dirty="0">
                <a:latin typeface="Congenial" panose="02000503040000020004" pitchFamily="2" charset="0"/>
              </a:rPr>
              <a:t>SECTION: F</a:t>
            </a:r>
          </a:p>
          <a:p>
            <a:pPr algn="ctr"/>
            <a:r>
              <a:rPr lang="en-US" sz="1200" dirty="0">
                <a:latin typeface="Congenial" panose="02000503040000020004" pitchFamily="2" charset="0"/>
              </a:rPr>
              <a:t>Supervised By: </a:t>
            </a:r>
            <a:r>
              <a:rPr lang="en-US" sz="1200" b="1" dirty="0">
                <a:latin typeface="Congenial" panose="02000503040000020004" pitchFamily="2" charset="0"/>
              </a:rPr>
              <a:t>RUBAB AHMMED</a:t>
            </a:r>
            <a:endParaRPr lang="en-US" sz="1200" dirty="0">
              <a:latin typeface="Congenial" panose="0200050304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2205C-782F-5D58-500B-B9364E432E9C}"/>
              </a:ext>
            </a:extLst>
          </p:cNvPr>
          <p:cNvSpPr txBox="1"/>
          <p:nvPr/>
        </p:nvSpPr>
        <p:spPr>
          <a:xfrm>
            <a:off x="703206" y="2446519"/>
            <a:ext cx="4734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genial Light" panose="020F0502020204030204" pitchFamily="2" charset="0"/>
              </a:rPr>
              <a:t>ASSIGNMENT NAME: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genial Light" panose="020F0502020204030204" pitchFamily="2" charset="0"/>
              </a:rPr>
              <a:t>Digital Parking Control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10266-F383-0682-38AA-B54C9058F57C}"/>
              </a:ext>
            </a:extLst>
          </p:cNvPr>
          <p:cNvSpPr txBox="1"/>
          <p:nvPr/>
        </p:nvSpPr>
        <p:spPr>
          <a:xfrm>
            <a:off x="5110247" y="2258316"/>
            <a:ext cx="3002593" cy="70788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>
            <a:outerShdw blurRad="38100" dist="38100" dir="3600000" algn="t" rotWithShape="0">
              <a:prstClr val="black">
                <a:alpha val="59000"/>
              </a:prstClr>
            </a:outerShdw>
            <a:softEdge rad="215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3175">
                  <a:solidFill>
                    <a:srgbClr val="000000">
                      <a:alpha val="33000"/>
                    </a:srgbClr>
                  </a:solidFill>
                  <a:prstDash val="solid"/>
                </a:ln>
                <a:solidFill>
                  <a:schemeClr val="bg2">
                    <a:lumMod val="90000"/>
                  </a:schemeClr>
                </a:solidFill>
                <a:latin typeface="Congenial Black" panose="02000503040000020004" pitchFamily="2" charset="0"/>
              </a:rPr>
              <a:t>WELCOME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1FBBB93-B509-859F-4D8E-C899134C5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85028"/>
              </p:ext>
            </p:extLst>
          </p:nvPr>
        </p:nvGraphicFramePr>
        <p:xfrm>
          <a:off x="1011276" y="3149472"/>
          <a:ext cx="3968408" cy="693081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{1BBBC86A-6169-462C-B28C-4010F341F959}</a:tableStyleId>
              </a:tblPr>
              <a:tblGrid>
                <a:gridCol w="1984204">
                  <a:extLst>
                    <a:ext uri="{9D8B030D-6E8A-4147-A177-3AD203B41FA5}">
                      <a16:colId xmlns:a16="http://schemas.microsoft.com/office/drawing/2014/main" val="1407706848"/>
                    </a:ext>
                  </a:extLst>
                </a:gridCol>
                <a:gridCol w="1984204">
                  <a:extLst>
                    <a:ext uri="{9D8B030D-6E8A-4147-A177-3AD203B41FA5}">
                      <a16:colId xmlns:a16="http://schemas.microsoft.com/office/drawing/2014/main" val="1229864231"/>
                    </a:ext>
                  </a:extLst>
                </a:gridCol>
              </a:tblGrid>
              <a:tr h="2986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genial" panose="02000503040000020004" pitchFamily="2" charset="0"/>
                        </a:rPr>
                        <a:t>Name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2DA">
                        <a:alpha val="6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genial" panose="02000503040000020004" pitchFamily="2" charset="0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2DA">
                        <a:alpha val="6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205995"/>
                  </a:ext>
                </a:extLst>
              </a:tr>
              <a:tr h="38828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genial Light" panose="02000503040000020004" pitchFamily="2" charset="0"/>
                        </a:rPr>
                        <a:t>MD. SADAT HOSSAIN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genial Light" panose="02000503040000020004" pitchFamily="2" charset="0"/>
                        </a:rPr>
                        <a:t>23-54928-3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874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E6827E8-C309-1BFB-93B9-2FB9B483AAF9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4D2545D-420C-8944-C3A1-B19DFF221304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Traffic light outline">
            <a:extLst>
              <a:ext uri="{FF2B5EF4-FFF2-40B4-BE49-F238E27FC236}">
                <a16:creationId xmlns:a16="http://schemas.microsoft.com/office/drawing/2014/main" id="{CF499EAE-1C3B-86E7-DF7A-D63DFE1D6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12" name="Graphic 11" descr="Database outline">
            <a:extLst>
              <a:ext uri="{FF2B5EF4-FFF2-40B4-BE49-F238E27FC236}">
                <a16:creationId xmlns:a16="http://schemas.microsoft.com/office/drawing/2014/main" id="{6FEE2199-6194-2B9B-6B31-71B367F82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4" name="Graphic 13" descr="Document outline">
            <a:extLst>
              <a:ext uri="{FF2B5EF4-FFF2-40B4-BE49-F238E27FC236}">
                <a16:creationId xmlns:a16="http://schemas.microsoft.com/office/drawing/2014/main" id="{0C113EE5-760E-255A-F477-BC7AA38A4C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16" name="Graphic 15" descr="Cycle with people outline">
            <a:extLst>
              <a:ext uri="{FF2B5EF4-FFF2-40B4-BE49-F238E27FC236}">
                <a16:creationId xmlns:a16="http://schemas.microsoft.com/office/drawing/2014/main" id="{74848E66-B8BC-01B7-E9FB-B6F1AB6686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18" name="Graphic 17" descr="Gears outline">
            <a:extLst>
              <a:ext uri="{FF2B5EF4-FFF2-40B4-BE49-F238E27FC236}">
                <a16:creationId xmlns:a16="http://schemas.microsoft.com/office/drawing/2014/main" id="{0DEC113C-3C08-0E17-2F34-D22CA6C777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B7957A18-7F3D-72AF-7BC8-25C1638EF387}"/>
              </a:ext>
            </a:extLst>
          </p:cNvPr>
          <p:cNvSpPr/>
          <p:nvPr/>
        </p:nvSpPr>
        <p:spPr>
          <a:xfrm>
            <a:off x="50292" y="459486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Back with solid fill">
            <a:extLst>
              <a:ext uri="{FF2B5EF4-FFF2-40B4-BE49-F238E27FC236}">
                <a16:creationId xmlns:a16="http://schemas.microsoft.com/office/drawing/2014/main" id="{993C6DB1-4266-9785-A4F7-BBC0D458F5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22" name="Graphic 21" descr="Open book outline">
            <a:extLst>
              <a:ext uri="{FF2B5EF4-FFF2-40B4-BE49-F238E27FC236}">
                <a16:creationId xmlns:a16="http://schemas.microsoft.com/office/drawing/2014/main" id="{47DF3360-C3D9-73DB-CF8A-C2A9D6DE91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705069-5E03-170F-2497-AA3320E1D7E0}"/>
              </a:ext>
            </a:extLst>
          </p:cNvPr>
          <p:cNvSpPr txBox="1"/>
          <p:nvPr/>
        </p:nvSpPr>
        <p:spPr>
          <a:xfrm>
            <a:off x="931528" y="179274"/>
            <a:ext cx="3807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Table Of Contents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9D213E-DC19-828E-F270-165302014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355" y="1316858"/>
            <a:ext cx="3807289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Introduction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System Design Overview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Digital Logic Design (Part </a:t>
            </a:r>
            <a:r>
              <a:rPr lang="en-US" b="1" dirty="0" err="1">
                <a:latin typeface="Congenial" panose="02000503040000020004" pitchFamily="2" charset="0"/>
              </a:rPr>
              <a:t>i</a:t>
            </a:r>
            <a:r>
              <a:rPr lang="en-US" b="1" dirty="0">
                <a:latin typeface="Congenial" panose="02000503040000020004" pitchFamily="2" charset="0"/>
              </a:rPr>
              <a:t>)</a:t>
            </a:r>
            <a:endParaRPr lang="en-US" dirty="0"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fr-FR" b="1" dirty="0">
                <a:latin typeface="Congenial" panose="02000503040000020004" pitchFamily="2" charset="0"/>
              </a:rPr>
              <a:t>555 </a:t>
            </a:r>
            <a:r>
              <a:rPr lang="fr-FR" b="1" dirty="0" err="1">
                <a:latin typeface="Congenial" panose="02000503040000020004" pitchFamily="2" charset="0"/>
              </a:rPr>
              <a:t>Timer</a:t>
            </a:r>
            <a:r>
              <a:rPr lang="fr-FR" b="1" dirty="0">
                <a:latin typeface="Congenial" panose="02000503040000020004" pitchFamily="2" charset="0"/>
              </a:rPr>
              <a:t> Circuits (Part ii)</a:t>
            </a:r>
            <a:endParaRPr lang="fr-FR" dirty="0">
              <a:latin typeface="Congenial" panose="02000503040000020004" pitchFamily="2" charset="0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FSM Design with Verilog (Part iii)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Analysis &amp; Improvements (Part iv)</a:t>
            </a:r>
            <a:endParaRPr lang="en-US" dirty="0">
              <a:latin typeface="Congenial" panose="02000503040000020004" pitchFamily="2" charset="0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b="1" dirty="0">
                <a:latin typeface="Congenial" panose="02000503040000020004" pitchFamily="2" charset="0"/>
              </a:rPr>
              <a:t>Conclusion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Congenial" panose="020005030400000200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"/>
          <p:cNvSpPr/>
          <p:nvPr/>
        </p:nvSpPr>
        <p:spPr>
          <a:xfrm rot="644512">
            <a:off x="58663" y="4759623"/>
            <a:ext cx="1767776" cy="892530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34"/>
          <p:cNvGrpSpPr/>
          <p:nvPr/>
        </p:nvGrpSpPr>
        <p:grpSpPr>
          <a:xfrm rot="-4362134">
            <a:off x="166174" y="3719641"/>
            <a:ext cx="408971" cy="484782"/>
            <a:chOff x="6346125" y="2675525"/>
            <a:chExt cx="601100" cy="712525"/>
          </a:xfrm>
        </p:grpSpPr>
        <p:sp>
          <p:nvSpPr>
            <p:cNvPr id="533" name="Google Shape;533;p34"/>
            <p:cNvSpPr/>
            <p:nvPr/>
          </p:nvSpPr>
          <p:spPr>
            <a:xfrm>
              <a:off x="6374250" y="3203525"/>
              <a:ext cx="168725" cy="184525"/>
            </a:xfrm>
            <a:custGeom>
              <a:avLst/>
              <a:gdLst/>
              <a:ahLst/>
              <a:cxnLst/>
              <a:rect l="l" t="t" r="r" b="b"/>
              <a:pathLst>
                <a:path w="6749" h="7381" extrusionOk="0">
                  <a:moveTo>
                    <a:pt x="5194" y="0"/>
                  </a:moveTo>
                  <a:cubicBezTo>
                    <a:pt x="5066" y="0"/>
                    <a:pt x="4935" y="16"/>
                    <a:pt x="4803" y="49"/>
                  </a:cubicBezTo>
                  <a:cubicBezTo>
                    <a:pt x="4256" y="171"/>
                    <a:pt x="3891" y="596"/>
                    <a:pt x="3648" y="1083"/>
                  </a:cubicBezTo>
                  <a:cubicBezTo>
                    <a:pt x="3222" y="1873"/>
                    <a:pt x="2766" y="2603"/>
                    <a:pt x="2219" y="3332"/>
                  </a:cubicBezTo>
                  <a:cubicBezTo>
                    <a:pt x="2219" y="3362"/>
                    <a:pt x="2189" y="3393"/>
                    <a:pt x="2158" y="3423"/>
                  </a:cubicBezTo>
                  <a:cubicBezTo>
                    <a:pt x="2158" y="3423"/>
                    <a:pt x="2093" y="3505"/>
                    <a:pt x="2033" y="3581"/>
                  </a:cubicBezTo>
                  <a:lnTo>
                    <a:pt x="2033" y="3581"/>
                  </a:lnTo>
                  <a:cubicBezTo>
                    <a:pt x="2002" y="3610"/>
                    <a:pt x="1959" y="3653"/>
                    <a:pt x="1946" y="3666"/>
                  </a:cubicBezTo>
                  <a:cubicBezTo>
                    <a:pt x="1794" y="3879"/>
                    <a:pt x="1642" y="4062"/>
                    <a:pt x="1459" y="4274"/>
                  </a:cubicBezTo>
                  <a:cubicBezTo>
                    <a:pt x="1125" y="4639"/>
                    <a:pt x="791" y="5034"/>
                    <a:pt x="456" y="5399"/>
                  </a:cubicBezTo>
                  <a:cubicBezTo>
                    <a:pt x="61" y="5855"/>
                    <a:pt x="0" y="6463"/>
                    <a:pt x="365" y="6919"/>
                  </a:cubicBezTo>
                  <a:cubicBezTo>
                    <a:pt x="581" y="7213"/>
                    <a:pt x="924" y="7381"/>
                    <a:pt x="1278" y="7381"/>
                  </a:cubicBezTo>
                  <a:cubicBezTo>
                    <a:pt x="1473" y="7381"/>
                    <a:pt x="1671" y="7330"/>
                    <a:pt x="1854" y="7223"/>
                  </a:cubicBezTo>
                  <a:cubicBezTo>
                    <a:pt x="3557" y="6280"/>
                    <a:pt x="4894" y="4730"/>
                    <a:pt x="5988" y="3119"/>
                  </a:cubicBezTo>
                  <a:cubicBezTo>
                    <a:pt x="6079" y="2967"/>
                    <a:pt x="6201" y="2815"/>
                    <a:pt x="6292" y="2633"/>
                  </a:cubicBezTo>
                  <a:cubicBezTo>
                    <a:pt x="6353" y="2542"/>
                    <a:pt x="6414" y="2451"/>
                    <a:pt x="6475" y="2329"/>
                  </a:cubicBezTo>
                  <a:cubicBezTo>
                    <a:pt x="6687" y="1873"/>
                    <a:pt x="6748" y="1387"/>
                    <a:pt x="6535" y="900"/>
                  </a:cubicBezTo>
                  <a:cubicBezTo>
                    <a:pt x="6287" y="328"/>
                    <a:pt x="5773" y="0"/>
                    <a:pt x="5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6346125" y="2989975"/>
              <a:ext cx="151250" cy="213350"/>
            </a:xfrm>
            <a:custGeom>
              <a:avLst/>
              <a:gdLst/>
              <a:ahLst/>
              <a:cxnLst/>
              <a:rect l="l" t="t" r="r" b="b"/>
              <a:pathLst>
                <a:path w="6050" h="8534" extrusionOk="0">
                  <a:moveTo>
                    <a:pt x="4514" y="1"/>
                  </a:moveTo>
                  <a:cubicBezTo>
                    <a:pt x="4051" y="1"/>
                    <a:pt x="3585" y="217"/>
                    <a:pt x="3344" y="658"/>
                  </a:cubicBezTo>
                  <a:cubicBezTo>
                    <a:pt x="2220" y="2847"/>
                    <a:pt x="1004" y="5065"/>
                    <a:pt x="153" y="7406"/>
                  </a:cubicBezTo>
                  <a:cubicBezTo>
                    <a:pt x="1" y="7771"/>
                    <a:pt x="244" y="8227"/>
                    <a:pt x="548" y="8409"/>
                  </a:cubicBezTo>
                  <a:cubicBezTo>
                    <a:pt x="694" y="8489"/>
                    <a:pt x="874" y="8533"/>
                    <a:pt x="1052" y="8533"/>
                  </a:cubicBezTo>
                  <a:cubicBezTo>
                    <a:pt x="1281" y="8533"/>
                    <a:pt x="1505" y="8459"/>
                    <a:pt x="1642" y="8287"/>
                  </a:cubicBezTo>
                  <a:cubicBezTo>
                    <a:pt x="3162" y="6312"/>
                    <a:pt x="4408" y="4154"/>
                    <a:pt x="5685" y="2026"/>
                  </a:cubicBezTo>
                  <a:cubicBezTo>
                    <a:pt x="6049" y="1418"/>
                    <a:pt x="5837" y="506"/>
                    <a:pt x="5198" y="172"/>
                  </a:cubicBezTo>
                  <a:cubicBezTo>
                    <a:pt x="4992" y="58"/>
                    <a:pt x="4753" y="1"/>
                    <a:pt x="4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6566500" y="2890125"/>
              <a:ext cx="176325" cy="224875"/>
            </a:xfrm>
            <a:custGeom>
              <a:avLst/>
              <a:gdLst/>
              <a:ahLst/>
              <a:cxnLst/>
              <a:rect l="l" t="t" r="r" b="b"/>
              <a:pathLst>
                <a:path w="7053" h="8995" extrusionOk="0">
                  <a:moveTo>
                    <a:pt x="5374" y="1"/>
                  </a:moveTo>
                  <a:cubicBezTo>
                    <a:pt x="4880" y="1"/>
                    <a:pt x="4357" y="231"/>
                    <a:pt x="4165" y="701"/>
                  </a:cubicBezTo>
                  <a:cubicBezTo>
                    <a:pt x="4013" y="1065"/>
                    <a:pt x="3830" y="1430"/>
                    <a:pt x="3709" y="1795"/>
                  </a:cubicBezTo>
                  <a:lnTo>
                    <a:pt x="3678" y="1795"/>
                  </a:lnTo>
                  <a:cubicBezTo>
                    <a:pt x="3678" y="1856"/>
                    <a:pt x="3648" y="1886"/>
                    <a:pt x="3648" y="1916"/>
                  </a:cubicBezTo>
                  <a:cubicBezTo>
                    <a:pt x="3618" y="1947"/>
                    <a:pt x="3618" y="1977"/>
                    <a:pt x="3618" y="1977"/>
                  </a:cubicBezTo>
                  <a:cubicBezTo>
                    <a:pt x="3557" y="2129"/>
                    <a:pt x="3466" y="2281"/>
                    <a:pt x="3405" y="2433"/>
                  </a:cubicBezTo>
                  <a:cubicBezTo>
                    <a:pt x="3131" y="2980"/>
                    <a:pt x="2827" y="3558"/>
                    <a:pt x="2523" y="4075"/>
                  </a:cubicBezTo>
                  <a:cubicBezTo>
                    <a:pt x="2219" y="4622"/>
                    <a:pt x="1885" y="5108"/>
                    <a:pt x="1520" y="5594"/>
                  </a:cubicBezTo>
                  <a:cubicBezTo>
                    <a:pt x="1338" y="5868"/>
                    <a:pt x="1155" y="6111"/>
                    <a:pt x="973" y="6385"/>
                  </a:cubicBezTo>
                  <a:cubicBezTo>
                    <a:pt x="943" y="6415"/>
                    <a:pt x="912" y="6445"/>
                    <a:pt x="882" y="6506"/>
                  </a:cubicBezTo>
                  <a:cubicBezTo>
                    <a:pt x="852" y="6506"/>
                    <a:pt x="852" y="6537"/>
                    <a:pt x="821" y="6537"/>
                  </a:cubicBezTo>
                  <a:cubicBezTo>
                    <a:pt x="730" y="6689"/>
                    <a:pt x="608" y="6810"/>
                    <a:pt x="487" y="6962"/>
                  </a:cubicBezTo>
                  <a:cubicBezTo>
                    <a:pt x="92" y="7448"/>
                    <a:pt x="0" y="8178"/>
                    <a:pt x="487" y="8664"/>
                  </a:cubicBezTo>
                  <a:cubicBezTo>
                    <a:pt x="741" y="8888"/>
                    <a:pt x="1031" y="8995"/>
                    <a:pt x="1323" y="8995"/>
                  </a:cubicBezTo>
                  <a:cubicBezTo>
                    <a:pt x="1624" y="8995"/>
                    <a:pt x="1926" y="8881"/>
                    <a:pt x="2189" y="8664"/>
                  </a:cubicBezTo>
                  <a:cubicBezTo>
                    <a:pt x="4256" y="6841"/>
                    <a:pt x="5928" y="4439"/>
                    <a:pt x="6809" y="1825"/>
                  </a:cubicBezTo>
                  <a:cubicBezTo>
                    <a:pt x="7052" y="1126"/>
                    <a:pt x="6596" y="366"/>
                    <a:pt x="5958" y="123"/>
                  </a:cubicBezTo>
                  <a:cubicBezTo>
                    <a:pt x="5786" y="42"/>
                    <a:pt x="5583" y="1"/>
                    <a:pt x="5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6657225" y="2934975"/>
              <a:ext cx="2000" cy="3200"/>
            </a:xfrm>
            <a:custGeom>
              <a:avLst/>
              <a:gdLst/>
              <a:ahLst/>
              <a:cxnLst/>
              <a:rect l="l" t="t" r="r" b="b"/>
              <a:pathLst>
                <a:path w="80" h="128" extrusionOk="0">
                  <a:moveTo>
                    <a:pt x="80" y="1"/>
                  </a:moveTo>
                  <a:cubicBezTo>
                    <a:pt x="63" y="1"/>
                    <a:pt x="47" y="18"/>
                    <a:pt x="35" y="44"/>
                  </a:cubicBezTo>
                  <a:lnTo>
                    <a:pt x="35" y="44"/>
                  </a:lnTo>
                  <a:cubicBezTo>
                    <a:pt x="47" y="26"/>
                    <a:pt x="62" y="10"/>
                    <a:pt x="80" y="1"/>
                  </a:cubicBezTo>
                  <a:close/>
                  <a:moveTo>
                    <a:pt x="35" y="44"/>
                  </a:moveTo>
                  <a:cubicBezTo>
                    <a:pt x="11" y="82"/>
                    <a:pt x="1" y="127"/>
                    <a:pt x="11" y="127"/>
                  </a:cubicBezTo>
                  <a:cubicBezTo>
                    <a:pt x="13" y="127"/>
                    <a:pt x="16" y="126"/>
                    <a:pt x="19" y="122"/>
                  </a:cubicBezTo>
                  <a:cubicBezTo>
                    <a:pt x="19" y="94"/>
                    <a:pt x="25" y="66"/>
                    <a:pt x="35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6557375" y="2799375"/>
              <a:ext cx="700" cy="375"/>
            </a:xfrm>
            <a:custGeom>
              <a:avLst/>
              <a:gdLst/>
              <a:ahLst/>
              <a:cxnLst/>
              <a:rect l="l" t="t" r="r" b="b"/>
              <a:pathLst>
                <a:path w="28" h="15" extrusionOk="0">
                  <a:moveTo>
                    <a:pt x="21" y="1"/>
                  </a:moveTo>
                  <a:cubicBezTo>
                    <a:pt x="18" y="1"/>
                    <a:pt x="11" y="4"/>
                    <a:pt x="1" y="14"/>
                  </a:cubicBezTo>
                  <a:cubicBezTo>
                    <a:pt x="21" y="14"/>
                    <a:pt x="28" y="1"/>
                    <a:pt x="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6539150" y="2685925"/>
              <a:ext cx="141475" cy="171775"/>
            </a:xfrm>
            <a:custGeom>
              <a:avLst/>
              <a:gdLst/>
              <a:ahLst/>
              <a:cxnLst/>
              <a:rect l="l" t="t" r="r" b="b"/>
              <a:pathLst>
                <a:path w="5659" h="6871" extrusionOk="0">
                  <a:moveTo>
                    <a:pt x="5593" y="1179"/>
                  </a:moveTo>
                  <a:cubicBezTo>
                    <a:pt x="5605" y="1227"/>
                    <a:pt x="5612" y="1280"/>
                    <a:pt x="5619" y="1334"/>
                  </a:cubicBezTo>
                  <a:lnTo>
                    <a:pt x="5619" y="1334"/>
                  </a:lnTo>
                  <a:cubicBezTo>
                    <a:pt x="5611" y="1282"/>
                    <a:pt x="5602" y="1230"/>
                    <a:pt x="5593" y="1179"/>
                  </a:cubicBezTo>
                  <a:close/>
                  <a:moveTo>
                    <a:pt x="4314" y="0"/>
                  </a:moveTo>
                  <a:cubicBezTo>
                    <a:pt x="4204" y="0"/>
                    <a:pt x="4092" y="17"/>
                    <a:pt x="3982" y="54"/>
                  </a:cubicBezTo>
                  <a:cubicBezTo>
                    <a:pt x="3648" y="175"/>
                    <a:pt x="3405" y="358"/>
                    <a:pt x="3161" y="601"/>
                  </a:cubicBezTo>
                  <a:cubicBezTo>
                    <a:pt x="2949" y="844"/>
                    <a:pt x="2827" y="1118"/>
                    <a:pt x="2705" y="1422"/>
                  </a:cubicBezTo>
                  <a:cubicBezTo>
                    <a:pt x="2432" y="2060"/>
                    <a:pt x="2097" y="2698"/>
                    <a:pt x="1702" y="3306"/>
                  </a:cubicBezTo>
                  <a:cubicBezTo>
                    <a:pt x="1611" y="3458"/>
                    <a:pt x="1490" y="3610"/>
                    <a:pt x="1398" y="3732"/>
                  </a:cubicBezTo>
                  <a:cubicBezTo>
                    <a:pt x="1368" y="3762"/>
                    <a:pt x="1368" y="3762"/>
                    <a:pt x="1368" y="3793"/>
                  </a:cubicBezTo>
                  <a:cubicBezTo>
                    <a:pt x="1246" y="3914"/>
                    <a:pt x="1125" y="4066"/>
                    <a:pt x="1003" y="4218"/>
                  </a:cubicBezTo>
                  <a:cubicBezTo>
                    <a:pt x="947" y="4302"/>
                    <a:pt x="891" y="4360"/>
                    <a:pt x="859" y="4440"/>
                  </a:cubicBezTo>
                  <a:lnTo>
                    <a:pt x="859" y="4440"/>
                  </a:lnTo>
                  <a:cubicBezTo>
                    <a:pt x="832" y="4479"/>
                    <a:pt x="799" y="4527"/>
                    <a:pt x="760" y="4583"/>
                  </a:cubicBezTo>
                  <a:cubicBezTo>
                    <a:pt x="733" y="4610"/>
                    <a:pt x="706" y="4637"/>
                    <a:pt x="679" y="4664"/>
                  </a:cubicBezTo>
                  <a:lnTo>
                    <a:pt x="679" y="4664"/>
                  </a:lnTo>
                  <a:cubicBezTo>
                    <a:pt x="707" y="4618"/>
                    <a:pt x="740" y="4572"/>
                    <a:pt x="760" y="4552"/>
                  </a:cubicBezTo>
                  <a:lnTo>
                    <a:pt x="760" y="4552"/>
                  </a:lnTo>
                  <a:cubicBezTo>
                    <a:pt x="730" y="4552"/>
                    <a:pt x="699" y="4613"/>
                    <a:pt x="669" y="4674"/>
                  </a:cubicBezTo>
                  <a:cubicBezTo>
                    <a:pt x="672" y="4671"/>
                    <a:pt x="675" y="4668"/>
                    <a:pt x="679" y="4664"/>
                  </a:cubicBezTo>
                  <a:lnTo>
                    <a:pt x="679" y="4664"/>
                  </a:lnTo>
                  <a:cubicBezTo>
                    <a:pt x="663" y="4689"/>
                    <a:pt x="649" y="4714"/>
                    <a:pt x="638" y="4735"/>
                  </a:cubicBezTo>
                  <a:cubicBezTo>
                    <a:pt x="578" y="4796"/>
                    <a:pt x="517" y="4887"/>
                    <a:pt x="426" y="4948"/>
                  </a:cubicBezTo>
                  <a:cubicBezTo>
                    <a:pt x="61" y="5373"/>
                    <a:pt x="0" y="5981"/>
                    <a:pt x="365" y="6437"/>
                  </a:cubicBezTo>
                  <a:cubicBezTo>
                    <a:pt x="579" y="6710"/>
                    <a:pt x="906" y="6870"/>
                    <a:pt x="1241" y="6870"/>
                  </a:cubicBezTo>
                  <a:cubicBezTo>
                    <a:pt x="1429" y="6870"/>
                    <a:pt x="1619" y="6820"/>
                    <a:pt x="1794" y="6711"/>
                  </a:cubicBezTo>
                  <a:cubicBezTo>
                    <a:pt x="2249" y="6467"/>
                    <a:pt x="2705" y="6163"/>
                    <a:pt x="3101" y="5799"/>
                  </a:cubicBezTo>
                  <a:cubicBezTo>
                    <a:pt x="3465" y="5495"/>
                    <a:pt x="3769" y="5130"/>
                    <a:pt x="4043" y="4765"/>
                  </a:cubicBezTo>
                  <a:cubicBezTo>
                    <a:pt x="4408" y="4309"/>
                    <a:pt x="4742" y="3884"/>
                    <a:pt x="4985" y="3397"/>
                  </a:cubicBezTo>
                  <a:cubicBezTo>
                    <a:pt x="5107" y="3185"/>
                    <a:pt x="5198" y="3002"/>
                    <a:pt x="5289" y="2789"/>
                  </a:cubicBezTo>
                  <a:cubicBezTo>
                    <a:pt x="5380" y="2577"/>
                    <a:pt x="5471" y="2364"/>
                    <a:pt x="5563" y="2151"/>
                  </a:cubicBezTo>
                  <a:cubicBezTo>
                    <a:pt x="5647" y="1940"/>
                    <a:pt x="5658" y="1715"/>
                    <a:pt x="5637" y="1485"/>
                  </a:cubicBezTo>
                  <a:lnTo>
                    <a:pt x="5637" y="1485"/>
                  </a:lnTo>
                  <a:cubicBezTo>
                    <a:pt x="5641" y="1516"/>
                    <a:pt x="5647" y="1546"/>
                    <a:pt x="5654" y="1574"/>
                  </a:cubicBezTo>
                  <a:cubicBezTo>
                    <a:pt x="5623" y="1239"/>
                    <a:pt x="5623" y="905"/>
                    <a:pt x="5411" y="631"/>
                  </a:cubicBezTo>
                  <a:cubicBezTo>
                    <a:pt x="5168" y="267"/>
                    <a:pt x="4751" y="0"/>
                    <a:pt x="4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6738225" y="2675525"/>
              <a:ext cx="126175" cy="157000"/>
            </a:xfrm>
            <a:custGeom>
              <a:avLst/>
              <a:gdLst/>
              <a:ahLst/>
              <a:cxnLst/>
              <a:rect l="l" t="t" r="r" b="b"/>
              <a:pathLst>
                <a:path w="5047" h="6280" extrusionOk="0">
                  <a:moveTo>
                    <a:pt x="3669" y="1"/>
                  </a:moveTo>
                  <a:cubicBezTo>
                    <a:pt x="3315" y="1"/>
                    <a:pt x="3052" y="146"/>
                    <a:pt x="2767" y="379"/>
                  </a:cubicBezTo>
                  <a:cubicBezTo>
                    <a:pt x="2311" y="743"/>
                    <a:pt x="2281" y="1503"/>
                    <a:pt x="2098" y="2020"/>
                  </a:cubicBezTo>
                  <a:cubicBezTo>
                    <a:pt x="2068" y="2111"/>
                    <a:pt x="2037" y="2202"/>
                    <a:pt x="2007" y="2324"/>
                  </a:cubicBezTo>
                  <a:cubicBezTo>
                    <a:pt x="2007" y="2324"/>
                    <a:pt x="2007" y="2324"/>
                    <a:pt x="1977" y="2354"/>
                  </a:cubicBezTo>
                  <a:cubicBezTo>
                    <a:pt x="1885" y="2567"/>
                    <a:pt x="1794" y="2750"/>
                    <a:pt x="1673" y="2962"/>
                  </a:cubicBezTo>
                  <a:cubicBezTo>
                    <a:pt x="1581" y="3114"/>
                    <a:pt x="1490" y="3297"/>
                    <a:pt x="1369" y="3479"/>
                  </a:cubicBezTo>
                  <a:cubicBezTo>
                    <a:pt x="1308" y="3570"/>
                    <a:pt x="1247" y="3661"/>
                    <a:pt x="1186" y="3753"/>
                  </a:cubicBezTo>
                  <a:cubicBezTo>
                    <a:pt x="1186" y="3783"/>
                    <a:pt x="1156" y="3813"/>
                    <a:pt x="1125" y="3844"/>
                  </a:cubicBezTo>
                  <a:cubicBezTo>
                    <a:pt x="1095" y="3874"/>
                    <a:pt x="1065" y="3905"/>
                    <a:pt x="1065" y="3935"/>
                  </a:cubicBezTo>
                  <a:cubicBezTo>
                    <a:pt x="1034" y="3996"/>
                    <a:pt x="974" y="4026"/>
                    <a:pt x="943" y="4087"/>
                  </a:cubicBezTo>
                  <a:cubicBezTo>
                    <a:pt x="852" y="4178"/>
                    <a:pt x="761" y="4269"/>
                    <a:pt x="670" y="4391"/>
                  </a:cubicBezTo>
                  <a:cubicBezTo>
                    <a:pt x="609" y="4482"/>
                    <a:pt x="518" y="4604"/>
                    <a:pt x="457" y="4695"/>
                  </a:cubicBezTo>
                  <a:cubicBezTo>
                    <a:pt x="426" y="4725"/>
                    <a:pt x="426" y="4756"/>
                    <a:pt x="426" y="4756"/>
                  </a:cubicBezTo>
                  <a:cubicBezTo>
                    <a:pt x="396" y="4786"/>
                    <a:pt x="366" y="4816"/>
                    <a:pt x="335" y="4847"/>
                  </a:cubicBezTo>
                  <a:cubicBezTo>
                    <a:pt x="122" y="5120"/>
                    <a:pt x="1" y="5516"/>
                    <a:pt x="214" y="5850"/>
                  </a:cubicBezTo>
                  <a:cubicBezTo>
                    <a:pt x="360" y="6094"/>
                    <a:pt x="645" y="6280"/>
                    <a:pt x="940" y="6280"/>
                  </a:cubicBezTo>
                  <a:cubicBezTo>
                    <a:pt x="1012" y="6280"/>
                    <a:pt x="1084" y="6269"/>
                    <a:pt x="1156" y="6245"/>
                  </a:cubicBezTo>
                  <a:cubicBezTo>
                    <a:pt x="1429" y="6154"/>
                    <a:pt x="1673" y="6032"/>
                    <a:pt x="1946" y="5911"/>
                  </a:cubicBezTo>
                  <a:cubicBezTo>
                    <a:pt x="2189" y="5789"/>
                    <a:pt x="2433" y="5576"/>
                    <a:pt x="2645" y="5394"/>
                  </a:cubicBezTo>
                  <a:cubicBezTo>
                    <a:pt x="3071" y="5029"/>
                    <a:pt x="3436" y="4634"/>
                    <a:pt x="3770" y="4209"/>
                  </a:cubicBezTo>
                  <a:cubicBezTo>
                    <a:pt x="4043" y="3844"/>
                    <a:pt x="4256" y="3449"/>
                    <a:pt x="4439" y="3054"/>
                  </a:cubicBezTo>
                  <a:cubicBezTo>
                    <a:pt x="4591" y="2750"/>
                    <a:pt x="4712" y="2446"/>
                    <a:pt x="4803" y="2142"/>
                  </a:cubicBezTo>
                  <a:cubicBezTo>
                    <a:pt x="4864" y="2050"/>
                    <a:pt x="4895" y="1929"/>
                    <a:pt x="4925" y="1807"/>
                  </a:cubicBezTo>
                  <a:cubicBezTo>
                    <a:pt x="5047" y="1412"/>
                    <a:pt x="4986" y="1017"/>
                    <a:pt x="4803" y="652"/>
                  </a:cubicBezTo>
                  <a:cubicBezTo>
                    <a:pt x="4621" y="288"/>
                    <a:pt x="4226" y="75"/>
                    <a:pt x="3861" y="14"/>
                  </a:cubicBezTo>
                  <a:cubicBezTo>
                    <a:pt x="3794" y="5"/>
                    <a:pt x="3730" y="1"/>
                    <a:pt x="3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6621200" y="3147725"/>
              <a:ext cx="164925" cy="189350"/>
            </a:xfrm>
            <a:custGeom>
              <a:avLst/>
              <a:gdLst/>
              <a:ahLst/>
              <a:cxnLst/>
              <a:rect l="l" t="t" r="r" b="b"/>
              <a:pathLst>
                <a:path w="6597" h="7574" extrusionOk="0">
                  <a:moveTo>
                    <a:pt x="5056" y="1"/>
                  </a:moveTo>
                  <a:cubicBezTo>
                    <a:pt x="4558" y="1"/>
                    <a:pt x="4044" y="231"/>
                    <a:pt x="3831" y="701"/>
                  </a:cubicBezTo>
                  <a:cubicBezTo>
                    <a:pt x="3770" y="822"/>
                    <a:pt x="3709" y="944"/>
                    <a:pt x="3648" y="1065"/>
                  </a:cubicBezTo>
                  <a:cubicBezTo>
                    <a:pt x="3648" y="1126"/>
                    <a:pt x="3588" y="1217"/>
                    <a:pt x="3557" y="1309"/>
                  </a:cubicBezTo>
                  <a:cubicBezTo>
                    <a:pt x="3557" y="1306"/>
                    <a:pt x="3557" y="1305"/>
                    <a:pt x="3556" y="1305"/>
                  </a:cubicBezTo>
                  <a:cubicBezTo>
                    <a:pt x="3547" y="1305"/>
                    <a:pt x="3496" y="1433"/>
                    <a:pt x="3496" y="1461"/>
                  </a:cubicBezTo>
                  <a:cubicBezTo>
                    <a:pt x="3375" y="1704"/>
                    <a:pt x="3253" y="1947"/>
                    <a:pt x="3132" y="2160"/>
                  </a:cubicBezTo>
                  <a:cubicBezTo>
                    <a:pt x="2889" y="2646"/>
                    <a:pt x="2615" y="3102"/>
                    <a:pt x="2311" y="3558"/>
                  </a:cubicBezTo>
                  <a:cubicBezTo>
                    <a:pt x="2159" y="3771"/>
                    <a:pt x="2007" y="3953"/>
                    <a:pt x="1855" y="4166"/>
                  </a:cubicBezTo>
                  <a:cubicBezTo>
                    <a:pt x="1794" y="4227"/>
                    <a:pt x="1764" y="4257"/>
                    <a:pt x="1733" y="4318"/>
                  </a:cubicBezTo>
                  <a:cubicBezTo>
                    <a:pt x="1642" y="4409"/>
                    <a:pt x="1581" y="4500"/>
                    <a:pt x="1490" y="4591"/>
                  </a:cubicBezTo>
                  <a:cubicBezTo>
                    <a:pt x="1126" y="5017"/>
                    <a:pt x="791" y="5442"/>
                    <a:pt x="396" y="5838"/>
                  </a:cubicBezTo>
                  <a:cubicBezTo>
                    <a:pt x="31" y="6202"/>
                    <a:pt x="1" y="6780"/>
                    <a:pt x="305" y="7175"/>
                  </a:cubicBezTo>
                  <a:cubicBezTo>
                    <a:pt x="523" y="7432"/>
                    <a:pt x="831" y="7574"/>
                    <a:pt x="1137" y="7574"/>
                  </a:cubicBezTo>
                  <a:cubicBezTo>
                    <a:pt x="1301" y="7574"/>
                    <a:pt x="1464" y="7533"/>
                    <a:pt x="1612" y="7449"/>
                  </a:cubicBezTo>
                  <a:cubicBezTo>
                    <a:pt x="3800" y="6233"/>
                    <a:pt x="5594" y="4166"/>
                    <a:pt x="6475" y="1825"/>
                  </a:cubicBezTo>
                  <a:cubicBezTo>
                    <a:pt x="6597" y="1521"/>
                    <a:pt x="6506" y="974"/>
                    <a:pt x="6323" y="701"/>
                  </a:cubicBezTo>
                  <a:cubicBezTo>
                    <a:pt x="6171" y="427"/>
                    <a:pt x="5928" y="245"/>
                    <a:pt x="5655" y="123"/>
                  </a:cubicBezTo>
                  <a:cubicBezTo>
                    <a:pt x="5474" y="42"/>
                    <a:pt x="5267" y="1"/>
                    <a:pt x="5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6798275" y="2899550"/>
              <a:ext cx="148950" cy="198375"/>
            </a:xfrm>
            <a:custGeom>
              <a:avLst/>
              <a:gdLst/>
              <a:ahLst/>
              <a:cxnLst/>
              <a:rect l="l" t="t" r="r" b="b"/>
              <a:pathLst>
                <a:path w="5958" h="7935" extrusionOk="0">
                  <a:moveTo>
                    <a:pt x="4283" y="1"/>
                  </a:moveTo>
                  <a:cubicBezTo>
                    <a:pt x="4205" y="1"/>
                    <a:pt x="4125" y="7"/>
                    <a:pt x="4043" y="20"/>
                  </a:cubicBezTo>
                  <a:cubicBezTo>
                    <a:pt x="3283" y="141"/>
                    <a:pt x="2614" y="810"/>
                    <a:pt x="2614" y="1631"/>
                  </a:cubicBezTo>
                  <a:cubicBezTo>
                    <a:pt x="2645" y="2056"/>
                    <a:pt x="2675" y="2482"/>
                    <a:pt x="2645" y="2877"/>
                  </a:cubicBezTo>
                  <a:cubicBezTo>
                    <a:pt x="2584" y="3211"/>
                    <a:pt x="2493" y="3515"/>
                    <a:pt x="2371" y="3819"/>
                  </a:cubicBezTo>
                  <a:cubicBezTo>
                    <a:pt x="2355" y="3868"/>
                    <a:pt x="2339" y="3916"/>
                    <a:pt x="2323" y="3964"/>
                  </a:cubicBezTo>
                  <a:lnTo>
                    <a:pt x="2323" y="3964"/>
                  </a:lnTo>
                  <a:cubicBezTo>
                    <a:pt x="2327" y="3956"/>
                    <a:pt x="2333" y="3948"/>
                    <a:pt x="2341" y="3941"/>
                  </a:cubicBezTo>
                  <a:lnTo>
                    <a:pt x="2341" y="3941"/>
                  </a:lnTo>
                  <a:cubicBezTo>
                    <a:pt x="2334" y="3947"/>
                    <a:pt x="2328" y="3955"/>
                    <a:pt x="2322" y="3966"/>
                  </a:cubicBezTo>
                  <a:lnTo>
                    <a:pt x="2322" y="3966"/>
                  </a:lnTo>
                  <a:cubicBezTo>
                    <a:pt x="2322" y="3965"/>
                    <a:pt x="2322" y="3965"/>
                    <a:pt x="2323" y="3964"/>
                  </a:cubicBezTo>
                  <a:lnTo>
                    <a:pt x="2323" y="3964"/>
                  </a:lnTo>
                  <a:cubicBezTo>
                    <a:pt x="2322" y="3966"/>
                    <a:pt x="2321" y="3967"/>
                    <a:pt x="2320" y="3969"/>
                  </a:cubicBezTo>
                  <a:lnTo>
                    <a:pt x="2320" y="3969"/>
                  </a:lnTo>
                  <a:cubicBezTo>
                    <a:pt x="2321" y="3968"/>
                    <a:pt x="2322" y="3967"/>
                    <a:pt x="2322" y="3966"/>
                  </a:cubicBezTo>
                  <a:lnTo>
                    <a:pt x="2322" y="3966"/>
                  </a:lnTo>
                  <a:cubicBezTo>
                    <a:pt x="2308" y="4008"/>
                    <a:pt x="2294" y="4050"/>
                    <a:pt x="2280" y="4093"/>
                  </a:cubicBezTo>
                  <a:cubicBezTo>
                    <a:pt x="2301" y="4028"/>
                    <a:pt x="2308" y="3994"/>
                    <a:pt x="2320" y="3969"/>
                  </a:cubicBezTo>
                  <a:lnTo>
                    <a:pt x="2320" y="3969"/>
                  </a:lnTo>
                  <a:cubicBezTo>
                    <a:pt x="2297" y="4009"/>
                    <a:pt x="2273" y="4069"/>
                    <a:pt x="2249" y="4093"/>
                  </a:cubicBezTo>
                  <a:cubicBezTo>
                    <a:pt x="2189" y="4275"/>
                    <a:pt x="2067" y="4457"/>
                    <a:pt x="1976" y="4609"/>
                  </a:cubicBezTo>
                  <a:cubicBezTo>
                    <a:pt x="1854" y="4792"/>
                    <a:pt x="1763" y="4944"/>
                    <a:pt x="1641" y="5096"/>
                  </a:cubicBezTo>
                  <a:cubicBezTo>
                    <a:pt x="1641" y="5096"/>
                    <a:pt x="1611" y="5126"/>
                    <a:pt x="1611" y="5157"/>
                  </a:cubicBezTo>
                  <a:cubicBezTo>
                    <a:pt x="1520" y="5217"/>
                    <a:pt x="1459" y="5308"/>
                    <a:pt x="1398" y="5369"/>
                  </a:cubicBezTo>
                  <a:cubicBezTo>
                    <a:pt x="1246" y="5521"/>
                    <a:pt x="1125" y="5643"/>
                    <a:pt x="973" y="5764"/>
                  </a:cubicBezTo>
                  <a:lnTo>
                    <a:pt x="882" y="5825"/>
                  </a:lnTo>
                  <a:cubicBezTo>
                    <a:pt x="790" y="5886"/>
                    <a:pt x="730" y="5947"/>
                    <a:pt x="638" y="6008"/>
                  </a:cubicBezTo>
                  <a:cubicBezTo>
                    <a:pt x="182" y="6281"/>
                    <a:pt x="0" y="6798"/>
                    <a:pt x="213" y="7284"/>
                  </a:cubicBezTo>
                  <a:cubicBezTo>
                    <a:pt x="361" y="7679"/>
                    <a:pt x="750" y="7934"/>
                    <a:pt x="1152" y="7934"/>
                  </a:cubicBezTo>
                  <a:cubicBezTo>
                    <a:pt x="1244" y="7934"/>
                    <a:pt x="1338" y="7921"/>
                    <a:pt x="1429" y="7892"/>
                  </a:cubicBezTo>
                  <a:cubicBezTo>
                    <a:pt x="2037" y="7710"/>
                    <a:pt x="2645" y="7436"/>
                    <a:pt x="3192" y="7071"/>
                  </a:cubicBezTo>
                  <a:cubicBezTo>
                    <a:pt x="3830" y="6646"/>
                    <a:pt x="4316" y="6129"/>
                    <a:pt x="4772" y="5491"/>
                  </a:cubicBezTo>
                  <a:cubicBezTo>
                    <a:pt x="5198" y="4913"/>
                    <a:pt x="5471" y="4275"/>
                    <a:pt x="5684" y="3637"/>
                  </a:cubicBezTo>
                  <a:cubicBezTo>
                    <a:pt x="5745" y="3363"/>
                    <a:pt x="5806" y="3090"/>
                    <a:pt x="5836" y="2816"/>
                  </a:cubicBezTo>
                  <a:cubicBezTo>
                    <a:pt x="5866" y="2573"/>
                    <a:pt x="5927" y="2299"/>
                    <a:pt x="5927" y="2026"/>
                  </a:cubicBezTo>
                  <a:cubicBezTo>
                    <a:pt x="5958" y="1752"/>
                    <a:pt x="5897" y="1479"/>
                    <a:pt x="5866" y="1205"/>
                  </a:cubicBezTo>
                  <a:cubicBezTo>
                    <a:pt x="5806" y="840"/>
                    <a:pt x="5411" y="384"/>
                    <a:pt x="5107" y="232"/>
                  </a:cubicBezTo>
                  <a:cubicBezTo>
                    <a:pt x="4842" y="88"/>
                    <a:pt x="4577" y="1"/>
                    <a:pt x="42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6856775" y="2996625"/>
              <a:ext cx="400" cy="1450"/>
            </a:xfrm>
            <a:custGeom>
              <a:avLst/>
              <a:gdLst/>
              <a:ahLst/>
              <a:cxnLst/>
              <a:rect l="l" t="t" r="r" b="b"/>
              <a:pathLst>
                <a:path w="16" h="58" extrusionOk="0">
                  <a:moveTo>
                    <a:pt x="13" y="0"/>
                  </a:moveTo>
                  <a:cubicBezTo>
                    <a:pt x="10" y="0"/>
                    <a:pt x="1" y="24"/>
                    <a:pt x="1" y="58"/>
                  </a:cubicBezTo>
                  <a:cubicBezTo>
                    <a:pt x="14" y="17"/>
                    <a:pt x="16" y="0"/>
                    <a:pt x="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4"/>
          <p:cNvGrpSpPr/>
          <p:nvPr/>
        </p:nvGrpSpPr>
        <p:grpSpPr>
          <a:xfrm>
            <a:off x="8078542" y="389054"/>
            <a:ext cx="407582" cy="434891"/>
            <a:chOff x="2956375" y="1744075"/>
            <a:chExt cx="324250" cy="345975"/>
          </a:xfrm>
        </p:grpSpPr>
        <p:sp>
          <p:nvSpPr>
            <p:cNvPr id="544" name="Google Shape;544;p34"/>
            <p:cNvSpPr/>
            <p:nvPr/>
          </p:nvSpPr>
          <p:spPr>
            <a:xfrm>
              <a:off x="3096825" y="1989975"/>
              <a:ext cx="62125" cy="100075"/>
            </a:xfrm>
            <a:custGeom>
              <a:avLst/>
              <a:gdLst/>
              <a:ahLst/>
              <a:cxnLst/>
              <a:rect l="l" t="t" r="r" b="b"/>
              <a:pathLst>
                <a:path w="2485" h="4003" extrusionOk="0">
                  <a:moveTo>
                    <a:pt x="1679" y="1"/>
                  </a:moveTo>
                  <a:cubicBezTo>
                    <a:pt x="1612" y="1"/>
                    <a:pt x="1544" y="11"/>
                    <a:pt x="1480" y="32"/>
                  </a:cubicBezTo>
                  <a:cubicBezTo>
                    <a:pt x="1281" y="99"/>
                    <a:pt x="1148" y="209"/>
                    <a:pt x="1016" y="386"/>
                  </a:cubicBezTo>
                  <a:cubicBezTo>
                    <a:pt x="861" y="606"/>
                    <a:pt x="696" y="827"/>
                    <a:pt x="586" y="1070"/>
                  </a:cubicBezTo>
                  <a:cubicBezTo>
                    <a:pt x="442" y="1368"/>
                    <a:pt x="321" y="1666"/>
                    <a:pt x="210" y="1975"/>
                  </a:cubicBezTo>
                  <a:cubicBezTo>
                    <a:pt x="166" y="2107"/>
                    <a:pt x="133" y="2240"/>
                    <a:pt x="100" y="2372"/>
                  </a:cubicBezTo>
                  <a:cubicBezTo>
                    <a:pt x="56" y="2538"/>
                    <a:pt x="1" y="2759"/>
                    <a:pt x="34" y="2935"/>
                  </a:cubicBezTo>
                  <a:cubicBezTo>
                    <a:pt x="34" y="2946"/>
                    <a:pt x="34" y="2957"/>
                    <a:pt x="34" y="2968"/>
                  </a:cubicBezTo>
                  <a:cubicBezTo>
                    <a:pt x="34" y="3024"/>
                    <a:pt x="23" y="3068"/>
                    <a:pt x="34" y="3112"/>
                  </a:cubicBezTo>
                  <a:cubicBezTo>
                    <a:pt x="41" y="3163"/>
                    <a:pt x="43" y="3190"/>
                    <a:pt x="41" y="3190"/>
                  </a:cubicBezTo>
                  <a:cubicBezTo>
                    <a:pt x="40" y="3190"/>
                    <a:pt x="37" y="3182"/>
                    <a:pt x="34" y="3167"/>
                  </a:cubicBezTo>
                  <a:cubicBezTo>
                    <a:pt x="12" y="3200"/>
                    <a:pt x="23" y="3244"/>
                    <a:pt x="23" y="3266"/>
                  </a:cubicBezTo>
                  <a:cubicBezTo>
                    <a:pt x="23" y="3299"/>
                    <a:pt x="34" y="3322"/>
                    <a:pt x="34" y="3355"/>
                  </a:cubicBezTo>
                  <a:cubicBezTo>
                    <a:pt x="34" y="3377"/>
                    <a:pt x="34" y="3388"/>
                    <a:pt x="45" y="3399"/>
                  </a:cubicBezTo>
                  <a:cubicBezTo>
                    <a:pt x="34" y="3421"/>
                    <a:pt x="34" y="3454"/>
                    <a:pt x="34" y="3465"/>
                  </a:cubicBezTo>
                  <a:cubicBezTo>
                    <a:pt x="34" y="3597"/>
                    <a:pt x="56" y="3686"/>
                    <a:pt x="122" y="3785"/>
                  </a:cubicBezTo>
                  <a:cubicBezTo>
                    <a:pt x="149" y="3909"/>
                    <a:pt x="284" y="4002"/>
                    <a:pt x="408" y="4002"/>
                  </a:cubicBezTo>
                  <a:cubicBezTo>
                    <a:pt x="483" y="4002"/>
                    <a:pt x="555" y="3968"/>
                    <a:pt x="597" y="3884"/>
                  </a:cubicBezTo>
                  <a:cubicBezTo>
                    <a:pt x="674" y="3829"/>
                    <a:pt x="729" y="3785"/>
                    <a:pt x="773" y="3686"/>
                  </a:cubicBezTo>
                  <a:cubicBezTo>
                    <a:pt x="783" y="3666"/>
                    <a:pt x="793" y="3637"/>
                    <a:pt x="803" y="3607"/>
                  </a:cubicBezTo>
                  <a:lnTo>
                    <a:pt x="803" y="3607"/>
                  </a:lnTo>
                  <a:cubicBezTo>
                    <a:pt x="816" y="3592"/>
                    <a:pt x="839" y="3563"/>
                    <a:pt x="873" y="3520"/>
                  </a:cubicBezTo>
                  <a:cubicBezTo>
                    <a:pt x="873" y="3509"/>
                    <a:pt x="917" y="3432"/>
                    <a:pt x="928" y="3410"/>
                  </a:cubicBezTo>
                  <a:cubicBezTo>
                    <a:pt x="961" y="3377"/>
                    <a:pt x="994" y="3333"/>
                    <a:pt x="1016" y="3277"/>
                  </a:cubicBezTo>
                  <a:cubicBezTo>
                    <a:pt x="1016" y="3277"/>
                    <a:pt x="1027" y="3277"/>
                    <a:pt x="1027" y="3266"/>
                  </a:cubicBezTo>
                  <a:cubicBezTo>
                    <a:pt x="1137" y="3156"/>
                    <a:pt x="1215" y="2990"/>
                    <a:pt x="1292" y="2847"/>
                  </a:cubicBezTo>
                  <a:cubicBezTo>
                    <a:pt x="1347" y="2726"/>
                    <a:pt x="1413" y="2615"/>
                    <a:pt x="1469" y="2505"/>
                  </a:cubicBezTo>
                  <a:cubicBezTo>
                    <a:pt x="1601" y="2284"/>
                    <a:pt x="1744" y="2052"/>
                    <a:pt x="1899" y="1843"/>
                  </a:cubicBezTo>
                  <a:cubicBezTo>
                    <a:pt x="2054" y="1622"/>
                    <a:pt x="2197" y="1390"/>
                    <a:pt x="2352" y="1169"/>
                  </a:cubicBezTo>
                  <a:cubicBezTo>
                    <a:pt x="2473" y="1015"/>
                    <a:pt x="2484" y="750"/>
                    <a:pt x="2440" y="573"/>
                  </a:cubicBezTo>
                  <a:cubicBezTo>
                    <a:pt x="2385" y="397"/>
                    <a:pt x="2252" y="198"/>
                    <a:pt x="2076" y="110"/>
                  </a:cubicBezTo>
                  <a:cubicBezTo>
                    <a:pt x="1957" y="43"/>
                    <a:pt x="1818" y="1"/>
                    <a:pt x="1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3069425" y="1883750"/>
              <a:ext cx="84000" cy="81825"/>
            </a:xfrm>
            <a:custGeom>
              <a:avLst/>
              <a:gdLst/>
              <a:ahLst/>
              <a:cxnLst/>
              <a:rect l="l" t="t" r="r" b="b"/>
              <a:pathLst>
                <a:path w="3360" h="3273" extrusionOk="0">
                  <a:moveTo>
                    <a:pt x="2612" y="0"/>
                  </a:moveTo>
                  <a:cubicBezTo>
                    <a:pt x="2484" y="0"/>
                    <a:pt x="2357" y="36"/>
                    <a:pt x="2222" y="109"/>
                  </a:cubicBezTo>
                  <a:cubicBezTo>
                    <a:pt x="2156" y="142"/>
                    <a:pt x="2090" y="175"/>
                    <a:pt x="2024" y="231"/>
                  </a:cubicBezTo>
                  <a:cubicBezTo>
                    <a:pt x="1980" y="264"/>
                    <a:pt x="1924" y="297"/>
                    <a:pt x="1880" y="341"/>
                  </a:cubicBezTo>
                  <a:cubicBezTo>
                    <a:pt x="1812" y="435"/>
                    <a:pt x="1775" y="482"/>
                    <a:pt x="1772" y="482"/>
                  </a:cubicBezTo>
                  <a:cubicBezTo>
                    <a:pt x="1769" y="482"/>
                    <a:pt x="1787" y="454"/>
                    <a:pt x="1825" y="396"/>
                  </a:cubicBezTo>
                  <a:lnTo>
                    <a:pt x="1825" y="396"/>
                  </a:lnTo>
                  <a:cubicBezTo>
                    <a:pt x="1814" y="396"/>
                    <a:pt x="1759" y="451"/>
                    <a:pt x="1748" y="462"/>
                  </a:cubicBezTo>
                  <a:cubicBezTo>
                    <a:pt x="1693" y="507"/>
                    <a:pt x="1637" y="551"/>
                    <a:pt x="1582" y="595"/>
                  </a:cubicBezTo>
                  <a:cubicBezTo>
                    <a:pt x="1527" y="650"/>
                    <a:pt x="1472" y="705"/>
                    <a:pt x="1417" y="749"/>
                  </a:cubicBezTo>
                  <a:cubicBezTo>
                    <a:pt x="1395" y="771"/>
                    <a:pt x="1373" y="794"/>
                    <a:pt x="1350" y="816"/>
                  </a:cubicBezTo>
                  <a:cubicBezTo>
                    <a:pt x="1328" y="838"/>
                    <a:pt x="1240" y="926"/>
                    <a:pt x="1218" y="970"/>
                  </a:cubicBezTo>
                  <a:cubicBezTo>
                    <a:pt x="1207" y="981"/>
                    <a:pt x="1207" y="981"/>
                    <a:pt x="1196" y="992"/>
                  </a:cubicBezTo>
                  <a:cubicBezTo>
                    <a:pt x="1174" y="1014"/>
                    <a:pt x="1141" y="1047"/>
                    <a:pt x="1119" y="1081"/>
                  </a:cubicBezTo>
                  <a:cubicBezTo>
                    <a:pt x="1097" y="1114"/>
                    <a:pt x="1074" y="1136"/>
                    <a:pt x="1052" y="1158"/>
                  </a:cubicBezTo>
                  <a:cubicBezTo>
                    <a:pt x="1052" y="1158"/>
                    <a:pt x="1052" y="1169"/>
                    <a:pt x="1052" y="1169"/>
                  </a:cubicBezTo>
                  <a:cubicBezTo>
                    <a:pt x="1019" y="1202"/>
                    <a:pt x="997" y="1224"/>
                    <a:pt x="975" y="1257"/>
                  </a:cubicBezTo>
                  <a:cubicBezTo>
                    <a:pt x="865" y="1390"/>
                    <a:pt x="754" y="1533"/>
                    <a:pt x="644" y="1677"/>
                  </a:cubicBezTo>
                  <a:cubicBezTo>
                    <a:pt x="611" y="1732"/>
                    <a:pt x="578" y="1787"/>
                    <a:pt x="534" y="1842"/>
                  </a:cubicBezTo>
                  <a:cubicBezTo>
                    <a:pt x="478" y="1930"/>
                    <a:pt x="445" y="2008"/>
                    <a:pt x="401" y="2085"/>
                  </a:cubicBezTo>
                  <a:cubicBezTo>
                    <a:pt x="403" y="2082"/>
                    <a:pt x="403" y="2080"/>
                    <a:pt x="403" y="2080"/>
                  </a:cubicBezTo>
                  <a:lnTo>
                    <a:pt x="403" y="2080"/>
                  </a:lnTo>
                  <a:cubicBezTo>
                    <a:pt x="400" y="2080"/>
                    <a:pt x="367" y="2131"/>
                    <a:pt x="357" y="2140"/>
                  </a:cubicBezTo>
                  <a:cubicBezTo>
                    <a:pt x="346" y="2173"/>
                    <a:pt x="324" y="2206"/>
                    <a:pt x="302" y="2239"/>
                  </a:cubicBezTo>
                  <a:cubicBezTo>
                    <a:pt x="269" y="2317"/>
                    <a:pt x="236" y="2383"/>
                    <a:pt x="203" y="2449"/>
                  </a:cubicBezTo>
                  <a:cubicBezTo>
                    <a:pt x="169" y="2537"/>
                    <a:pt x="125" y="2626"/>
                    <a:pt x="103" y="2714"/>
                  </a:cubicBezTo>
                  <a:cubicBezTo>
                    <a:pt x="70" y="2791"/>
                    <a:pt x="70" y="2858"/>
                    <a:pt x="48" y="2935"/>
                  </a:cubicBezTo>
                  <a:cubicBezTo>
                    <a:pt x="0" y="3109"/>
                    <a:pt x="158" y="3273"/>
                    <a:pt x="316" y="3273"/>
                  </a:cubicBezTo>
                  <a:cubicBezTo>
                    <a:pt x="378" y="3273"/>
                    <a:pt x="440" y="3248"/>
                    <a:pt x="490" y="3189"/>
                  </a:cubicBezTo>
                  <a:cubicBezTo>
                    <a:pt x="567" y="3100"/>
                    <a:pt x="655" y="3023"/>
                    <a:pt x="732" y="2935"/>
                  </a:cubicBezTo>
                  <a:cubicBezTo>
                    <a:pt x="810" y="2847"/>
                    <a:pt x="887" y="2747"/>
                    <a:pt x="975" y="2659"/>
                  </a:cubicBezTo>
                  <a:cubicBezTo>
                    <a:pt x="986" y="2648"/>
                    <a:pt x="1019" y="2615"/>
                    <a:pt x="1041" y="2593"/>
                  </a:cubicBezTo>
                  <a:cubicBezTo>
                    <a:pt x="1052" y="2582"/>
                    <a:pt x="1055" y="2576"/>
                    <a:pt x="1051" y="2576"/>
                  </a:cubicBezTo>
                  <a:cubicBezTo>
                    <a:pt x="1047" y="2576"/>
                    <a:pt x="1036" y="2582"/>
                    <a:pt x="1019" y="2593"/>
                  </a:cubicBezTo>
                  <a:cubicBezTo>
                    <a:pt x="1052" y="2571"/>
                    <a:pt x="1074" y="2549"/>
                    <a:pt x="1108" y="2526"/>
                  </a:cubicBezTo>
                  <a:cubicBezTo>
                    <a:pt x="1152" y="2482"/>
                    <a:pt x="1196" y="2438"/>
                    <a:pt x="1240" y="2394"/>
                  </a:cubicBezTo>
                  <a:cubicBezTo>
                    <a:pt x="1256" y="2378"/>
                    <a:pt x="1261" y="2368"/>
                    <a:pt x="1257" y="2368"/>
                  </a:cubicBezTo>
                  <a:cubicBezTo>
                    <a:pt x="1257" y="2368"/>
                    <a:pt x="1257" y="2368"/>
                    <a:pt x="1257" y="2368"/>
                  </a:cubicBezTo>
                  <a:lnTo>
                    <a:pt x="1257" y="2368"/>
                  </a:lnTo>
                  <a:cubicBezTo>
                    <a:pt x="1299" y="2336"/>
                    <a:pt x="1341" y="2305"/>
                    <a:pt x="1373" y="2284"/>
                  </a:cubicBezTo>
                  <a:cubicBezTo>
                    <a:pt x="1417" y="2239"/>
                    <a:pt x="1472" y="2195"/>
                    <a:pt x="1516" y="2151"/>
                  </a:cubicBezTo>
                  <a:cubicBezTo>
                    <a:pt x="1560" y="2118"/>
                    <a:pt x="1604" y="2074"/>
                    <a:pt x="1648" y="2041"/>
                  </a:cubicBezTo>
                  <a:cubicBezTo>
                    <a:pt x="1671" y="2019"/>
                    <a:pt x="1693" y="1997"/>
                    <a:pt x="1726" y="1986"/>
                  </a:cubicBezTo>
                  <a:cubicBezTo>
                    <a:pt x="1825" y="1919"/>
                    <a:pt x="1924" y="1853"/>
                    <a:pt x="2035" y="1798"/>
                  </a:cubicBezTo>
                  <a:cubicBezTo>
                    <a:pt x="2211" y="1699"/>
                    <a:pt x="2388" y="1599"/>
                    <a:pt x="2576" y="1500"/>
                  </a:cubicBezTo>
                  <a:cubicBezTo>
                    <a:pt x="2642" y="1489"/>
                    <a:pt x="2708" y="1467"/>
                    <a:pt x="2774" y="1423"/>
                  </a:cubicBezTo>
                  <a:cubicBezTo>
                    <a:pt x="2807" y="1412"/>
                    <a:pt x="2840" y="1390"/>
                    <a:pt x="2874" y="1368"/>
                  </a:cubicBezTo>
                  <a:cubicBezTo>
                    <a:pt x="3072" y="1268"/>
                    <a:pt x="3260" y="1114"/>
                    <a:pt x="3304" y="871"/>
                  </a:cubicBezTo>
                  <a:cubicBezTo>
                    <a:pt x="3359" y="584"/>
                    <a:pt x="3282" y="231"/>
                    <a:pt x="2995" y="98"/>
                  </a:cubicBezTo>
                  <a:cubicBezTo>
                    <a:pt x="2860" y="33"/>
                    <a:pt x="2735" y="0"/>
                    <a:pt x="26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3054050" y="1767950"/>
              <a:ext cx="75075" cy="78725"/>
            </a:xfrm>
            <a:custGeom>
              <a:avLst/>
              <a:gdLst/>
              <a:ahLst/>
              <a:cxnLst/>
              <a:rect l="l" t="t" r="r" b="b"/>
              <a:pathLst>
                <a:path w="3003" h="3149" extrusionOk="0">
                  <a:moveTo>
                    <a:pt x="508" y="2158"/>
                  </a:moveTo>
                  <a:cubicBezTo>
                    <a:pt x="494" y="2175"/>
                    <a:pt x="482" y="2192"/>
                    <a:pt x="482" y="2192"/>
                  </a:cubicBezTo>
                  <a:cubicBezTo>
                    <a:pt x="483" y="2192"/>
                    <a:pt x="490" y="2183"/>
                    <a:pt x="508" y="2158"/>
                  </a:cubicBezTo>
                  <a:close/>
                  <a:moveTo>
                    <a:pt x="2210" y="0"/>
                  </a:moveTo>
                  <a:cubicBezTo>
                    <a:pt x="2177" y="0"/>
                    <a:pt x="2143" y="2"/>
                    <a:pt x="2109" y="6"/>
                  </a:cubicBezTo>
                  <a:cubicBezTo>
                    <a:pt x="1667" y="72"/>
                    <a:pt x="1535" y="426"/>
                    <a:pt x="1347" y="757"/>
                  </a:cubicBezTo>
                  <a:cubicBezTo>
                    <a:pt x="1248" y="922"/>
                    <a:pt x="1127" y="1099"/>
                    <a:pt x="1049" y="1287"/>
                  </a:cubicBezTo>
                  <a:cubicBezTo>
                    <a:pt x="983" y="1408"/>
                    <a:pt x="917" y="1540"/>
                    <a:pt x="840" y="1662"/>
                  </a:cubicBezTo>
                  <a:cubicBezTo>
                    <a:pt x="806" y="1717"/>
                    <a:pt x="751" y="1772"/>
                    <a:pt x="718" y="1838"/>
                  </a:cubicBezTo>
                  <a:cubicBezTo>
                    <a:pt x="680" y="1929"/>
                    <a:pt x="660" y="1974"/>
                    <a:pt x="659" y="1974"/>
                  </a:cubicBezTo>
                  <a:cubicBezTo>
                    <a:pt x="658" y="1974"/>
                    <a:pt x="667" y="1951"/>
                    <a:pt x="685" y="1905"/>
                  </a:cubicBezTo>
                  <a:lnTo>
                    <a:pt x="685" y="1905"/>
                  </a:lnTo>
                  <a:cubicBezTo>
                    <a:pt x="674" y="1916"/>
                    <a:pt x="674" y="1916"/>
                    <a:pt x="663" y="1927"/>
                  </a:cubicBezTo>
                  <a:cubicBezTo>
                    <a:pt x="641" y="1960"/>
                    <a:pt x="619" y="2004"/>
                    <a:pt x="597" y="2037"/>
                  </a:cubicBezTo>
                  <a:cubicBezTo>
                    <a:pt x="575" y="2059"/>
                    <a:pt x="564" y="2081"/>
                    <a:pt x="553" y="2114"/>
                  </a:cubicBezTo>
                  <a:cubicBezTo>
                    <a:pt x="542" y="2114"/>
                    <a:pt x="542" y="2114"/>
                    <a:pt x="542" y="2125"/>
                  </a:cubicBezTo>
                  <a:cubicBezTo>
                    <a:pt x="534" y="2129"/>
                    <a:pt x="521" y="2144"/>
                    <a:pt x="508" y="2158"/>
                  </a:cubicBezTo>
                  <a:lnTo>
                    <a:pt x="508" y="2158"/>
                  </a:lnTo>
                  <a:cubicBezTo>
                    <a:pt x="475" y="2214"/>
                    <a:pt x="431" y="2258"/>
                    <a:pt x="398" y="2313"/>
                  </a:cubicBezTo>
                  <a:cubicBezTo>
                    <a:pt x="399" y="2312"/>
                    <a:pt x="400" y="2310"/>
                    <a:pt x="401" y="2309"/>
                  </a:cubicBezTo>
                  <a:lnTo>
                    <a:pt x="401" y="2309"/>
                  </a:lnTo>
                  <a:cubicBezTo>
                    <a:pt x="392" y="2321"/>
                    <a:pt x="380" y="2337"/>
                    <a:pt x="376" y="2346"/>
                  </a:cubicBezTo>
                  <a:cubicBezTo>
                    <a:pt x="266" y="2468"/>
                    <a:pt x="210" y="2622"/>
                    <a:pt x="89" y="2732"/>
                  </a:cubicBezTo>
                  <a:cubicBezTo>
                    <a:pt x="1" y="2810"/>
                    <a:pt x="1" y="2964"/>
                    <a:pt x="67" y="3053"/>
                  </a:cubicBezTo>
                  <a:cubicBezTo>
                    <a:pt x="124" y="3116"/>
                    <a:pt x="194" y="3148"/>
                    <a:pt x="267" y="3148"/>
                  </a:cubicBezTo>
                  <a:cubicBezTo>
                    <a:pt x="307" y="3148"/>
                    <a:pt x="348" y="3138"/>
                    <a:pt x="387" y="3119"/>
                  </a:cubicBezTo>
                  <a:cubicBezTo>
                    <a:pt x="420" y="3108"/>
                    <a:pt x="453" y="3097"/>
                    <a:pt x="486" y="3086"/>
                  </a:cubicBezTo>
                  <a:cubicBezTo>
                    <a:pt x="475" y="3086"/>
                    <a:pt x="608" y="3053"/>
                    <a:pt x="630" y="3053"/>
                  </a:cubicBezTo>
                  <a:cubicBezTo>
                    <a:pt x="740" y="3019"/>
                    <a:pt x="851" y="2975"/>
                    <a:pt x="950" y="2920"/>
                  </a:cubicBezTo>
                  <a:lnTo>
                    <a:pt x="950" y="2920"/>
                  </a:lnTo>
                  <a:cubicBezTo>
                    <a:pt x="994" y="2898"/>
                    <a:pt x="1070" y="2860"/>
                    <a:pt x="1082" y="2854"/>
                  </a:cubicBezTo>
                  <a:cubicBezTo>
                    <a:pt x="1093" y="2843"/>
                    <a:pt x="1149" y="2810"/>
                    <a:pt x="1182" y="2788"/>
                  </a:cubicBezTo>
                  <a:lnTo>
                    <a:pt x="1193" y="2788"/>
                  </a:lnTo>
                  <a:cubicBezTo>
                    <a:pt x="1215" y="2777"/>
                    <a:pt x="1248" y="2766"/>
                    <a:pt x="1281" y="2743"/>
                  </a:cubicBezTo>
                  <a:cubicBezTo>
                    <a:pt x="1303" y="2732"/>
                    <a:pt x="1314" y="2721"/>
                    <a:pt x="1336" y="2710"/>
                  </a:cubicBezTo>
                  <a:cubicBezTo>
                    <a:pt x="1347" y="2710"/>
                    <a:pt x="1436" y="2655"/>
                    <a:pt x="1425" y="2644"/>
                  </a:cubicBezTo>
                  <a:lnTo>
                    <a:pt x="1425" y="2644"/>
                  </a:lnTo>
                  <a:cubicBezTo>
                    <a:pt x="1380" y="2662"/>
                    <a:pt x="1357" y="2671"/>
                    <a:pt x="1356" y="2671"/>
                  </a:cubicBezTo>
                  <a:cubicBezTo>
                    <a:pt x="1353" y="2671"/>
                    <a:pt x="1398" y="2651"/>
                    <a:pt x="1491" y="2611"/>
                  </a:cubicBezTo>
                  <a:cubicBezTo>
                    <a:pt x="1546" y="2578"/>
                    <a:pt x="1590" y="2545"/>
                    <a:pt x="1634" y="2501"/>
                  </a:cubicBezTo>
                  <a:cubicBezTo>
                    <a:pt x="1678" y="2479"/>
                    <a:pt x="1723" y="2445"/>
                    <a:pt x="1756" y="2412"/>
                  </a:cubicBezTo>
                  <a:cubicBezTo>
                    <a:pt x="1833" y="2346"/>
                    <a:pt x="1910" y="2291"/>
                    <a:pt x="1988" y="2225"/>
                  </a:cubicBezTo>
                  <a:cubicBezTo>
                    <a:pt x="2021" y="2192"/>
                    <a:pt x="2065" y="2158"/>
                    <a:pt x="2098" y="2125"/>
                  </a:cubicBezTo>
                  <a:cubicBezTo>
                    <a:pt x="2142" y="2092"/>
                    <a:pt x="2175" y="2070"/>
                    <a:pt x="2208" y="2026"/>
                  </a:cubicBezTo>
                  <a:cubicBezTo>
                    <a:pt x="2297" y="1949"/>
                    <a:pt x="2374" y="1849"/>
                    <a:pt x="2440" y="1761"/>
                  </a:cubicBezTo>
                  <a:cubicBezTo>
                    <a:pt x="2572" y="1585"/>
                    <a:pt x="2694" y="1408"/>
                    <a:pt x="2804" y="1220"/>
                  </a:cubicBezTo>
                  <a:cubicBezTo>
                    <a:pt x="2948" y="933"/>
                    <a:pt x="3003" y="635"/>
                    <a:pt x="2837" y="348"/>
                  </a:cubicBezTo>
                  <a:cubicBezTo>
                    <a:pt x="2691" y="114"/>
                    <a:pt x="2466" y="0"/>
                    <a:pt x="2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3083575" y="1837350"/>
              <a:ext cx="850" cy="300"/>
            </a:xfrm>
            <a:custGeom>
              <a:avLst/>
              <a:gdLst/>
              <a:ahLst/>
              <a:cxnLst/>
              <a:rect l="l" t="t" r="r" b="b"/>
              <a:pathLst>
                <a:path w="34" h="12" extrusionOk="0">
                  <a:moveTo>
                    <a:pt x="12" y="1"/>
                  </a:moveTo>
                  <a:cubicBezTo>
                    <a:pt x="12" y="1"/>
                    <a:pt x="12" y="12"/>
                    <a:pt x="1" y="12"/>
                  </a:cubicBezTo>
                  <a:cubicBezTo>
                    <a:pt x="12" y="12"/>
                    <a:pt x="23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2956375" y="1898975"/>
              <a:ext cx="89150" cy="61400"/>
            </a:xfrm>
            <a:custGeom>
              <a:avLst/>
              <a:gdLst/>
              <a:ahLst/>
              <a:cxnLst/>
              <a:rect l="l" t="t" r="r" b="b"/>
              <a:pathLst>
                <a:path w="3566" h="2456" extrusionOk="0">
                  <a:moveTo>
                    <a:pt x="2823" y="0"/>
                  </a:moveTo>
                  <a:cubicBezTo>
                    <a:pt x="2716" y="0"/>
                    <a:pt x="2607" y="27"/>
                    <a:pt x="2506" y="85"/>
                  </a:cubicBezTo>
                  <a:cubicBezTo>
                    <a:pt x="2064" y="328"/>
                    <a:pt x="1656" y="659"/>
                    <a:pt x="1248" y="957"/>
                  </a:cubicBezTo>
                  <a:cubicBezTo>
                    <a:pt x="1027" y="1123"/>
                    <a:pt x="806" y="1288"/>
                    <a:pt x="585" y="1465"/>
                  </a:cubicBezTo>
                  <a:cubicBezTo>
                    <a:pt x="541" y="1498"/>
                    <a:pt x="497" y="1531"/>
                    <a:pt x="453" y="1564"/>
                  </a:cubicBezTo>
                  <a:cubicBezTo>
                    <a:pt x="431" y="1586"/>
                    <a:pt x="409" y="1608"/>
                    <a:pt x="376" y="1630"/>
                  </a:cubicBezTo>
                  <a:cubicBezTo>
                    <a:pt x="333" y="1694"/>
                    <a:pt x="313" y="1726"/>
                    <a:pt x="308" y="1726"/>
                  </a:cubicBezTo>
                  <a:cubicBezTo>
                    <a:pt x="304" y="1726"/>
                    <a:pt x="306" y="1716"/>
                    <a:pt x="310" y="1697"/>
                  </a:cubicBezTo>
                  <a:lnTo>
                    <a:pt x="310" y="1697"/>
                  </a:lnTo>
                  <a:cubicBezTo>
                    <a:pt x="254" y="1763"/>
                    <a:pt x="199" y="1807"/>
                    <a:pt x="155" y="1884"/>
                  </a:cubicBezTo>
                  <a:cubicBezTo>
                    <a:pt x="133" y="1917"/>
                    <a:pt x="111" y="1962"/>
                    <a:pt x="100" y="2006"/>
                  </a:cubicBezTo>
                  <a:cubicBezTo>
                    <a:pt x="92" y="1998"/>
                    <a:pt x="86" y="1994"/>
                    <a:pt x="81" y="1994"/>
                  </a:cubicBezTo>
                  <a:cubicBezTo>
                    <a:pt x="71" y="1994"/>
                    <a:pt x="67" y="2006"/>
                    <a:pt x="67" y="2028"/>
                  </a:cubicBezTo>
                  <a:cubicBezTo>
                    <a:pt x="0" y="2116"/>
                    <a:pt x="23" y="2271"/>
                    <a:pt x="89" y="2348"/>
                  </a:cubicBezTo>
                  <a:cubicBezTo>
                    <a:pt x="140" y="2424"/>
                    <a:pt x="217" y="2455"/>
                    <a:pt x="305" y="2455"/>
                  </a:cubicBezTo>
                  <a:cubicBezTo>
                    <a:pt x="331" y="2455"/>
                    <a:pt x="359" y="2452"/>
                    <a:pt x="387" y="2447"/>
                  </a:cubicBezTo>
                  <a:cubicBezTo>
                    <a:pt x="420" y="2442"/>
                    <a:pt x="450" y="2442"/>
                    <a:pt x="481" y="2442"/>
                  </a:cubicBezTo>
                  <a:cubicBezTo>
                    <a:pt x="511" y="2442"/>
                    <a:pt x="541" y="2442"/>
                    <a:pt x="574" y="2436"/>
                  </a:cubicBezTo>
                  <a:cubicBezTo>
                    <a:pt x="641" y="2425"/>
                    <a:pt x="696" y="2392"/>
                    <a:pt x="762" y="2381"/>
                  </a:cubicBezTo>
                  <a:cubicBezTo>
                    <a:pt x="895" y="2337"/>
                    <a:pt x="1016" y="2282"/>
                    <a:pt x="1148" y="2215"/>
                  </a:cubicBezTo>
                  <a:cubicBezTo>
                    <a:pt x="1369" y="2116"/>
                    <a:pt x="1601" y="2006"/>
                    <a:pt x="1822" y="1895"/>
                  </a:cubicBezTo>
                  <a:cubicBezTo>
                    <a:pt x="2263" y="1664"/>
                    <a:pt x="2727" y="1454"/>
                    <a:pt x="3146" y="1178"/>
                  </a:cubicBezTo>
                  <a:cubicBezTo>
                    <a:pt x="3422" y="1001"/>
                    <a:pt x="3566" y="615"/>
                    <a:pt x="3378" y="306"/>
                  </a:cubicBezTo>
                  <a:cubicBezTo>
                    <a:pt x="3252" y="113"/>
                    <a:pt x="3041" y="0"/>
                    <a:pt x="2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2987300" y="2004275"/>
              <a:ext cx="77000" cy="80450"/>
            </a:xfrm>
            <a:custGeom>
              <a:avLst/>
              <a:gdLst/>
              <a:ahLst/>
              <a:cxnLst/>
              <a:rect l="l" t="t" r="r" b="b"/>
              <a:pathLst>
                <a:path w="3080" h="3218" extrusionOk="0">
                  <a:moveTo>
                    <a:pt x="2420" y="0"/>
                  </a:moveTo>
                  <a:cubicBezTo>
                    <a:pt x="2208" y="0"/>
                    <a:pt x="1994" y="89"/>
                    <a:pt x="1909" y="288"/>
                  </a:cubicBezTo>
                  <a:cubicBezTo>
                    <a:pt x="1733" y="719"/>
                    <a:pt x="1523" y="1127"/>
                    <a:pt x="1247" y="1491"/>
                  </a:cubicBezTo>
                  <a:cubicBezTo>
                    <a:pt x="1225" y="1535"/>
                    <a:pt x="1192" y="1580"/>
                    <a:pt x="1159" y="1613"/>
                  </a:cubicBezTo>
                  <a:cubicBezTo>
                    <a:pt x="1148" y="1635"/>
                    <a:pt x="1137" y="1657"/>
                    <a:pt x="1114" y="1679"/>
                  </a:cubicBezTo>
                  <a:cubicBezTo>
                    <a:pt x="1048" y="1767"/>
                    <a:pt x="971" y="1856"/>
                    <a:pt x="894" y="1933"/>
                  </a:cubicBezTo>
                  <a:cubicBezTo>
                    <a:pt x="750" y="2087"/>
                    <a:pt x="574" y="2253"/>
                    <a:pt x="452" y="2429"/>
                  </a:cubicBezTo>
                  <a:cubicBezTo>
                    <a:pt x="353" y="2540"/>
                    <a:pt x="298" y="2617"/>
                    <a:pt x="198" y="2705"/>
                  </a:cubicBezTo>
                  <a:cubicBezTo>
                    <a:pt x="1" y="2873"/>
                    <a:pt x="165" y="3217"/>
                    <a:pt x="400" y="3217"/>
                  </a:cubicBezTo>
                  <a:cubicBezTo>
                    <a:pt x="427" y="3217"/>
                    <a:pt x="456" y="3213"/>
                    <a:pt x="485" y="3202"/>
                  </a:cubicBezTo>
                  <a:cubicBezTo>
                    <a:pt x="518" y="3191"/>
                    <a:pt x="563" y="3180"/>
                    <a:pt x="596" y="3169"/>
                  </a:cubicBezTo>
                  <a:cubicBezTo>
                    <a:pt x="607" y="3158"/>
                    <a:pt x="618" y="3158"/>
                    <a:pt x="629" y="3147"/>
                  </a:cubicBezTo>
                  <a:lnTo>
                    <a:pt x="618" y="3147"/>
                  </a:lnTo>
                  <a:cubicBezTo>
                    <a:pt x="673" y="3136"/>
                    <a:pt x="728" y="3136"/>
                    <a:pt x="772" y="3125"/>
                  </a:cubicBezTo>
                  <a:cubicBezTo>
                    <a:pt x="783" y="3114"/>
                    <a:pt x="805" y="3114"/>
                    <a:pt x="827" y="3103"/>
                  </a:cubicBezTo>
                  <a:cubicBezTo>
                    <a:pt x="850" y="3092"/>
                    <a:pt x="850" y="3092"/>
                    <a:pt x="794" y="3092"/>
                  </a:cubicBezTo>
                  <a:cubicBezTo>
                    <a:pt x="839" y="3092"/>
                    <a:pt x="872" y="3081"/>
                    <a:pt x="905" y="3081"/>
                  </a:cubicBezTo>
                  <a:cubicBezTo>
                    <a:pt x="949" y="3070"/>
                    <a:pt x="993" y="3048"/>
                    <a:pt x="1026" y="3025"/>
                  </a:cubicBezTo>
                  <a:cubicBezTo>
                    <a:pt x="1059" y="3014"/>
                    <a:pt x="1081" y="2992"/>
                    <a:pt x="1114" y="2981"/>
                  </a:cubicBezTo>
                  <a:cubicBezTo>
                    <a:pt x="1170" y="2948"/>
                    <a:pt x="1225" y="2926"/>
                    <a:pt x="1280" y="2893"/>
                  </a:cubicBezTo>
                  <a:cubicBezTo>
                    <a:pt x="1534" y="2739"/>
                    <a:pt x="1766" y="2529"/>
                    <a:pt x="1986" y="2319"/>
                  </a:cubicBezTo>
                  <a:cubicBezTo>
                    <a:pt x="2395" y="1933"/>
                    <a:pt x="2748" y="1425"/>
                    <a:pt x="2969" y="906"/>
                  </a:cubicBezTo>
                  <a:cubicBezTo>
                    <a:pt x="3035" y="752"/>
                    <a:pt x="3079" y="608"/>
                    <a:pt x="3024" y="443"/>
                  </a:cubicBezTo>
                  <a:cubicBezTo>
                    <a:pt x="2991" y="299"/>
                    <a:pt x="2880" y="145"/>
                    <a:pt x="2748" y="78"/>
                  </a:cubicBezTo>
                  <a:cubicBezTo>
                    <a:pt x="2654" y="27"/>
                    <a:pt x="2537" y="0"/>
                    <a:pt x="24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3184025" y="1744075"/>
              <a:ext cx="94125" cy="76750"/>
            </a:xfrm>
            <a:custGeom>
              <a:avLst/>
              <a:gdLst/>
              <a:ahLst/>
              <a:cxnLst/>
              <a:rect l="l" t="t" r="r" b="b"/>
              <a:pathLst>
                <a:path w="3765" h="3070" extrusionOk="0">
                  <a:moveTo>
                    <a:pt x="2959" y="0"/>
                  </a:moveTo>
                  <a:cubicBezTo>
                    <a:pt x="2718" y="0"/>
                    <a:pt x="2497" y="116"/>
                    <a:pt x="2285" y="211"/>
                  </a:cubicBezTo>
                  <a:cubicBezTo>
                    <a:pt x="2142" y="277"/>
                    <a:pt x="2009" y="343"/>
                    <a:pt x="1877" y="420"/>
                  </a:cubicBezTo>
                  <a:cubicBezTo>
                    <a:pt x="1590" y="586"/>
                    <a:pt x="1303" y="796"/>
                    <a:pt x="1038" y="1016"/>
                  </a:cubicBezTo>
                  <a:cubicBezTo>
                    <a:pt x="784" y="1237"/>
                    <a:pt x="574" y="1502"/>
                    <a:pt x="376" y="1778"/>
                  </a:cubicBezTo>
                  <a:cubicBezTo>
                    <a:pt x="287" y="1910"/>
                    <a:pt x="210" y="2043"/>
                    <a:pt x="155" y="2186"/>
                  </a:cubicBezTo>
                  <a:cubicBezTo>
                    <a:pt x="122" y="2264"/>
                    <a:pt x="78" y="2341"/>
                    <a:pt x="67" y="2429"/>
                  </a:cubicBezTo>
                  <a:cubicBezTo>
                    <a:pt x="45" y="2484"/>
                    <a:pt x="45" y="2540"/>
                    <a:pt x="34" y="2595"/>
                  </a:cubicBezTo>
                  <a:cubicBezTo>
                    <a:pt x="34" y="2606"/>
                    <a:pt x="22" y="2650"/>
                    <a:pt x="22" y="2661"/>
                  </a:cubicBezTo>
                  <a:cubicBezTo>
                    <a:pt x="0" y="2793"/>
                    <a:pt x="34" y="2915"/>
                    <a:pt x="144" y="3003"/>
                  </a:cubicBezTo>
                  <a:cubicBezTo>
                    <a:pt x="196" y="3042"/>
                    <a:pt x="275" y="3070"/>
                    <a:pt x="352" y="3070"/>
                  </a:cubicBezTo>
                  <a:cubicBezTo>
                    <a:pt x="405" y="3070"/>
                    <a:pt x="457" y="3057"/>
                    <a:pt x="497" y="3025"/>
                  </a:cubicBezTo>
                  <a:cubicBezTo>
                    <a:pt x="530" y="3003"/>
                    <a:pt x="552" y="2981"/>
                    <a:pt x="585" y="2959"/>
                  </a:cubicBezTo>
                  <a:cubicBezTo>
                    <a:pt x="718" y="2893"/>
                    <a:pt x="817" y="2804"/>
                    <a:pt x="928" y="2716"/>
                  </a:cubicBezTo>
                  <a:cubicBezTo>
                    <a:pt x="950" y="2694"/>
                    <a:pt x="961" y="2683"/>
                    <a:pt x="961" y="2683"/>
                  </a:cubicBezTo>
                  <a:cubicBezTo>
                    <a:pt x="983" y="2672"/>
                    <a:pt x="1005" y="2661"/>
                    <a:pt x="1027" y="2639"/>
                  </a:cubicBezTo>
                  <a:cubicBezTo>
                    <a:pt x="1049" y="2617"/>
                    <a:pt x="1071" y="2595"/>
                    <a:pt x="1093" y="2584"/>
                  </a:cubicBezTo>
                  <a:cubicBezTo>
                    <a:pt x="1137" y="2528"/>
                    <a:pt x="1192" y="2484"/>
                    <a:pt x="1248" y="2440"/>
                  </a:cubicBezTo>
                  <a:cubicBezTo>
                    <a:pt x="1292" y="2396"/>
                    <a:pt x="1347" y="2352"/>
                    <a:pt x="1402" y="2308"/>
                  </a:cubicBezTo>
                  <a:cubicBezTo>
                    <a:pt x="1402" y="2308"/>
                    <a:pt x="1413" y="2308"/>
                    <a:pt x="1413" y="2297"/>
                  </a:cubicBezTo>
                  <a:cubicBezTo>
                    <a:pt x="1435" y="2286"/>
                    <a:pt x="1457" y="2264"/>
                    <a:pt x="1479" y="2242"/>
                  </a:cubicBezTo>
                  <a:cubicBezTo>
                    <a:pt x="1601" y="2164"/>
                    <a:pt x="1711" y="2076"/>
                    <a:pt x="1833" y="1999"/>
                  </a:cubicBezTo>
                  <a:cubicBezTo>
                    <a:pt x="2053" y="1844"/>
                    <a:pt x="2296" y="1712"/>
                    <a:pt x="2550" y="1590"/>
                  </a:cubicBezTo>
                  <a:cubicBezTo>
                    <a:pt x="2550" y="1590"/>
                    <a:pt x="2561" y="1590"/>
                    <a:pt x="2572" y="1579"/>
                  </a:cubicBezTo>
                  <a:lnTo>
                    <a:pt x="2572" y="1579"/>
                  </a:lnTo>
                  <a:cubicBezTo>
                    <a:pt x="2568" y="1584"/>
                    <a:pt x="2565" y="1587"/>
                    <a:pt x="2566" y="1587"/>
                  </a:cubicBezTo>
                  <a:cubicBezTo>
                    <a:pt x="2569" y="1587"/>
                    <a:pt x="2579" y="1581"/>
                    <a:pt x="2605" y="1568"/>
                  </a:cubicBezTo>
                  <a:cubicBezTo>
                    <a:pt x="2616" y="1557"/>
                    <a:pt x="2627" y="1557"/>
                    <a:pt x="2638" y="1557"/>
                  </a:cubicBezTo>
                  <a:lnTo>
                    <a:pt x="2616" y="1557"/>
                  </a:lnTo>
                  <a:cubicBezTo>
                    <a:pt x="2683" y="1535"/>
                    <a:pt x="2738" y="1513"/>
                    <a:pt x="2804" y="1491"/>
                  </a:cubicBezTo>
                  <a:cubicBezTo>
                    <a:pt x="2981" y="1436"/>
                    <a:pt x="3190" y="1403"/>
                    <a:pt x="3345" y="1292"/>
                  </a:cubicBezTo>
                  <a:cubicBezTo>
                    <a:pt x="3588" y="1127"/>
                    <a:pt x="3764" y="818"/>
                    <a:pt x="3665" y="509"/>
                  </a:cubicBezTo>
                  <a:cubicBezTo>
                    <a:pt x="3566" y="211"/>
                    <a:pt x="3301" y="1"/>
                    <a:pt x="2992" y="1"/>
                  </a:cubicBezTo>
                  <a:cubicBezTo>
                    <a:pt x="2981" y="0"/>
                    <a:pt x="2970" y="0"/>
                    <a:pt x="29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3248325" y="1783275"/>
              <a:ext cx="1125" cy="300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33" y="0"/>
                  </a:moveTo>
                  <a:cubicBezTo>
                    <a:pt x="22" y="0"/>
                    <a:pt x="11" y="11"/>
                    <a:pt x="0" y="11"/>
                  </a:cubicBezTo>
                  <a:cubicBezTo>
                    <a:pt x="11" y="11"/>
                    <a:pt x="33" y="0"/>
                    <a:pt x="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3205275" y="1871750"/>
              <a:ext cx="68175" cy="67475"/>
            </a:xfrm>
            <a:custGeom>
              <a:avLst/>
              <a:gdLst/>
              <a:ahLst/>
              <a:cxnLst/>
              <a:rect l="l" t="t" r="r" b="b"/>
              <a:pathLst>
                <a:path w="2727" h="2699" extrusionOk="0">
                  <a:moveTo>
                    <a:pt x="2127" y="0"/>
                  </a:moveTo>
                  <a:cubicBezTo>
                    <a:pt x="1887" y="0"/>
                    <a:pt x="1685" y="148"/>
                    <a:pt x="1601" y="391"/>
                  </a:cubicBezTo>
                  <a:cubicBezTo>
                    <a:pt x="1579" y="446"/>
                    <a:pt x="1568" y="490"/>
                    <a:pt x="1546" y="534"/>
                  </a:cubicBezTo>
                  <a:cubicBezTo>
                    <a:pt x="1535" y="556"/>
                    <a:pt x="1523" y="578"/>
                    <a:pt x="1523" y="600"/>
                  </a:cubicBezTo>
                  <a:cubicBezTo>
                    <a:pt x="1479" y="689"/>
                    <a:pt x="1424" y="777"/>
                    <a:pt x="1380" y="865"/>
                  </a:cubicBezTo>
                  <a:cubicBezTo>
                    <a:pt x="1325" y="965"/>
                    <a:pt x="1270" y="1064"/>
                    <a:pt x="1203" y="1152"/>
                  </a:cubicBezTo>
                  <a:lnTo>
                    <a:pt x="1115" y="1274"/>
                  </a:lnTo>
                  <a:cubicBezTo>
                    <a:pt x="1104" y="1296"/>
                    <a:pt x="1093" y="1307"/>
                    <a:pt x="1071" y="1329"/>
                  </a:cubicBezTo>
                  <a:cubicBezTo>
                    <a:pt x="938" y="1494"/>
                    <a:pt x="795" y="1649"/>
                    <a:pt x="629" y="1781"/>
                  </a:cubicBezTo>
                  <a:cubicBezTo>
                    <a:pt x="596" y="1814"/>
                    <a:pt x="552" y="1848"/>
                    <a:pt x="519" y="1881"/>
                  </a:cubicBezTo>
                  <a:cubicBezTo>
                    <a:pt x="497" y="1892"/>
                    <a:pt x="475" y="1914"/>
                    <a:pt x="453" y="1925"/>
                  </a:cubicBezTo>
                  <a:cubicBezTo>
                    <a:pt x="453" y="1936"/>
                    <a:pt x="453" y="1936"/>
                    <a:pt x="442" y="1936"/>
                  </a:cubicBezTo>
                  <a:cubicBezTo>
                    <a:pt x="398" y="1969"/>
                    <a:pt x="354" y="2002"/>
                    <a:pt x="309" y="2024"/>
                  </a:cubicBezTo>
                  <a:lnTo>
                    <a:pt x="243" y="2079"/>
                  </a:lnTo>
                  <a:cubicBezTo>
                    <a:pt x="232" y="2090"/>
                    <a:pt x="232" y="2090"/>
                    <a:pt x="221" y="2101"/>
                  </a:cubicBezTo>
                  <a:cubicBezTo>
                    <a:pt x="210" y="2112"/>
                    <a:pt x="188" y="2134"/>
                    <a:pt x="177" y="2134"/>
                  </a:cubicBezTo>
                  <a:cubicBezTo>
                    <a:pt x="78" y="2212"/>
                    <a:pt x="0" y="2344"/>
                    <a:pt x="44" y="2477"/>
                  </a:cubicBezTo>
                  <a:cubicBezTo>
                    <a:pt x="76" y="2582"/>
                    <a:pt x="189" y="2698"/>
                    <a:pt x="315" y="2698"/>
                  </a:cubicBezTo>
                  <a:cubicBezTo>
                    <a:pt x="320" y="2698"/>
                    <a:pt x="326" y="2698"/>
                    <a:pt x="331" y="2697"/>
                  </a:cubicBezTo>
                  <a:cubicBezTo>
                    <a:pt x="370" y="2688"/>
                    <a:pt x="417" y="2678"/>
                    <a:pt x="465" y="2676"/>
                  </a:cubicBezTo>
                  <a:lnTo>
                    <a:pt x="465" y="2676"/>
                  </a:lnTo>
                  <a:cubicBezTo>
                    <a:pt x="476" y="2681"/>
                    <a:pt x="486" y="2684"/>
                    <a:pt x="497" y="2684"/>
                  </a:cubicBezTo>
                  <a:cubicBezTo>
                    <a:pt x="508" y="2684"/>
                    <a:pt x="519" y="2681"/>
                    <a:pt x="530" y="2675"/>
                  </a:cubicBezTo>
                  <a:cubicBezTo>
                    <a:pt x="607" y="2664"/>
                    <a:pt x="674" y="2642"/>
                    <a:pt x="740" y="2620"/>
                  </a:cubicBezTo>
                  <a:cubicBezTo>
                    <a:pt x="861" y="2576"/>
                    <a:pt x="994" y="2532"/>
                    <a:pt x="1115" y="2466"/>
                  </a:cubicBezTo>
                  <a:cubicBezTo>
                    <a:pt x="1347" y="2355"/>
                    <a:pt x="1568" y="2190"/>
                    <a:pt x="1766" y="2013"/>
                  </a:cubicBezTo>
                  <a:cubicBezTo>
                    <a:pt x="2186" y="1660"/>
                    <a:pt x="2462" y="1196"/>
                    <a:pt x="2638" y="678"/>
                  </a:cubicBezTo>
                  <a:cubicBezTo>
                    <a:pt x="2727" y="413"/>
                    <a:pt x="2539" y="82"/>
                    <a:pt x="2263" y="15"/>
                  </a:cubicBezTo>
                  <a:cubicBezTo>
                    <a:pt x="2217" y="5"/>
                    <a:pt x="2172" y="0"/>
                    <a:pt x="2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3197550" y="1977925"/>
              <a:ext cx="83075" cy="72800"/>
            </a:xfrm>
            <a:custGeom>
              <a:avLst/>
              <a:gdLst/>
              <a:ahLst/>
              <a:cxnLst/>
              <a:rect l="l" t="t" r="r" b="b"/>
              <a:pathLst>
                <a:path w="3323" h="2912" extrusionOk="0">
                  <a:moveTo>
                    <a:pt x="2696" y="0"/>
                  </a:moveTo>
                  <a:cubicBezTo>
                    <a:pt x="2494" y="0"/>
                    <a:pt x="2271" y="101"/>
                    <a:pt x="2175" y="294"/>
                  </a:cubicBezTo>
                  <a:cubicBezTo>
                    <a:pt x="2097" y="448"/>
                    <a:pt x="2075" y="614"/>
                    <a:pt x="2020" y="779"/>
                  </a:cubicBezTo>
                  <a:cubicBezTo>
                    <a:pt x="2020" y="790"/>
                    <a:pt x="2020" y="812"/>
                    <a:pt x="2009" y="823"/>
                  </a:cubicBezTo>
                  <a:cubicBezTo>
                    <a:pt x="2009" y="834"/>
                    <a:pt x="2009" y="834"/>
                    <a:pt x="1998" y="846"/>
                  </a:cubicBezTo>
                  <a:cubicBezTo>
                    <a:pt x="1976" y="901"/>
                    <a:pt x="1954" y="956"/>
                    <a:pt x="1921" y="1000"/>
                  </a:cubicBezTo>
                  <a:cubicBezTo>
                    <a:pt x="1888" y="1055"/>
                    <a:pt x="1855" y="1110"/>
                    <a:pt x="1810" y="1166"/>
                  </a:cubicBezTo>
                  <a:cubicBezTo>
                    <a:pt x="1810" y="1177"/>
                    <a:pt x="1799" y="1188"/>
                    <a:pt x="1799" y="1188"/>
                  </a:cubicBezTo>
                  <a:cubicBezTo>
                    <a:pt x="1799" y="1199"/>
                    <a:pt x="1788" y="1210"/>
                    <a:pt x="1788" y="1210"/>
                  </a:cubicBezTo>
                  <a:cubicBezTo>
                    <a:pt x="1700" y="1309"/>
                    <a:pt x="1612" y="1408"/>
                    <a:pt x="1512" y="1497"/>
                  </a:cubicBezTo>
                  <a:cubicBezTo>
                    <a:pt x="1490" y="1519"/>
                    <a:pt x="1468" y="1530"/>
                    <a:pt x="1446" y="1552"/>
                  </a:cubicBezTo>
                  <a:cubicBezTo>
                    <a:pt x="1402" y="1585"/>
                    <a:pt x="1358" y="1618"/>
                    <a:pt x="1314" y="1651"/>
                  </a:cubicBezTo>
                  <a:cubicBezTo>
                    <a:pt x="1203" y="1717"/>
                    <a:pt x="1093" y="1773"/>
                    <a:pt x="983" y="1817"/>
                  </a:cubicBezTo>
                  <a:cubicBezTo>
                    <a:pt x="972" y="1828"/>
                    <a:pt x="972" y="1828"/>
                    <a:pt x="972" y="1828"/>
                  </a:cubicBezTo>
                  <a:cubicBezTo>
                    <a:pt x="949" y="1839"/>
                    <a:pt x="927" y="1850"/>
                    <a:pt x="905" y="1850"/>
                  </a:cubicBezTo>
                  <a:cubicBezTo>
                    <a:pt x="839" y="1872"/>
                    <a:pt x="773" y="1894"/>
                    <a:pt x="718" y="1916"/>
                  </a:cubicBezTo>
                  <a:cubicBezTo>
                    <a:pt x="607" y="1949"/>
                    <a:pt x="508" y="1971"/>
                    <a:pt x="409" y="2015"/>
                  </a:cubicBezTo>
                  <a:cubicBezTo>
                    <a:pt x="364" y="2027"/>
                    <a:pt x="331" y="2038"/>
                    <a:pt x="298" y="2049"/>
                  </a:cubicBezTo>
                  <a:cubicBezTo>
                    <a:pt x="144" y="2082"/>
                    <a:pt x="33" y="2214"/>
                    <a:pt x="22" y="2369"/>
                  </a:cubicBezTo>
                  <a:cubicBezTo>
                    <a:pt x="0" y="2501"/>
                    <a:pt x="66" y="2689"/>
                    <a:pt x="199" y="2744"/>
                  </a:cubicBezTo>
                  <a:cubicBezTo>
                    <a:pt x="243" y="2766"/>
                    <a:pt x="287" y="2788"/>
                    <a:pt x="331" y="2799"/>
                  </a:cubicBezTo>
                  <a:cubicBezTo>
                    <a:pt x="486" y="2887"/>
                    <a:pt x="674" y="2898"/>
                    <a:pt x="850" y="2910"/>
                  </a:cubicBezTo>
                  <a:cubicBezTo>
                    <a:pt x="873" y="2911"/>
                    <a:pt x="897" y="2912"/>
                    <a:pt x="920" y="2912"/>
                  </a:cubicBezTo>
                  <a:cubicBezTo>
                    <a:pt x="1073" y="2912"/>
                    <a:pt x="1227" y="2882"/>
                    <a:pt x="1380" y="2843"/>
                  </a:cubicBezTo>
                  <a:cubicBezTo>
                    <a:pt x="1689" y="2777"/>
                    <a:pt x="1998" y="2612"/>
                    <a:pt x="2252" y="2424"/>
                  </a:cubicBezTo>
                  <a:cubicBezTo>
                    <a:pt x="2550" y="2203"/>
                    <a:pt x="2793" y="1949"/>
                    <a:pt x="2980" y="1629"/>
                  </a:cubicBezTo>
                  <a:cubicBezTo>
                    <a:pt x="3080" y="1464"/>
                    <a:pt x="3157" y="1298"/>
                    <a:pt x="3212" y="1132"/>
                  </a:cubicBezTo>
                  <a:cubicBezTo>
                    <a:pt x="3234" y="1066"/>
                    <a:pt x="3256" y="989"/>
                    <a:pt x="3278" y="923"/>
                  </a:cubicBezTo>
                  <a:cubicBezTo>
                    <a:pt x="3278" y="890"/>
                    <a:pt x="3289" y="868"/>
                    <a:pt x="3300" y="834"/>
                  </a:cubicBezTo>
                  <a:cubicBezTo>
                    <a:pt x="3323" y="680"/>
                    <a:pt x="3312" y="581"/>
                    <a:pt x="3289" y="437"/>
                  </a:cubicBezTo>
                  <a:cubicBezTo>
                    <a:pt x="3278" y="349"/>
                    <a:pt x="3201" y="238"/>
                    <a:pt x="3135" y="172"/>
                  </a:cubicBezTo>
                  <a:cubicBezTo>
                    <a:pt x="3047" y="73"/>
                    <a:pt x="2914" y="18"/>
                    <a:pt x="2782" y="7"/>
                  </a:cubicBezTo>
                  <a:cubicBezTo>
                    <a:pt x="2754" y="3"/>
                    <a:pt x="2725" y="0"/>
                    <a:pt x="2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2976250" y="1777550"/>
              <a:ext cx="27325" cy="43200"/>
            </a:xfrm>
            <a:custGeom>
              <a:avLst/>
              <a:gdLst/>
              <a:ahLst/>
              <a:cxnLst/>
              <a:rect l="l" t="t" r="r" b="b"/>
              <a:pathLst>
                <a:path w="1093" h="1728" extrusionOk="0">
                  <a:moveTo>
                    <a:pt x="850" y="1"/>
                  </a:moveTo>
                  <a:cubicBezTo>
                    <a:pt x="794" y="1"/>
                    <a:pt x="740" y="20"/>
                    <a:pt x="696" y="64"/>
                  </a:cubicBezTo>
                  <a:cubicBezTo>
                    <a:pt x="640" y="130"/>
                    <a:pt x="585" y="185"/>
                    <a:pt x="530" y="251"/>
                  </a:cubicBezTo>
                  <a:cubicBezTo>
                    <a:pt x="497" y="295"/>
                    <a:pt x="464" y="351"/>
                    <a:pt x="431" y="406"/>
                  </a:cubicBezTo>
                  <a:cubicBezTo>
                    <a:pt x="364" y="516"/>
                    <a:pt x="331" y="649"/>
                    <a:pt x="276" y="759"/>
                  </a:cubicBezTo>
                  <a:cubicBezTo>
                    <a:pt x="221" y="891"/>
                    <a:pt x="177" y="1024"/>
                    <a:pt x="122" y="1156"/>
                  </a:cubicBezTo>
                  <a:cubicBezTo>
                    <a:pt x="111" y="1223"/>
                    <a:pt x="88" y="1278"/>
                    <a:pt x="66" y="1333"/>
                  </a:cubicBezTo>
                  <a:cubicBezTo>
                    <a:pt x="44" y="1399"/>
                    <a:pt x="33" y="1465"/>
                    <a:pt x="11" y="1532"/>
                  </a:cubicBezTo>
                  <a:cubicBezTo>
                    <a:pt x="0" y="1598"/>
                    <a:pt x="22" y="1675"/>
                    <a:pt x="88" y="1708"/>
                  </a:cubicBezTo>
                  <a:cubicBezTo>
                    <a:pt x="110" y="1721"/>
                    <a:pt x="137" y="1728"/>
                    <a:pt x="164" y="1728"/>
                  </a:cubicBezTo>
                  <a:cubicBezTo>
                    <a:pt x="205" y="1728"/>
                    <a:pt x="245" y="1713"/>
                    <a:pt x="265" y="1686"/>
                  </a:cubicBezTo>
                  <a:cubicBezTo>
                    <a:pt x="287" y="1653"/>
                    <a:pt x="309" y="1631"/>
                    <a:pt x="331" y="1598"/>
                  </a:cubicBezTo>
                  <a:cubicBezTo>
                    <a:pt x="353" y="1565"/>
                    <a:pt x="386" y="1543"/>
                    <a:pt x="420" y="1510"/>
                  </a:cubicBezTo>
                  <a:cubicBezTo>
                    <a:pt x="453" y="1465"/>
                    <a:pt x="486" y="1410"/>
                    <a:pt x="530" y="1355"/>
                  </a:cubicBezTo>
                  <a:cubicBezTo>
                    <a:pt x="596" y="1256"/>
                    <a:pt x="685" y="1145"/>
                    <a:pt x="751" y="1035"/>
                  </a:cubicBezTo>
                  <a:cubicBezTo>
                    <a:pt x="817" y="936"/>
                    <a:pt x="883" y="825"/>
                    <a:pt x="938" y="704"/>
                  </a:cubicBezTo>
                  <a:cubicBezTo>
                    <a:pt x="971" y="638"/>
                    <a:pt x="1016" y="560"/>
                    <a:pt x="1038" y="494"/>
                  </a:cubicBezTo>
                  <a:cubicBezTo>
                    <a:pt x="1060" y="428"/>
                    <a:pt x="1060" y="351"/>
                    <a:pt x="1082" y="284"/>
                  </a:cubicBezTo>
                  <a:cubicBezTo>
                    <a:pt x="1093" y="185"/>
                    <a:pt x="1071" y="75"/>
                    <a:pt x="971" y="31"/>
                  </a:cubicBezTo>
                  <a:cubicBezTo>
                    <a:pt x="933" y="12"/>
                    <a:pt x="891" y="1"/>
                    <a:pt x="8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B302FABA-9DC0-3CCC-A215-1E5DDFF3E5FA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C7E67D8F-2124-4EFE-E18B-BC8D78A026E1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Graphic 44" descr="Traffic light outline">
            <a:extLst>
              <a:ext uri="{FF2B5EF4-FFF2-40B4-BE49-F238E27FC236}">
                <a16:creationId xmlns:a16="http://schemas.microsoft.com/office/drawing/2014/main" id="{103CEAC6-18F1-48C2-25EC-B41C24E12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46" name="Graphic 45" descr="Database outline">
            <a:extLst>
              <a:ext uri="{FF2B5EF4-FFF2-40B4-BE49-F238E27FC236}">
                <a16:creationId xmlns:a16="http://schemas.microsoft.com/office/drawing/2014/main" id="{000A284D-2465-1F82-DC92-C7E2B29A5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47" name="Graphic 46" descr="Document outline">
            <a:extLst>
              <a:ext uri="{FF2B5EF4-FFF2-40B4-BE49-F238E27FC236}">
                <a16:creationId xmlns:a16="http://schemas.microsoft.com/office/drawing/2014/main" id="{954202F3-0A27-9D3A-3AAC-86BC994296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48" name="Graphic 47" descr="Cycle with people outline">
            <a:extLst>
              <a:ext uri="{FF2B5EF4-FFF2-40B4-BE49-F238E27FC236}">
                <a16:creationId xmlns:a16="http://schemas.microsoft.com/office/drawing/2014/main" id="{B52170B1-3DBF-7EB9-3949-B74BED10F2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49" name="Graphic 48" descr="Gears outline">
            <a:extLst>
              <a:ext uri="{FF2B5EF4-FFF2-40B4-BE49-F238E27FC236}">
                <a16:creationId xmlns:a16="http://schemas.microsoft.com/office/drawing/2014/main" id="{59714AFF-6049-5380-96B9-2AF41B7460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50" name="Graphic 49" descr="Back with solid fill">
            <a:extLst>
              <a:ext uri="{FF2B5EF4-FFF2-40B4-BE49-F238E27FC236}">
                <a16:creationId xmlns:a16="http://schemas.microsoft.com/office/drawing/2014/main" id="{D2D9D09E-9ED4-8D9D-733E-A3DDFB28BF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CFF9B794-F0E4-902F-2FE9-5FEDBBB448E3}"/>
              </a:ext>
            </a:extLst>
          </p:cNvPr>
          <p:cNvSpPr/>
          <p:nvPr/>
        </p:nvSpPr>
        <p:spPr>
          <a:xfrm>
            <a:off x="410968" y="981547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Open book outline">
            <a:extLst>
              <a:ext uri="{FF2B5EF4-FFF2-40B4-BE49-F238E27FC236}">
                <a16:creationId xmlns:a16="http://schemas.microsoft.com/office/drawing/2014/main" id="{BBB635F7-1CE0-20F2-EE00-8EB15B1455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188FBFC-B5E3-224B-0779-A0EB420AA524}"/>
              </a:ext>
            </a:extLst>
          </p:cNvPr>
          <p:cNvSpPr txBox="1"/>
          <p:nvPr/>
        </p:nvSpPr>
        <p:spPr>
          <a:xfrm>
            <a:off x="194337" y="196673"/>
            <a:ext cx="3807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Introduction: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F1F17-5A03-17AF-F328-6A95EFA8B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425" y="1092059"/>
            <a:ext cx="724782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genial" panose="02000503040000020004" pitchFamily="2" charset="0"/>
              </a:rPr>
              <a:t>This project designs a </a:t>
            </a:r>
            <a:r>
              <a:rPr lang="en-US" sz="1600" b="1" dirty="0">
                <a:latin typeface="Congenial" panose="02000503040000020004" pitchFamily="2" charset="0"/>
              </a:rPr>
              <a:t>Digital Parking Control System</a:t>
            </a:r>
            <a:r>
              <a:rPr lang="en-US" sz="1600" dirty="0">
                <a:latin typeface="Congenial" panose="02000503040000020004" pitchFamily="2" charset="0"/>
              </a:rPr>
              <a:t> to monitor parking space availability for up to </a:t>
            </a:r>
            <a:r>
              <a:rPr lang="en-US" sz="1600" b="1" dirty="0">
                <a:latin typeface="Congenial" panose="02000503040000020004" pitchFamily="2" charset="0"/>
              </a:rPr>
              <a:t>8 cars</a:t>
            </a:r>
            <a:r>
              <a:rPr lang="en-US" sz="1600" dirty="0">
                <a:latin typeface="Congenial" panose="02000503040000020004" pitchFamily="2" charset="0"/>
              </a:rPr>
              <a:t> (based on Student ID 23-54928-3). The system counts vehicles using entry/exit sensors and displays </a:t>
            </a:r>
            <a:r>
              <a:rPr lang="en-US" sz="1600" b="1" dirty="0">
                <a:latin typeface="Congenial" panose="02000503040000020004" pitchFamily="2" charset="0"/>
              </a:rPr>
              <a:t>"FULL"</a:t>
            </a:r>
            <a:r>
              <a:rPr lang="en-US" sz="1600" dirty="0">
                <a:latin typeface="Congenial" panose="02000503040000020004" pitchFamily="2" charset="0"/>
              </a:rPr>
              <a:t> (continuous) or </a:t>
            </a:r>
            <a:r>
              <a:rPr lang="en-US" sz="1600" b="1" dirty="0">
                <a:latin typeface="Congenial" panose="02000503040000020004" pitchFamily="2" charset="0"/>
              </a:rPr>
              <a:t>"SPACE AVAILABLE"</a:t>
            </a:r>
            <a:r>
              <a:rPr lang="en-US" sz="1600" dirty="0">
                <a:latin typeface="Congenial" panose="02000503040000020004" pitchFamily="2" charset="0"/>
              </a:rPr>
              <a:t> (blinking) on seven-segment displays.</a:t>
            </a:r>
          </a:p>
          <a:p>
            <a:endParaRPr lang="en-US" sz="1600" dirty="0">
              <a:latin typeface="Congenial" panose="02000503040000020004" pitchFamily="2" charset="0"/>
            </a:endParaRPr>
          </a:p>
          <a:p>
            <a:r>
              <a:rPr lang="en-US" sz="1600" dirty="0">
                <a:latin typeface="Congenial" panose="02000503040000020004" pitchFamily="2" charset="0"/>
              </a:rPr>
              <a:t>The design is presented in four parts:</a:t>
            </a:r>
            <a:br>
              <a:rPr lang="en-US" sz="1600" dirty="0">
                <a:latin typeface="Congenial" panose="02000503040000020004" pitchFamily="2" charset="0"/>
              </a:rPr>
            </a:br>
            <a:r>
              <a:rPr lang="en-US" sz="1600" b="1" dirty="0">
                <a:latin typeface="Congenial" panose="02000503040000020004" pitchFamily="2" charset="0"/>
              </a:rPr>
              <a:t>(</a:t>
            </a:r>
            <a:r>
              <a:rPr lang="en-US" sz="1600" b="1" dirty="0" err="1">
                <a:latin typeface="Congenial" panose="02000503040000020004" pitchFamily="2" charset="0"/>
              </a:rPr>
              <a:t>i</a:t>
            </a:r>
            <a:r>
              <a:rPr lang="en-US" sz="1600" b="1" dirty="0">
                <a:latin typeface="Congenial" panose="02000503040000020004" pitchFamily="2" charset="0"/>
              </a:rPr>
              <a:t>)</a:t>
            </a:r>
            <a:r>
              <a:rPr lang="en-US" sz="1600" dirty="0">
                <a:latin typeface="Congenial" panose="02000503040000020004" pitchFamily="2" charset="0"/>
              </a:rPr>
              <a:t> Digital logic diagrams and counter design.</a:t>
            </a:r>
            <a:br>
              <a:rPr lang="en-US" sz="1600" dirty="0">
                <a:latin typeface="Congenial" panose="02000503040000020004" pitchFamily="2" charset="0"/>
              </a:rPr>
            </a:br>
            <a:r>
              <a:rPr lang="en-US" sz="1600" b="1" dirty="0">
                <a:latin typeface="Congenial" panose="02000503040000020004" pitchFamily="2" charset="0"/>
              </a:rPr>
              <a:t>(ii)</a:t>
            </a:r>
            <a:r>
              <a:rPr lang="en-US" sz="1600" dirty="0">
                <a:latin typeface="Congenial" panose="02000503040000020004" pitchFamily="2" charset="0"/>
              </a:rPr>
              <a:t> 555 timer circuits for display control.</a:t>
            </a:r>
            <a:br>
              <a:rPr lang="en-US" sz="1600" dirty="0">
                <a:latin typeface="Congenial" panose="02000503040000020004" pitchFamily="2" charset="0"/>
              </a:rPr>
            </a:br>
            <a:r>
              <a:rPr lang="en-US" sz="1600" b="1" dirty="0">
                <a:latin typeface="Congenial" panose="02000503040000020004" pitchFamily="2" charset="0"/>
              </a:rPr>
              <a:t>(iii)</a:t>
            </a:r>
            <a:r>
              <a:rPr lang="en-US" sz="1600" dirty="0">
                <a:latin typeface="Congenial" panose="02000503040000020004" pitchFamily="2" charset="0"/>
              </a:rPr>
              <a:t> Finite State Machine with Verilog code.</a:t>
            </a:r>
            <a:br>
              <a:rPr lang="en-US" sz="1600" dirty="0">
                <a:latin typeface="Congenial" panose="02000503040000020004" pitchFamily="2" charset="0"/>
              </a:rPr>
            </a:br>
            <a:r>
              <a:rPr lang="en-US" sz="1600" b="1" dirty="0">
                <a:latin typeface="Congenial" panose="02000503040000020004" pitchFamily="2" charset="0"/>
              </a:rPr>
              <a:t>(iv)</a:t>
            </a:r>
            <a:r>
              <a:rPr lang="en-US" sz="1600" dirty="0">
                <a:latin typeface="Congenial" panose="02000503040000020004" pitchFamily="2" charset="0"/>
              </a:rPr>
              <a:t> Analysis, limitations, and improvements.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/>
          <p:nvPr/>
        </p:nvSpPr>
        <p:spPr>
          <a:xfrm rot="3072680">
            <a:off x="-2979942" y="-1705952"/>
            <a:ext cx="5341801" cy="5570083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lt2">
              <a:alpha val="18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  <p:sp>
        <p:nvSpPr>
          <p:cNvPr id="565" name="Google Shape;565;p35"/>
          <p:cNvSpPr/>
          <p:nvPr/>
        </p:nvSpPr>
        <p:spPr>
          <a:xfrm rot="4344323" flipH="1">
            <a:off x="6949449" y="3537053"/>
            <a:ext cx="3559357" cy="4026997"/>
          </a:xfrm>
          <a:custGeom>
            <a:avLst/>
            <a:gdLst/>
            <a:ahLst/>
            <a:cxnLst/>
            <a:rect l="l" t="t" r="r" b="b"/>
            <a:pathLst>
              <a:path w="213689" h="222821" extrusionOk="0">
                <a:moveTo>
                  <a:pt x="149138" y="1"/>
                </a:moveTo>
                <a:cubicBezTo>
                  <a:pt x="139875" y="1"/>
                  <a:pt x="130538" y="2407"/>
                  <a:pt x="121857" y="7824"/>
                </a:cubicBezTo>
                <a:cubicBezTo>
                  <a:pt x="82464" y="32353"/>
                  <a:pt x="1" y="157674"/>
                  <a:pt x="43467" y="194027"/>
                </a:cubicBezTo>
                <a:cubicBezTo>
                  <a:pt x="65473" y="212448"/>
                  <a:pt x="92443" y="222820"/>
                  <a:pt x="115903" y="222820"/>
                </a:cubicBezTo>
                <a:cubicBezTo>
                  <a:pt x="138779" y="222820"/>
                  <a:pt x="158317" y="212958"/>
                  <a:pt x="166660" y="191078"/>
                </a:cubicBezTo>
                <a:cubicBezTo>
                  <a:pt x="183560" y="146762"/>
                  <a:pt x="156964" y="115454"/>
                  <a:pt x="180582" y="109010"/>
                </a:cubicBezTo>
                <a:cubicBezTo>
                  <a:pt x="204229" y="102536"/>
                  <a:pt x="211220" y="89922"/>
                  <a:pt x="212315" y="63539"/>
                </a:cubicBezTo>
                <a:cubicBezTo>
                  <a:pt x="213689" y="30061"/>
                  <a:pt x="181877" y="1"/>
                  <a:pt x="1491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  <p:sp>
        <p:nvSpPr>
          <p:cNvPr id="566" name="Google Shape;566;p35"/>
          <p:cNvSpPr/>
          <p:nvPr/>
        </p:nvSpPr>
        <p:spPr>
          <a:xfrm rot="-5279987">
            <a:off x="-2912288" y="-1616930"/>
            <a:ext cx="5552071" cy="4174521"/>
          </a:xfrm>
          <a:custGeom>
            <a:avLst/>
            <a:gdLst/>
            <a:ahLst/>
            <a:cxnLst/>
            <a:rect l="l" t="t" r="r" b="b"/>
            <a:pathLst>
              <a:path w="222103" h="166996" extrusionOk="0">
                <a:moveTo>
                  <a:pt x="68265" y="1"/>
                </a:moveTo>
                <a:cubicBezTo>
                  <a:pt x="46825" y="1"/>
                  <a:pt x="29696" y="6076"/>
                  <a:pt x="21491" y="15598"/>
                </a:cubicBezTo>
                <a:cubicBezTo>
                  <a:pt x="4104" y="35842"/>
                  <a:pt x="1" y="60675"/>
                  <a:pt x="18086" y="83107"/>
                </a:cubicBezTo>
                <a:cubicBezTo>
                  <a:pt x="36202" y="105539"/>
                  <a:pt x="69333" y="90007"/>
                  <a:pt x="103741" y="106512"/>
                </a:cubicBezTo>
                <a:cubicBezTo>
                  <a:pt x="138119" y="123016"/>
                  <a:pt x="141888" y="159552"/>
                  <a:pt x="158271" y="164993"/>
                </a:cubicBezTo>
                <a:cubicBezTo>
                  <a:pt x="161900" y="166202"/>
                  <a:pt x="166999" y="166996"/>
                  <a:pt x="172747" y="166996"/>
                </a:cubicBezTo>
                <a:cubicBezTo>
                  <a:pt x="193001" y="166996"/>
                  <a:pt x="221311" y="157143"/>
                  <a:pt x="221737" y="120919"/>
                </a:cubicBezTo>
                <a:cubicBezTo>
                  <a:pt x="222102" y="88578"/>
                  <a:pt x="203986" y="62681"/>
                  <a:pt x="150247" y="26693"/>
                </a:cubicBezTo>
                <a:cubicBezTo>
                  <a:pt x="121840" y="7658"/>
                  <a:pt x="92336" y="1"/>
                  <a:pt x="682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5"/>
          <p:cNvSpPr/>
          <p:nvPr/>
        </p:nvSpPr>
        <p:spPr>
          <a:xfrm rot="-5732955">
            <a:off x="-2099236" y="-712906"/>
            <a:ext cx="4783385" cy="2366468"/>
          </a:xfrm>
          <a:custGeom>
            <a:avLst/>
            <a:gdLst/>
            <a:ahLst/>
            <a:cxnLst/>
            <a:rect l="l" t="t" r="r" b="b"/>
            <a:pathLst>
              <a:path w="191338" h="94660" extrusionOk="0">
                <a:moveTo>
                  <a:pt x="635" y="1"/>
                </a:moveTo>
                <a:cubicBezTo>
                  <a:pt x="604" y="1"/>
                  <a:pt x="573" y="32"/>
                  <a:pt x="573" y="101"/>
                </a:cubicBezTo>
                <a:cubicBezTo>
                  <a:pt x="549" y="547"/>
                  <a:pt x="553" y="994"/>
                  <a:pt x="570" y="1440"/>
                </a:cubicBezTo>
                <a:lnTo>
                  <a:pt x="570" y="1440"/>
                </a:lnTo>
                <a:cubicBezTo>
                  <a:pt x="609" y="1003"/>
                  <a:pt x="650" y="566"/>
                  <a:pt x="695" y="131"/>
                </a:cubicBezTo>
                <a:cubicBezTo>
                  <a:pt x="712" y="48"/>
                  <a:pt x="673" y="1"/>
                  <a:pt x="635" y="1"/>
                </a:cubicBezTo>
                <a:close/>
                <a:moveTo>
                  <a:pt x="570" y="1440"/>
                </a:moveTo>
                <a:lnTo>
                  <a:pt x="570" y="1440"/>
                </a:lnTo>
                <a:cubicBezTo>
                  <a:pt x="0" y="7877"/>
                  <a:pt x="97" y="14537"/>
                  <a:pt x="2032" y="20770"/>
                </a:cubicBezTo>
                <a:cubicBezTo>
                  <a:pt x="2944" y="23779"/>
                  <a:pt x="4251" y="26606"/>
                  <a:pt x="6409" y="28946"/>
                </a:cubicBezTo>
                <a:cubicBezTo>
                  <a:pt x="8871" y="31621"/>
                  <a:pt x="12093" y="33202"/>
                  <a:pt x="15650" y="33901"/>
                </a:cubicBezTo>
                <a:cubicBezTo>
                  <a:pt x="17716" y="34314"/>
                  <a:pt x="19804" y="34441"/>
                  <a:pt x="21899" y="34441"/>
                </a:cubicBezTo>
                <a:cubicBezTo>
                  <a:pt x="24119" y="34441"/>
                  <a:pt x="26347" y="34298"/>
                  <a:pt x="28568" y="34205"/>
                </a:cubicBezTo>
                <a:cubicBezTo>
                  <a:pt x="29739" y="34162"/>
                  <a:pt x="30912" y="34146"/>
                  <a:pt x="32087" y="34146"/>
                </a:cubicBezTo>
                <a:cubicBezTo>
                  <a:pt x="35091" y="34146"/>
                  <a:pt x="38106" y="34252"/>
                  <a:pt x="41121" y="34296"/>
                </a:cubicBezTo>
                <a:cubicBezTo>
                  <a:pt x="49510" y="34417"/>
                  <a:pt x="57930" y="35512"/>
                  <a:pt x="66046" y="37761"/>
                </a:cubicBezTo>
                <a:cubicBezTo>
                  <a:pt x="74161" y="40010"/>
                  <a:pt x="81760" y="43536"/>
                  <a:pt x="88052" y="49159"/>
                </a:cubicBezTo>
                <a:cubicBezTo>
                  <a:pt x="94344" y="54782"/>
                  <a:pt x="99116" y="61773"/>
                  <a:pt x="104344" y="68369"/>
                </a:cubicBezTo>
                <a:cubicBezTo>
                  <a:pt x="106989" y="71652"/>
                  <a:pt x="109694" y="74904"/>
                  <a:pt x="112764" y="77853"/>
                </a:cubicBezTo>
                <a:cubicBezTo>
                  <a:pt x="115499" y="80467"/>
                  <a:pt x="118843" y="82382"/>
                  <a:pt x="122035" y="84448"/>
                </a:cubicBezTo>
                <a:cubicBezTo>
                  <a:pt x="128235" y="88430"/>
                  <a:pt x="135044" y="91500"/>
                  <a:pt x="142248" y="93111"/>
                </a:cubicBezTo>
                <a:cubicBezTo>
                  <a:pt x="146892" y="94156"/>
                  <a:pt x="151648" y="94659"/>
                  <a:pt x="156404" y="94659"/>
                </a:cubicBezTo>
                <a:cubicBezTo>
                  <a:pt x="159118" y="94659"/>
                  <a:pt x="161833" y="94495"/>
                  <a:pt x="164528" y="94175"/>
                </a:cubicBezTo>
                <a:cubicBezTo>
                  <a:pt x="171944" y="93294"/>
                  <a:pt x="179391" y="91561"/>
                  <a:pt x="186048" y="88035"/>
                </a:cubicBezTo>
                <a:cubicBezTo>
                  <a:pt x="187659" y="87184"/>
                  <a:pt x="189118" y="86029"/>
                  <a:pt x="190638" y="84996"/>
                </a:cubicBezTo>
                <a:cubicBezTo>
                  <a:pt x="191338" y="84495"/>
                  <a:pt x="190989" y="83542"/>
                  <a:pt x="190318" y="83542"/>
                </a:cubicBezTo>
                <a:cubicBezTo>
                  <a:pt x="190173" y="83542"/>
                  <a:pt x="190014" y="83586"/>
                  <a:pt x="189847" y="83689"/>
                </a:cubicBezTo>
                <a:cubicBezTo>
                  <a:pt x="183555" y="87488"/>
                  <a:pt x="176473" y="89920"/>
                  <a:pt x="169300" y="91348"/>
                </a:cubicBezTo>
                <a:cubicBezTo>
                  <a:pt x="164824" y="92221"/>
                  <a:pt x="160230" y="92738"/>
                  <a:pt x="155636" y="92738"/>
                </a:cubicBezTo>
                <a:cubicBezTo>
                  <a:pt x="152867" y="92738"/>
                  <a:pt x="150098" y="92550"/>
                  <a:pt x="147354" y="92139"/>
                </a:cubicBezTo>
                <a:cubicBezTo>
                  <a:pt x="140150" y="91044"/>
                  <a:pt x="133433" y="87974"/>
                  <a:pt x="127019" y="84509"/>
                </a:cubicBezTo>
                <a:cubicBezTo>
                  <a:pt x="123828" y="82777"/>
                  <a:pt x="120515" y="81227"/>
                  <a:pt x="117718" y="78917"/>
                </a:cubicBezTo>
                <a:cubicBezTo>
                  <a:pt x="114618" y="76394"/>
                  <a:pt x="111852" y="73506"/>
                  <a:pt x="109147" y="70558"/>
                </a:cubicBezTo>
                <a:cubicBezTo>
                  <a:pt x="103615" y="64509"/>
                  <a:pt x="98569" y="58065"/>
                  <a:pt x="92794" y="52229"/>
                </a:cubicBezTo>
                <a:cubicBezTo>
                  <a:pt x="87080" y="46454"/>
                  <a:pt x="80879" y="41196"/>
                  <a:pt x="73280" y="38308"/>
                </a:cubicBezTo>
                <a:cubicBezTo>
                  <a:pt x="65529" y="35329"/>
                  <a:pt x="57261" y="33992"/>
                  <a:pt x="49085" y="33414"/>
                </a:cubicBezTo>
                <a:cubicBezTo>
                  <a:pt x="47450" y="33299"/>
                  <a:pt x="45809" y="33251"/>
                  <a:pt x="44167" y="33251"/>
                </a:cubicBezTo>
                <a:cubicBezTo>
                  <a:pt x="37595" y="33251"/>
                  <a:pt x="30981" y="34010"/>
                  <a:pt x="24464" y="34205"/>
                </a:cubicBezTo>
                <a:cubicBezTo>
                  <a:pt x="23994" y="34221"/>
                  <a:pt x="23522" y="34229"/>
                  <a:pt x="23048" y="34229"/>
                </a:cubicBezTo>
                <a:cubicBezTo>
                  <a:pt x="19078" y="34229"/>
                  <a:pt x="15009" y="33626"/>
                  <a:pt x="11425" y="31834"/>
                </a:cubicBezTo>
                <a:cubicBezTo>
                  <a:pt x="8446" y="30375"/>
                  <a:pt x="6045" y="28065"/>
                  <a:pt x="4434" y="25208"/>
                </a:cubicBezTo>
                <a:cubicBezTo>
                  <a:pt x="1060" y="19250"/>
                  <a:pt x="665" y="11894"/>
                  <a:pt x="756" y="5207"/>
                </a:cubicBezTo>
                <a:cubicBezTo>
                  <a:pt x="778" y="3952"/>
                  <a:pt x="619" y="2696"/>
                  <a:pt x="570" y="1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71" name="Google Shape;571;p35"/>
          <p:cNvSpPr/>
          <p:nvPr/>
        </p:nvSpPr>
        <p:spPr>
          <a:xfrm rot="-2700000">
            <a:off x="6574414" y="-1501023"/>
            <a:ext cx="2721949" cy="4218460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5"/>
          <p:cNvSpPr/>
          <p:nvPr/>
        </p:nvSpPr>
        <p:spPr>
          <a:xfrm rot="-6221831">
            <a:off x="7163624" y="227707"/>
            <a:ext cx="3372561" cy="1702769"/>
          </a:xfrm>
          <a:custGeom>
            <a:avLst/>
            <a:gdLst/>
            <a:ahLst/>
            <a:cxnLst/>
            <a:rect l="l" t="t" r="r" b="b"/>
            <a:pathLst>
              <a:path w="134897" h="68108" extrusionOk="0">
                <a:moveTo>
                  <a:pt x="110445" y="0"/>
                </a:moveTo>
                <a:cubicBezTo>
                  <a:pt x="107189" y="0"/>
                  <a:pt x="104253" y="1499"/>
                  <a:pt x="101583" y="2289"/>
                </a:cubicBezTo>
                <a:cubicBezTo>
                  <a:pt x="97753" y="3444"/>
                  <a:pt x="93558" y="4021"/>
                  <a:pt x="90336" y="6666"/>
                </a:cubicBezTo>
                <a:cubicBezTo>
                  <a:pt x="86871" y="9584"/>
                  <a:pt x="83649" y="10526"/>
                  <a:pt x="78968" y="10526"/>
                </a:cubicBezTo>
                <a:cubicBezTo>
                  <a:pt x="75382" y="10526"/>
                  <a:pt x="71278" y="10283"/>
                  <a:pt x="66293" y="9675"/>
                </a:cubicBezTo>
                <a:cubicBezTo>
                  <a:pt x="62585" y="9219"/>
                  <a:pt x="58299" y="9462"/>
                  <a:pt x="53497" y="9128"/>
                </a:cubicBezTo>
                <a:cubicBezTo>
                  <a:pt x="50716" y="8922"/>
                  <a:pt x="48175" y="8591"/>
                  <a:pt x="45918" y="8591"/>
                </a:cubicBezTo>
                <a:cubicBezTo>
                  <a:pt x="44499" y="8591"/>
                  <a:pt x="43192" y="8722"/>
                  <a:pt x="42007" y="9097"/>
                </a:cubicBezTo>
                <a:cubicBezTo>
                  <a:pt x="37782" y="10435"/>
                  <a:pt x="34499" y="12927"/>
                  <a:pt x="32098" y="15268"/>
                </a:cubicBezTo>
                <a:cubicBezTo>
                  <a:pt x="28724" y="18642"/>
                  <a:pt x="27083" y="22623"/>
                  <a:pt x="24834" y="24113"/>
                </a:cubicBezTo>
                <a:cubicBezTo>
                  <a:pt x="19910" y="27365"/>
                  <a:pt x="12888" y="25116"/>
                  <a:pt x="7083" y="27760"/>
                </a:cubicBezTo>
                <a:cubicBezTo>
                  <a:pt x="3830" y="29219"/>
                  <a:pt x="1976" y="33505"/>
                  <a:pt x="1125" y="37852"/>
                </a:cubicBezTo>
                <a:cubicBezTo>
                  <a:pt x="426" y="41347"/>
                  <a:pt x="0" y="45511"/>
                  <a:pt x="2158" y="49523"/>
                </a:cubicBezTo>
                <a:cubicBezTo>
                  <a:pt x="4468" y="53748"/>
                  <a:pt x="7782" y="57062"/>
                  <a:pt x="11338" y="59736"/>
                </a:cubicBezTo>
                <a:cubicBezTo>
                  <a:pt x="14894" y="62411"/>
                  <a:pt x="19332" y="63536"/>
                  <a:pt x="23861" y="64904"/>
                </a:cubicBezTo>
                <a:cubicBezTo>
                  <a:pt x="28025" y="66150"/>
                  <a:pt x="32341" y="67700"/>
                  <a:pt x="37083" y="68034"/>
                </a:cubicBezTo>
                <a:cubicBezTo>
                  <a:pt x="37751" y="68085"/>
                  <a:pt x="38421" y="68107"/>
                  <a:pt x="39095" y="68107"/>
                </a:cubicBezTo>
                <a:cubicBezTo>
                  <a:pt x="42867" y="68107"/>
                  <a:pt x="46733" y="67415"/>
                  <a:pt x="50731" y="67183"/>
                </a:cubicBezTo>
                <a:cubicBezTo>
                  <a:pt x="51862" y="67114"/>
                  <a:pt x="53004" y="67095"/>
                  <a:pt x="54152" y="67095"/>
                </a:cubicBezTo>
                <a:cubicBezTo>
                  <a:pt x="55483" y="67095"/>
                  <a:pt x="56824" y="67120"/>
                  <a:pt x="58171" y="67120"/>
                </a:cubicBezTo>
                <a:cubicBezTo>
                  <a:pt x="60251" y="67120"/>
                  <a:pt x="62345" y="67061"/>
                  <a:pt x="64439" y="66758"/>
                </a:cubicBezTo>
                <a:cubicBezTo>
                  <a:pt x="68907" y="66089"/>
                  <a:pt x="73254" y="64356"/>
                  <a:pt x="77722" y="63414"/>
                </a:cubicBezTo>
                <a:cubicBezTo>
                  <a:pt x="82251" y="62502"/>
                  <a:pt x="86993" y="62654"/>
                  <a:pt x="91339" y="61590"/>
                </a:cubicBezTo>
                <a:cubicBezTo>
                  <a:pt x="95929" y="60466"/>
                  <a:pt x="100245" y="58825"/>
                  <a:pt x="104501" y="57669"/>
                </a:cubicBezTo>
                <a:cubicBezTo>
                  <a:pt x="109455" y="56362"/>
                  <a:pt x="113802" y="54843"/>
                  <a:pt x="117419" y="52837"/>
                </a:cubicBezTo>
                <a:cubicBezTo>
                  <a:pt x="121948" y="50344"/>
                  <a:pt x="125839" y="47609"/>
                  <a:pt x="128453" y="44417"/>
                </a:cubicBezTo>
                <a:cubicBezTo>
                  <a:pt x="131614" y="40526"/>
                  <a:pt x="132343" y="35754"/>
                  <a:pt x="133073" y="31529"/>
                </a:cubicBezTo>
                <a:cubicBezTo>
                  <a:pt x="133863" y="26818"/>
                  <a:pt x="134896" y="21833"/>
                  <a:pt x="133194" y="17669"/>
                </a:cubicBezTo>
                <a:cubicBezTo>
                  <a:pt x="131462" y="13353"/>
                  <a:pt x="128301" y="9006"/>
                  <a:pt x="124562" y="6301"/>
                </a:cubicBezTo>
                <a:cubicBezTo>
                  <a:pt x="120641" y="3474"/>
                  <a:pt x="116750" y="1529"/>
                  <a:pt x="113559" y="495"/>
                </a:cubicBezTo>
                <a:cubicBezTo>
                  <a:pt x="112489" y="144"/>
                  <a:pt x="111452" y="0"/>
                  <a:pt x="1104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7839417" y="3571224"/>
            <a:ext cx="523979" cy="621108"/>
            <a:chOff x="6346125" y="2675525"/>
            <a:chExt cx="601100" cy="712525"/>
          </a:xfrm>
        </p:grpSpPr>
        <p:sp>
          <p:nvSpPr>
            <p:cNvPr id="574" name="Google Shape;574;p35"/>
            <p:cNvSpPr/>
            <p:nvPr/>
          </p:nvSpPr>
          <p:spPr>
            <a:xfrm>
              <a:off x="6374250" y="3203525"/>
              <a:ext cx="168725" cy="184525"/>
            </a:xfrm>
            <a:custGeom>
              <a:avLst/>
              <a:gdLst/>
              <a:ahLst/>
              <a:cxnLst/>
              <a:rect l="l" t="t" r="r" b="b"/>
              <a:pathLst>
                <a:path w="6749" h="7381" extrusionOk="0">
                  <a:moveTo>
                    <a:pt x="5194" y="0"/>
                  </a:moveTo>
                  <a:cubicBezTo>
                    <a:pt x="5066" y="0"/>
                    <a:pt x="4935" y="16"/>
                    <a:pt x="4803" y="49"/>
                  </a:cubicBezTo>
                  <a:cubicBezTo>
                    <a:pt x="4256" y="171"/>
                    <a:pt x="3891" y="596"/>
                    <a:pt x="3648" y="1083"/>
                  </a:cubicBezTo>
                  <a:cubicBezTo>
                    <a:pt x="3222" y="1873"/>
                    <a:pt x="2766" y="2603"/>
                    <a:pt x="2219" y="3332"/>
                  </a:cubicBezTo>
                  <a:cubicBezTo>
                    <a:pt x="2219" y="3362"/>
                    <a:pt x="2189" y="3393"/>
                    <a:pt x="2158" y="3423"/>
                  </a:cubicBezTo>
                  <a:cubicBezTo>
                    <a:pt x="2158" y="3423"/>
                    <a:pt x="2093" y="3505"/>
                    <a:pt x="2033" y="3581"/>
                  </a:cubicBezTo>
                  <a:lnTo>
                    <a:pt x="2033" y="3581"/>
                  </a:lnTo>
                  <a:cubicBezTo>
                    <a:pt x="2002" y="3610"/>
                    <a:pt x="1959" y="3653"/>
                    <a:pt x="1946" y="3666"/>
                  </a:cubicBezTo>
                  <a:cubicBezTo>
                    <a:pt x="1794" y="3879"/>
                    <a:pt x="1642" y="4062"/>
                    <a:pt x="1459" y="4274"/>
                  </a:cubicBezTo>
                  <a:cubicBezTo>
                    <a:pt x="1125" y="4639"/>
                    <a:pt x="791" y="5034"/>
                    <a:pt x="456" y="5399"/>
                  </a:cubicBezTo>
                  <a:cubicBezTo>
                    <a:pt x="61" y="5855"/>
                    <a:pt x="0" y="6463"/>
                    <a:pt x="365" y="6919"/>
                  </a:cubicBezTo>
                  <a:cubicBezTo>
                    <a:pt x="581" y="7213"/>
                    <a:pt x="924" y="7381"/>
                    <a:pt x="1278" y="7381"/>
                  </a:cubicBezTo>
                  <a:cubicBezTo>
                    <a:pt x="1473" y="7381"/>
                    <a:pt x="1671" y="7330"/>
                    <a:pt x="1854" y="7223"/>
                  </a:cubicBezTo>
                  <a:cubicBezTo>
                    <a:pt x="3557" y="6280"/>
                    <a:pt x="4894" y="4730"/>
                    <a:pt x="5988" y="3119"/>
                  </a:cubicBezTo>
                  <a:cubicBezTo>
                    <a:pt x="6079" y="2967"/>
                    <a:pt x="6201" y="2815"/>
                    <a:pt x="6292" y="2633"/>
                  </a:cubicBezTo>
                  <a:cubicBezTo>
                    <a:pt x="6353" y="2542"/>
                    <a:pt x="6414" y="2451"/>
                    <a:pt x="6475" y="2329"/>
                  </a:cubicBezTo>
                  <a:cubicBezTo>
                    <a:pt x="6687" y="1873"/>
                    <a:pt x="6748" y="1387"/>
                    <a:pt x="6535" y="900"/>
                  </a:cubicBezTo>
                  <a:cubicBezTo>
                    <a:pt x="6287" y="328"/>
                    <a:pt x="5773" y="0"/>
                    <a:pt x="5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5"/>
            <p:cNvSpPr/>
            <p:nvPr/>
          </p:nvSpPr>
          <p:spPr>
            <a:xfrm>
              <a:off x="6346125" y="2989975"/>
              <a:ext cx="151250" cy="213350"/>
            </a:xfrm>
            <a:custGeom>
              <a:avLst/>
              <a:gdLst/>
              <a:ahLst/>
              <a:cxnLst/>
              <a:rect l="l" t="t" r="r" b="b"/>
              <a:pathLst>
                <a:path w="6050" h="8534" extrusionOk="0">
                  <a:moveTo>
                    <a:pt x="4514" y="1"/>
                  </a:moveTo>
                  <a:cubicBezTo>
                    <a:pt x="4051" y="1"/>
                    <a:pt x="3585" y="217"/>
                    <a:pt x="3344" y="658"/>
                  </a:cubicBezTo>
                  <a:cubicBezTo>
                    <a:pt x="2220" y="2847"/>
                    <a:pt x="1004" y="5065"/>
                    <a:pt x="153" y="7406"/>
                  </a:cubicBezTo>
                  <a:cubicBezTo>
                    <a:pt x="1" y="7771"/>
                    <a:pt x="244" y="8227"/>
                    <a:pt x="548" y="8409"/>
                  </a:cubicBezTo>
                  <a:cubicBezTo>
                    <a:pt x="694" y="8489"/>
                    <a:pt x="874" y="8533"/>
                    <a:pt x="1052" y="8533"/>
                  </a:cubicBezTo>
                  <a:cubicBezTo>
                    <a:pt x="1281" y="8533"/>
                    <a:pt x="1505" y="8459"/>
                    <a:pt x="1642" y="8287"/>
                  </a:cubicBezTo>
                  <a:cubicBezTo>
                    <a:pt x="3162" y="6312"/>
                    <a:pt x="4408" y="4154"/>
                    <a:pt x="5685" y="2026"/>
                  </a:cubicBezTo>
                  <a:cubicBezTo>
                    <a:pt x="6049" y="1418"/>
                    <a:pt x="5837" y="506"/>
                    <a:pt x="5198" y="172"/>
                  </a:cubicBezTo>
                  <a:cubicBezTo>
                    <a:pt x="4992" y="58"/>
                    <a:pt x="4753" y="1"/>
                    <a:pt x="4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5"/>
            <p:cNvSpPr/>
            <p:nvPr/>
          </p:nvSpPr>
          <p:spPr>
            <a:xfrm>
              <a:off x="6566500" y="2890125"/>
              <a:ext cx="176325" cy="224875"/>
            </a:xfrm>
            <a:custGeom>
              <a:avLst/>
              <a:gdLst/>
              <a:ahLst/>
              <a:cxnLst/>
              <a:rect l="l" t="t" r="r" b="b"/>
              <a:pathLst>
                <a:path w="7053" h="8995" extrusionOk="0">
                  <a:moveTo>
                    <a:pt x="5374" y="1"/>
                  </a:moveTo>
                  <a:cubicBezTo>
                    <a:pt x="4880" y="1"/>
                    <a:pt x="4357" y="231"/>
                    <a:pt x="4165" y="701"/>
                  </a:cubicBezTo>
                  <a:cubicBezTo>
                    <a:pt x="4013" y="1065"/>
                    <a:pt x="3830" y="1430"/>
                    <a:pt x="3709" y="1795"/>
                  </a:cubicBezTo>
                  <a:lnTo>
                    <a:pt x="3678" y="1795"/>
                  </a:lnTo>
                  <a:cubicBezTo>
                    <a:pt x="3678" y="1856"/>
                    <a:pt x="3648" y="1886"/>
                    <a:pt x="3648" y="1916"/>
                  </a:cubicBezTo>
                  <a:cubicBezTo>
                    <a:pt x="3618" y="1947"/>
                    <a:pt x="3618" y="1977"/>
                    <a:pt x="3618" y="1977"/>
                  </a:cubicBezTo>
                  <a:cubicBezTo>
                    <a:pt x="3557" y="2129"/>
                    <a:pt x="3466" y="2281"/>
                    <a:pt x="3405" y="2433"/>
                  </a:cubicBezTo>
                  <a:cubicBezTo>
                    <a:pt x="3131" y="2980"/>
                    <a:pt x="2827" y="3558"/>
                    <a:pt x="2523" y="4075"/>
                  </a:cubicBezTo>
                  <a:cubicBezTo>
                    <a:pt x="2219" y="4622"/>
                    <a:pt x="1885" y="5108"/>
                    <a:pt x="1520" y="5594"/>
                  </a:cubicBezTo>
                  <a:cubicBezTo>
                    <a:pt x="1338" y="5868"/>
                    <a:pt x="1155" y="6111"/>
                    <a:pt x="973" y="6385"/>
                  </a:cubicBezTo>
                  <a:cubicBezTo>
                    <a:pt x="943" y="6415"/>
                    <a:pt x="912" y="6445"/>
                    <a:pt x="882" y="6506"/>
                  </a:cubicBezTo>
                  <a:cubicBezTo>
                    <a:pt x="852" y="6506"/>
                    <a:pt x="852" y="6537"/>
                    <a:pt x="821" y="6537"/>
                  </a:cubicBezTo>
                  <a:cubicBezTo>
                    <a:pt x="730" y="6689"/>
                    <a:pt x="608" y="6810"/>
                    <a:pt x="487" y="6962"/>
                  </a:cubicBezTo>
                  <a:cubicBezTo>
                    <a:pt x="92" y="7448"/>
                    <a:pt x="0" y="8178"/>
                    <a:pt x="487" y="8664"/>
                  </a:cubicBezTo>
                  <a:cubicBezTo>
                    <a:pt x="741" y="8888"/>
                    <a:pt x="1031" y="8995"/>
                    <a:pt x="1323" y="8995"/>
                  </a:cubicBezTo>
                  <a:cubicBezTo>
                    <a:pt x="1624" y="8995"/>
                    <a:pt x="1926" y="8881"/>
                    <a:pt x="2189" y="8664"/>
                  </a:cubicBezTo>
                  <a:cubicBezTo>
                    <a:pt x="4256" y="6841"/>
                    <a:pt x="5928" y="4439"/>
                    <a:pt x="6809" y="1825"/>
                  </a:cubicBezTo>
                  <a:cubicBezTo>
                    <a:pt x="7052" y="1126"/>
                    <a:pt x="6596" y="366"/>
                    <a:pt x="5958" y="123"/>
                  </a:cubicBezTo>
                  <a:cubicBezTo>
                    <a:pt x="5786" y="42"/>
                    <a:pt x="5583" y="1"/>
                    <a:pt x="5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6657225" y="2934975"/>
              <a:ext cx="2000" cy="3200"/>
            </a:xfrm>
            <a:custGeom>
              <a:avLst/>
              <a:gdLst/>
              <a:ahLst/>
              <a:cxnLst/>
              <a:rect l="l" t="t" r="r" b="b"/>
              <a:pathLst>
                <a:path w="80" h="128" extrusionOk="0">
                  <a:moveTo>
                    <a:pt x="80" y="1"/>
                  </a:moveTo>
                  <a:cubicBezTo>
                    <a:pt x="63" y="1"/>
                    <a:pt x="47" y="18"/>
                    <a:pt x="35" y="44"/>
                  </a:cubicBezTo>
                  <a:lnTo>
                    <a:pt x="35" y="44"/>
                  </a:lnTo>
                  <a:cubicBezTo>
                    <a:pt x="47" y="26"/>
                    <a:pt x="62" y="10"/>
                    <a:pt x="80" y="1"/>
                  </a:cubicBezTo>
                  <a:close/>
                  <a:moveTo>
                    <a:pt x="35" y="44"/>
                  </a:moveTo>
                  <a:cubicBezTo>
                    <a:pt x="11" y="82"/>
                    <a:pt x="1" y="127"/>
                    <a:pt x="11" y="127"/>
                  </a:cubicBezTo>
                  <a:cubicBezTo>
                    <a:pt x="13" y="127"/>
                    <a:pt x="16" y="126"/>
                    <a:pt x="19" y="122"/>
                  </a:cubicBezTo>
                  <a:cubicBezTo>
                    <a:pt x="19" y="94"/>
                    <a:pt x="25" y="66"/>
                    <a:pt x="35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6557375" y="2799375"/>
              <a:ext cx="700" cy="375"/>
            </a:xfrm>
            <a:custGeom>
              <a:avLst/>
              <a:gdLst/>
              <a:ahLst/>
              <a:cxnLst/>
              <a:rect l="l" t="t" r="r" b="b"/>
              <a:pathLst>
                <a:path w="28" h="15" extrusionOk="0">
                  <a:moveTo>
                    <a:pt x="21" y="1"/>
                  </a:moveTo>
                  <a:cubicBezTo>
                    <a:pt x="18" y="1"/>
                    <a:pt x="11" y="4"/>
                    <a:pt x="1" y="14"/>
                  </a:cubicBezTo>
                  <a:cubicBezTo>
                    <a:pt x="21" y="14"/>
                    <a:pt x="28" y="1"/>
                    <a:pt x="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6539150" y="2685925"/>
              <a:ext cx="141475" cy="171775"/>
            </a:xfrm>
            <a:custGeom>
              <a:avLst/>
              <a:gdLst/>
              <a:ahLst/>
              <a:cxnLst/>
              <a:rect l="l" t="t" r="r" b="b"/>
              <a:pathLst>
                <a:path w="5659" h="6871" extrusionOk="0">
                  <a:moveTo>
                    <a:pt x="5593" y="1179"/>
                  </a:moveTo>
                  <a:cubicBezTo>
                    <a:pt x="5605" y="1227"/>
                    <a:pt x="5612" y="1280"/>
                    <a:pt x="5619" y="1334"/>
                  </a:cubicBezTo>
                  <a:lnTo>
                    <a:pt x="5619" y="1334"/>
                  </a:lnTo>
                  <a:cubicBezTo>
                    <a:pt x="5611" y="1282"/>
                    <a:pt x="5602" y="1230"/>
                    <a:pt x="5593" y="1179"/>
                  </a:cubicBezTo>
                  <a:close/>
                  <a:moveTo>
                    <a:pt x="4314" y="0"/>
                  </a:moveTo>
                  <a:cubicBezTo>
                    <a:pt x="4204" y="0"/>
                    <a:pt x="4092" y="17"/>
                    <a:pt x="3982" y="54"/>
                  </a:cubicBezTo>
                  <a:cubicBezTo>
                    <a:pt x="3648" y="175"/>
                    <a:pt x="3405" y="358"/>
                    <a:pt x="3161" y="601"/>
                  </a:cubicBezTo>
                  <a:cubicBezTo>
                    <a:pt x="2949" y="844"/>
                    <a:pt x="2827" y="1118"/>
                    <a:pt x="2705" y="1422"/>
                  </a:cubicBezTo>
                  <a:cubicBezTo>
                    <a:pt x="2432" y="2060"/>
                    <a:pt x="2097" y="2698"/>
                    <a:pt x="1702" y="3306"/>
                  </a:cubicBezTo>
                  <a:cubicBezTo>
                    <a:pt x="1611" y="3458"/>
                    <a:pt x="1490" y="3610"/>
                    <a:pt x="1398" y="3732"/>
                  </a:cubicBezTo>
                  <a:cubicBezTo>
                    <a:pt x="1368" y="3762"/>
                    <a:pt x="1368" y="3762"/>
                    <a:pt x="1368" y="3793"/>
                  </a:cubicBezTo>
                  <a:cubicBezTo>
                    <a:pt x="1246" y="3914"/>
                    <a:pt x="1125" y="4066"/>
                    <a:pt x="1003" y="4218"/>
                  </a:cubicBezTo>
                  <a:cubicBezTo>
                    <a:pt x="947" y="4302"/>
                    <a:pt x="891" y="4360"/>
                    <a:pt x="859" y="4440"/>
                  </a:cubicBezTo>
                  <a:lnTo>
                    <a:pt x="859" y="4440"/>
                  </a:lnTo>
                  <a:cubicBezTo>
                    <a:pt x="832" y="4479"/>
                    <a:pt x="799" y="4527"/>
                    <a:pt x="760" y="4583"/>
                  </a:cubicBezTo>
                  <a:cubicBezTo>
                    <a:pt x="733" y="4610"/>
                    <a:pt x="706" y="4637"/>
                    <a:pt x="679" y="4664"/>
                  </a:cubicBezTo>
                  <a:lnTo>
                    <a:pt x="679" y="4664"/>
                  </a:lnTo>
                  <a:cubicBezTo>
                    <a:pt x="707" y="4618"/>
                    <a:pt x="740" y="4572"/>
                    <a:pt x="760" y="4552"/>
                  </a:cubicBezTo>
                  <a:lnTo>
                    <a:pt x="760" y="4552"/>
                  </a:lnTo>
                  <a:cubicBezTo>
                    <a:pt x="730" y="4552"/>
                    <a:pt x="699" y="4613"/>
                    <a:pt x="669" y="4674"/>
                  </a:cubicBezTo>
                  <a:cubicBezTo>
                    <a:pt x="672" y="4671"/>
                    <a:pt x="675" y="4668"/>
                    <a:pt x="679" y="4664"/>
                  </a:cubicBezTo>
                  <a:lnTo>
                    <a:pt x="679" y="4664"/>
                  </a:lnTo>
                  <a:cubicBezTo>
                    <a:pt x="663" y="4689"/>
                    <a:pt x="649" y="4714"/>
                    <a:pt x="638" y="4735"/>
                  </a:cubicBezTo>
                  <a:cubicBezTo>
                    <a:pt x="578" y="4796"/>
                    <a:pt x="517" y="4887"/>
                    <a:pt x="426" y="4948"/>
                  </a:cubicBezTo>
                  <a:cubicBezTo>
                    <a:pt x="61" y="5373"/>
                    <a:pt x="0" y="5981"/>
                    <a:pt x="365" y="6437"/>
                  </a:cubicBezTo>
                  <a:cubicBezTo>
                    <a:pt x="579" y="6710"/>
                    <a:pt x="906" y="6870"/>
                    <a:pt x="1241" y="6870"/>
                  </a:cubicBezTo>
                  <a:cubicBezTo>
                    <a:pt x="1429" y="6870"/>
                    <a:pt x="1619" y="6820"/>
                    <a:pt x="1794" y="6711"/>
                  </a:cubicBezTo>
                  <a:cubicBezTo>
                    <a:pt x="2249" y="6467"/>
                    <a:pt x="2705" y="6163"/>
                    <a:pt x="3101" y="5799"/>
                  </a:cubicBezTo>
                  <a:cubicBezTo>
                    <a:pt x="3465" y="5495"/>
                    <a:pt x="3769" y="5130"/>
                    <a:pt x="4043" y="4765"/>
                  </a:cubicBezTo>
                  <a:cubicBezTo>
                    <a:pt x="4408" y="4309"/>
                    <a:pt x="4742" y="3884"/>
                    <a:pt x="4985" y="3397"/>
                  </a:cubicBezTo>
                  <a:cubicBezTo>
                    <a:pt x="5107" y="3185"/>
                    <a:pt x="5198" y="3002"/>
                    <a:pt x="5289" y="2789"/>
                  </a:cubicBezTo>
                  <a:cubicBezTo>
                    <a:pt x="5380" y="2577"/>
                    <a:pt x="5471" y="2364"/>
                    <a:pt x="5563" y="2151"/>
                  </a:cubicBezTo>
                  <a:cubicBezTo>
                    <a:pt x="5647" y="1940"/>
                    <a:pt x="5658" y="1715"/>
                    <a:pt x="5637" y="1485"/>
                  </a:cubicBezTo>
                  <a:lnTo>
                    <a:pt x="5637" y="1485"/>
                  </a:lnTo>
                  <a:cubicBezTo>
                    <a:pt x="5641" y="1516"/>
                    <a:pt x="5647" y="1546"/>
                    <a:pt x="5654" y="1574"/>
                  </a:cubicBezTo>
                  <a:cubicBezTo>
                    <a:pt x="5623" y="1239"/>
                    <a:pt x="5623" y="905"/>
                    <a:pt x="5411" y="631"/>
                  </a:cubicBezTo>
                  <a:cubicBezTo>
                    <a:pt x="5168" y="267"/>
                    <a:pt x="4751" y="0"/>
                    <a:pt x="4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6738225" y="2675525"/>
              <a:ext cx="126175" cy="157000"/>
            </a:xfrm>
            <a:custGeom>
              <a:avLst/>
              <a:gdLst/>
              <a:ahLst/>
              <a:cxnLst/>
              <a:rect l="l" t="t" r="r" b="b"/>
              <a:pathLst>
                <a:path w="5047" h="6280" extrusionOk="0">
                  <a:moveTo>
                    <a:pt x="3669" y="1"/>
                  </a:moveTo>
                  <a:cubicBezTo>
                    <a:pt x="3315" y="1"/>
                    <a:pt x="3052" y="146"/>
                    <a:pt x="2767" y="379"/>
                  </a:cubicBezTo>
                  <a:cubicBezTo>
                    <a:pt x="2311" y="743"/>
                    <a:pt x="2281" y="1503"/>
                    <a:pt x="2098" y="2020"/>
                  </a:cubicBezTo>
                  <a:cubicBezTo>
                    <a:pt x="2068" y="2111"/>
                    <a:pt x="2037" y="2202"/>
                    <a:pt x="2007" y="2324"/>
                  </a:cubicBezTo>
                  <a:cubicBezTo>
                    <a:pt x="2007" y="2324"/>
                    <a:pt x="2007" y="2324"/>
                    <a:pt x="1977" y="2354"/>
                  </a:cubicBezTo>
                  <a:cubicBezTo>
                    <a:pt x="1885" y="2567"/>
                    <a:pt x="1794" y="2750"/>
                    <a:pt x="1673" y="2962"/>
                  </a:cubicBezTo>
                  <a:cubicBezTo>
                    <a:pt x="1581" y="3114"/>
                    <a:pt x="1490" y="3297"/>
                    <a:pt x="1369" y="3479"/>
                  </a:cubicBezTo>
                  <a:cubicBezTo>
                    <a:pt x="1308" y="3570"/>
                    <a:pt x="1247" y="3661"/>
                    <a:pt x="1186" y="3753"/>
                  </a:cubicBezTo>
                  <a:cubicBezTo>
                    <a:pt x="1186" y="3783"/>
                    <a:pt x="1156" y="3813"/>
                    <a:pt x="1125" y="3844"/>
                  </a:cubicBezTo>
                  <a:cubicBezTo>
                    <a:pt x="1095" y="3874"/>
                    <a:pt x="1065" y="3905"/>
                    <a:pt x="1065" y="3935"/>
                  </a:cubicBezTo>
                  <a:cubicBezTo>
                    <a:pt x="1034" y="3996"/>
                    <a:pt x="974" y="4026"/>
                    <a:pt x="943" y="4087"/>
                  </a:cubicBezTo>
                  <a:cubicBezTo>
                    <a:pt x="852" y="4178"/>
                    <a:pt x="761" y="4269"/>
                    <a:pt x="670" y="4391"/>
                  </a:cubicBezTo>
                  <a:cubicBezTo>
                    <a:pt x="609" y="4482"/>
                    <a:pt x="518" y="4604"/>
                    <a:pt x="457" y="4695"/>
                  </a:cubicBezTo>
                  <a:cubicBezTo>
                    <a:pt x="426" y="4725"/>
                    <a:pt x="426" y="4756"/>
                    <a:pt x="426" y="4756"/>
                  </a:cubicBezTo>
                  <a:cubicBezTo>
                    <a:pt x="396" y="4786"/>
                    <a:pt x="366" y="4816"/>
                    <a:pt x="335" y="4847"/>
                  </a:cubicBezTo>
                  <a:cubicBezTo>
                    <a:pt x="122" y="5120"/>
                    <a:pt x="1" y="5516"/>
                    <a:pt x="214" y="5850"/>
                  </a:cubicBezTo>
                  <a:cubicBezTo>
                    <a:pt x="360" y="6094"/>
                    <a:pt x="645" y="6280"/>
                    <a:pt x="940" y="6280"/>
                  </a:cubicBezTo>
                  <a:cubicBezTo>
                    <a:pt x="1012" y="6280"/>
                    <a:pt x="1084" y="6269"/>
                    <a:pt x="1156" y="6245"/>
                  </a:cubicBezTo>
                  <a:cubicBezTo>
                    <a:pt x="1429" y="6154"/>
                    <a:pt x="1673" y="6032"/>
                    <a:pt x="1946" y="5911"/>
                  </a:cubicBezTo>
                  <a:cubicBezTo>
                    <a:pt x="2189" y="5789"/>
                    <a:pt x="2433" y="5576"/>
                    <a:pt x="2645" y="5394"/>
                  </a:cubicBezTo>
                  <a:cubicBezTo>
                    <a:pt x="3071" y="5029"/>
                    <a:pt x="3436" y="4634"/>
                    <a:pt x="3770" y="4209"/>
                  </a:cubicBezTo>
                  <a:cubicBezTo>
                    <a:pt x="4043" y="3844"/>
                    <a:pt x="4256" y="3449"/>
                    <a:pt x="4439" y="3054"/>
                  </a:cubicBezTo>
                  <a:cubicBezTo>
                    <a:pt x="4591" y="2750"/>
                    <a:pt x="4712" y="2446"/>
                    <a:pt x="4803" y="2142"/>
                  </a:cubicBezTo>
                  <a:cubicBezTo>
                    <a:pt x="4864" y="2050"/>
                    <a:pt x="4895" y="1929"/>
                    <a:pt x="4925" y="1807"/>
                  </a:cubicBezTo>
                  <a:cubicBezTo>
                    <a:pt x="5047" y="1412"/>
                    <a:pt x="4986" y="1017"/>
                    <a:pt x="4803" y="652"/>
                  </a:cubicBezTo>
                  <a:cubicBezTo>
                    <a:pt x="4621" y="288"/>
                    <a:pt x="4226" y="75"/>
                    <a:pt x="3861" y="14"/>
                  </a:cubicBezTo>
                  <a:cubicBezTo>
                    <a:pt x="3794" y="5"/>
                    <a:pt x="3730" y="1"/>
                    <a:pt x="3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6621200" y="3147725"/>
              <a:ext cx="164925" cy="189350"/>
            </a:xfrm>
            <a:custGeom>
              <a:avLst/>
              <a:gdLst/>
              <a:ahLst/>
              <a:cxnLst/>
              <a:rect l="l" t="t" r="r" b="b"/>
              <a:pathLst>
                <a:path w="6597" h="7574" extrusionOk="0">
                  <a:moveTo>
                    <a:pt x="5056" y="1"/>
                  </a:moveTo>
                  <a:cubicBezTo>
                    <a:pt x="4558" y="1"/>
                    <a:pt x="4044" y="231"/>
                    <a:pt x="3831" y="701"/>
                  </a:cubicBezTo>
                  <a:cubicBezTo>
                    <a:pt x="3770" y="822"/>
                    <a:pt x="3709" y="944"/>
                    <a:pt x="3648" y="1065"/>
                  </a:cubicBezTo>
                  <a:cubicBezTo>
                    <a:pt x="3648" y="1126"/>
                    <a:pt x="3588" y="1217"/>
                    <a:pt x="3557" y="1309"/>
                  </a:cubicBezTo>
                  <a:cubicBezTo>
                    <a:pt x="3557" y="1306"/>
                    <a:pt x="3557" y="1305"/>
                    <a:pt x="3556" y="1305"/>
                  </a:cubicBezTo>
                  <a:cubicBezTo>
                    <a:pt x="3547" y="1305"/>
                    <a:pt x="3496" y="1433"/>
                    <a:pt x="3496" y="1461"/>
                  </a:cubicBezTo>
                  <a:cubicBezTo>
                    <a:pt x="3375" y="1704"/>
                    <a:pt x="3253" y="1947"/>
                    <a:pt x="3132" y="2160"/>
                  </a:cubicBezTo>
                  <a:cubicBezTo>
                    <a:pt x="2889" y="2646"/>
                    <a:pt x="2615" y="3102"/>
                    <a:pt x="2311" y="3558"/>
                  </a:cubicBezTo>
                  <a:cubicBezTo>
                    <a:pt x="2159" y="3771"/>
                    <a:pt x="2007" y="3953"/>
                    <a:pt x="1855" y="4166"/>
                  </a:cubicBezTo>
                  <a:cubicBezTo>
                    <a:pt x="1794" y="4227"/>
                    <a:pt x="1764" y="4257"/>
                    <a:pt x="1733" y="4318"/>
                  </a:cubicBezTo>
                  <a:cubicBezTo>
                    <a:pt x="1642" y="4409"/>
                    <a:pt x="1581" y="4500"/>
                    <a:pt x="1490" y="4591"/>
                  </a:cubicBezTo>
                  <a:cubicBezTo>
                    <a:pt x="1126" y="5017"/>
                    <a:pt x="791" y="5442"/>
                    <a:pt x="396" y="5838"/>
                  </a:cubicBezTo>
                  <a:cubicBezTo>
                    <a:pt x="31" y="6202"/>
                    <a:pt x="1" y="6780"/>
                    <a:pt x="305" y="7175"/>
                  </a:cubicBezTo>
                  <a:cubicBezTo>
                    <a:pt x="523" y="7432"/>
                    <a:pt x="831" y="7574"/>
                    <a:pt x="1137" y="7574"/>
                  </a:cubicBezTo>
                  <a:cubicBezTo>
                    <a:pt x="1301" y="7574"/>
                    <a:pt x="1464" y="7533"/>
                    <a:pt x="1612" y="7449"/>
                  </a:cubicBezTo>
                  <a:cubicBezTo>
                    <a:pt x="3800" y="6233"/>
                    <a:pt x="5594" y="4166"/>
                    <a:pt x="6475" y="1825"/>
                  </a:cubicBezTo>
                  <a:cubicBezTo>
                    <a:pt x="6597" y="1521"/>
                    <a:pt x="6506" y="974"/>
                    <a:pt x="6323" y="701"/>
                  </a:cubicBezTo>
                  <a:cubicBezTo>
                    <a:pt x="6171" y="427"/>
                    <a:pt x="5928" y="245"/>
                    <a:pt x="5655" y="123"/>
                  </a:cubicBezTo>
                  <a:cubicBezTo>
                    <a:pt x="5474" y="42"/>
                    <a:pt x="5267" y="1"/>
                    <a:pt x="5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6798275" y="2899550"/>
              <a:ext cx="148950" cy="198375"/>
            </a:xfrm>
            <a:custGeom>
              <a:avLst/>
              <a:gdLst/>
              <a:ahLst/>
              <a:cxnLst/>
              <a:rect l="l" t="t" r="r" b="b"/>
              <a:pathLst>
                <a:path w="5958" h="7935" extrusionOk="0">
                  <a:moveTo>
                    <a:pt x="4283" y="1"/>
                  </a:moveTo>
                  <a:cubicBezTo>
                    <a:pt x="4205" y="1"/>
                    <a:pt x="4125" y="7"/>
                    <a:pt x="4043" y="20"/>
                  </a:cubicBezTo>
                  <a:cubicBezTo>
                    <a:pt x="3283" y="141"/>
                    <a:pt x="2614" y="810"/>
                    <a:pt x="2614" y="1631"/>
                  </a:cubicBezTo>
                  <a:cubicBezTo>
                    <a:pt x="2645" y="2056"/>
                    <a:pt x="2675" y="2482"/>
                    <a:pt x="2645" y="2877"/>
                  </a:cubicBezTo>
                  <a:cubicBezTo>
                    <a:pt x="2584" y="3211"/>
                    <a:pt x="2493" y="3515"/>
                    <a:pt x="2371" y="3819"/>
                  </a:cubicBezTo>
                  <a:cubicBezTo>
                    <a:pt x="2355" y="3868"/>
                    <a:pt x="2339" y="3916"/>
                    <a:pt x="2323" y="3964"/>
                  </a:cubicBezTo>
                  <a:lnTo>
                    <a:pt x="2323" y="3964"/>
                  </a:lnTo>
                  <a:cubicBezTo>
                    <a:pt x="2327" y="3956"/>
                    <a:pt x="2333" y="3948"/>
                    <a:pt x="2341" y="3941"/>
                  </a:cubicBezTo>
                  <a:lnTo>
                    <a:pt x="2341" y="3941"/>
                  </a:lnTo>
                  <a:cubicBezTo>
                    <a:pt x="2334" y="3947"/>
                    <a:pt x="2328" y="3955"/>
                    <a:pt x="2322" y="3966"/>
                  </a:cubicBezTo>
                  <a:lnTo>
                    <a:pt x="2322" y="3966"/>
                  </a:lnTo>
                  <a:cubicBezTo>
                    <a:pt x="2322" y="3965"/>
                    <a:pt x="2322" y="3965"/>
                    <a:pt x="2323" y="3964"/>
                  </a:cubicBezTo>
                  <a:lnTo>
                    <a:pt x="2323" y="3964"/>
                  </a:lnTo>
                  <a:cubicBezTo>
                    <a:pt x="2322" y="3966"/>
                    <a:pt x="2321" y="3967"/>
                    <a:pt x="2320" y="3969"/>
                  </a:cubicBezTo>
                  <a:lnTo>
                    <a:pt x="2320" y="3969"/>
                  </a:lnTo>
                  <a:cubicBezTo>
                    <a:pt x="2321" y="3968"/>
                    <a:pt x="2322" y="3967"/>
                    <a:pt x="2322" y="3966"/>
                  </a:cubicBezTo>
                  <a:lnTo>
                    <a:pt x="2322" y="3966"/>
                  </a:lnTo>
                  <a:cubicBezTo>
                    <a:pt x="2308" y="4008"/>
                    <a:pt x="2294" y="4050"/>
                    <a:pt x="2280" y="4093"/>
                  </a:cubicBezTo>
                  <a:cubicBezTo>
                    <a:pt x="2301" y="4028"/>
                    <a:pt x="2308" y="3994"/>
                    <a:pt x="2320" y="3969"/>
                  </a:cubicBezTo>
                  <a:lnTo>
                    <a:pt x="2320" y="3969"/>
                  </a:lnTo>
                  <a:cubicBezTo>
                    <a:pt x="2297" y="4009"/>
                    <a:pt x="2273" y="4069"/>
                    <a:pt x="2249" y="4093"/>
                  </a:cubicBezTo>
                  <a:cubicBezTo>
                    <a:pt x="2189" y="4275"/>
                    <a:pt x="2067" y="4457"/>
                    <a:pt x="1976" y="4609"/>
                  </a:cubicBezTo>
                  <a:cubicBezTo>
                    <a:pt x="1854" y="4792"/>
                    <a:pt x="1763" y="4944"/>
                    <a:pt x="1641" y="5096"/>
                  </a:cubicBezTo>
                  <a:cubicBezTo>
                    <a:pt x="1641" y="5096"/>
                    <a:pt x="1611" y="5126"/>
                    <a:pt x="1611" y="5157"/>
                  </a:cubicBezTo>
                  <a:cubicBezTo>
                    <a:pt x="1520" y="5217"/>
                    <a:pt x="1459" y="5308"/>
                    <a:pt x="1398" y="5369"/>
                  </a:cubicBezTo>
                  <a:cubicBezTo>
                    <a:pt x="1246" y="5521"/>
                    <a:pt x="1125" y="5643"/>
                    <a:pt x="973" y="5764"/>
                  </a:cubicBezTo>
                  <a:lnTo>
                    <a:pt x="882" y="5825"/>
                  </a:lnTo>
                  <a:cubicBezTo>
                    <a:pt x="790" y="5886"/>
                    <a:pt x="730" y="5947"/>
                    <a:pt x="638" y="6008"/>
                  </a:cubicBezTo>
                  <a:cubicBezTo>
                    <a:pt x="182" y="6281"/>
                    <a:pt x="0" y="6798"/>
                    <a:pt x="213" y="7284"/>
                  </a:cubicBezTo>
                  <a:cubicBezTo>
                    <a:pt x="361" y="7679"/>
                    <a:pt x="750" y="7934"/>
                    <a:pt x="1152" y="7934"/>
                  </a:cubicBezTo>
                  <a:cubicBezTo>
                    <a:pt x="1244" y="7934"/>
                    <a:pt x="1338" y="7921"/>
                    <a:pt x="1429" y="7892"/>
                  </a:cubicBezTo>
                  <a:cubicBezTo>
                    <a:pt x="2037" y="7710"/>
                    <a:pt x="2645" y="7436"/>
                    <a:pt x="3192" y="7071"/>
                  </a:cubicBezTo>
                  <a:cubicBezTo>
                    <a:pt x="3830" y="6646"/>
                    <a:pt x="4316" y="6129"/>
                    <a:pt x="4772" y="5491"/>
                  </a:cubicBezTo>
                  <a:cubicBezTo>
                    <a:pt x="5198" y="4913"/>
                    <a:pt x="5471" y="4275"/>
                    <a:pt x="5684" y="3637"/>
                  </a:cubicBezTo>
                  <a:cubicBezTo>
                    <a:pt x="5745" y="3363"/>
                    <a:pt x="5806" y="3090"/>
                    <a:pt x="5836" y="2816"/>
                  </a:cubicBezTo>
                  <a:cubicBezTo>
                    <a:pt x="5866" y="2573"/>
                    <a:pt x="5927" y="2299"/>
                    <a:pt x="5927" y="2026"/>
                  </a:cubicBezTo>
                  <a:cubicBezTo>
                    <a:pt x="5958" y="1752"/>
                    <a:pt x="5897" y="1479"/>
                    <a:pt x="5866" y="1205"/>
                  </a:cubicBezTo>
                  <a:cubicBezTo>
                    <a:pt x="5806" y="840"/>
                    <a:pt x="5411" y="384"/>
                    <a:pt x="5107" y="232"/>
                  </a:cubicBezTo>
                  <a:cubicBezTo>
                    <a:pt x="4842" y="88"/>
                    <a:pt x="4577" y="1"/>
                    <a:pt x="42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6856775" y="2996625"/>
              <a:ext cx="400" cy="1450"/>
            </a:xfrm>
            <a:custGeom>
              <a:avLst/>
              <a:gdLst/>
              <a:ahLst/>
              <a:cxnLst/>
              <a:rect l="l" t="t" r="r" b="b"/>
              <a:pathLst>
                <a:path w="16" h="58" extrusionOk="0">
                  <a:moveTo>
                    <a:pt x="13" y="0"/>
                  </a:moveTo>
                  <a:cubicBezTo>
                    <a:pt x="10" y="0"/>
                    <a:pt x="1" y="24"/>
                    <a:pt x="1" y="58"/>
                  </a:cubicBezTo>
                  <a:cubicBezTo>
                    <a:pt x="14" y="17"/>
                    <a:pt x="16" y="0"/>
                    <a:pt x="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4" name="Google Shape;584;p35"/>
          <p:cNvSpPr/>
          <p:nvPr/>
        </p:nvSpPr>
        <p:spPr>
          <a:xfrm rot="3904968">
            <a:off x="-1616191" y="3838058"/>
            <a:ext cx="2721922" cy="4218418"/>
          </a:xfrm>
          <a:custGeom>
            <a:avLst/>
            <a:gdLst/>
            <a:ahLst/>
            <a:cxnLst/>
            <a:rect l="l" t="t" r="r" b="b"/>
            <a:pathLst>
              <a:path w="108879" h="168740" extrusionOk="0">
                <a:moveTo>
                  <a:pt x="63488" y="0"/>
                </a:moveTo>
                <a:cubicBezTo>
                  <a:pt x="59645" y="0"/>
                  <a:pt x="55921" y="1032"/>
                  <a:pt x="52221" y="1452"/>
                </a:cubicBezTo>
                <a:cubicBezTo>
                  <a:pt x="47783" y="1969"/>
                  <a:pt x="43497" y="2485"/>
                  <a:pt x="39394" y="3823"/>
                </a:cubicBezTo>
                <a:cubicBezTo>
                  <a:pt x="35138" y="5191"/>
                  <a:pt x="30822" y="6285"/>
                  <a:pt x="27053" y="8413"/>
                </a:cubicBezTo>
                <a:cubicBezTo>
                  <a:pt x="23132" y="10632"/>
                  <a:pt x="19089" y="12759"/>
                  <a:pt x="15898" y="15586"/>
                </a:cubicBezTo>
                <a:cubicBezTo>
                  <a:pt x="12463" y="18626"/>
                  <a:pt x="11187" y="23337"/>
                  <a:pt x="8816" y="26832"/>
                </a:cubicBezTo>
                <a:cubicBezTo>
                  <a:pt x="6232" y="30632"/>
                  <a:pt x="3223" y="33915"/>
                  <a:pt x="2129" y="37988"/>
                </a:cubicBezTo>
                <a:cubicBezTo>
                  <a:pt x="974" y="42304"/>
                  <a:pt x="1" y="46893"/>
                  <a:pt x="852" y="51210"/>
                </a:cubicBezTo>
                <a:cubicBezTo>
                  <a:pt x="1794" y="56225"/>
                  <a:pt x="4165" y="59903"/>
                  <a:pt x="5898" y="62973"/>
                </a:cubicBezTo>
                <a:cubicBezTo>
                  <a:pt x="8329" y="67289"/>
                  <a:pt x="11460" y="69812"/>
                  <a:pt x="14682" y="71909"/>
                </a:cubicBezTo>
                <a:cubicBezTo>
                  <a:pt x="18390" y="74341"/>
                  <a:pt x="22190" y="76104"/>
                  <a:pt x="25777" y="78140"/>
                </a:cubicBezTo>
                <a:cubicBezTo>
                  <a:pt x="29333" y="80177"/>
                  <a:pt x="32555" y="82730"/>
                  <a:pt x="34713" y="87076"/>
                </a:cubicBezTo>
                <a:cubicBezTo>
                  <a:pt x="36810" y="91271"/>
                  <a:pt x="37266" y="95314"/>
                  <a:pt x="36172" y="99022"/>
                </a:cubicBezTo>
                <a:cubicBezTo>
                  <a:pt x="35108" y="102578"/>
                  <a:pt x="31035" y="105010"/>
                  <a:pt x="28725" y="108627"/>
                </a:cubicBezTo>
                <a:cubicBezTo>
                  <a:pt x="26658" y="111910"/>
                  <a:pt x="25807" y="116195"/>
                  <a:pt x="23983" y="119873"/>
                </a:cubicBezTo>
                <a:cubicBezTo>
                  <a:pt x="22251" y="123369"/>
                  <a:pt x="21126" y="127138"/>
                  <a:pt x="20640" y="131332"/>
                </a:cubicBezTo>
                <a:cubicBezTo>
                  <a:pt x="20153" y="135709"/>
                  <a:pt x="21734" y="140269"/>
                  <a:pt x="23831" y="145132"/>
                </a:cubicBezTo>
                <a:cubicBezTo>
                  <a:pt x="25685" y="149418"/>
                  <a:pt x="26415" y="155071"/>
                  <a:pt x="29850" y="158688"/>
                </a:cubicBezTo>
                <a:cubicBezTo>
                  <a:pt x="33163" y="162214"/>
                  <a:pt x="37752" y="165254"/>
                  <a:pt x="42190" y="167290"/>
                </a:cubicBezTo>
                <a:cubicBezTo>
                  <a:pt x="44738" y="168448"/>
                  <a:pt x="47598" y="168740"/>
                  <a:pt x="50552" y="168740"/>
                </a:cubicBezTo>
                <a:cubicBezTo>
                  <a:pt x="52638" y="168740"/>
                  <a:pt x="54770" y="168594"/>
                  <a:pt x="56871" y="168506"/>
                </a:cubicBezTo>
                <a:cubicBezTo>
                  <a:pt x="61339" y="168293"/>
                  <a:pt x="65382" y="166348"/>
                  <a:pt x="70185" y="163856"/>
                </a:cubicBezTo>
                <a:cubicBezTo>
                  <a:pt x="74258" y="161758"/>
                  <a:pt x="79486" y="160938"/>
                  <a:pt x="82860" y="157442"/>
                </a:cubicBezTo>
                <a:cubicBezTo>
                  <a:pt x="86021" y="154190"/>
                  <a:pt x="87723" y="149418"/>
                  <a:pt x="90307" y="145223"/>
                </a:cubicBezTo>
                <a:cubicBezTo>
                  <a:pt x="92677" y="141363"/>
                  <a:pt x="95474" y="137472"/>
                  <a:pt x="97328" y="132943"/>
                </a:cubicBezTo>
                <a:cubicBezTo>
                  <a:pt x="99091" y="128718"/>
                  <a:pt x="100611" y="124159"/>
                  <a:pt x="101918" y="119539"/>
                </a:cubicBezTo>
                <a:cubicBezTo>
                  <a:pt x="103194" y="115071"/>
                  <a:pt x="102982" y="110177"/>
                  <a:pt x="103833" y="105466"/>
                </a:cubicBezTo>
                <a:cubicBezTo>
                  <a:pt x="104684" y="100876"/>
                  <a:pt x="107906" y="96529"/>
                  <a:pt x="108392" y="91818"/>
                </a:cubicBezTo>
                <a:cubicBezTo>
                  <a:pt x="108878" y="87107"/>
                  <a:pt x="108483" y="82243"/>
                  <a:pt x="108574" y="77532"/>
                </a:cubicBezTo>
                <a:cubicBezTo>
                  <a:pt x="108666" y="72760"/>
                  <a:pt x="106264" y="68110"/>
                  <a:pt x="105991" y="63459"/>
                </a:cubicBezTo>
                <a:cubicBezTo>
                  <a:pt x="105687" y="58657"/>
                  <a:pt x="106872" y="53793"/>
                  <a:pt x="106143" y="49264"/>
                </a:cubicBezTo>
                <a:cubicBezTo>
                  <a:pt x="105383" y="44431"/>
                  <a:pt x="105261" y="39507"/>
                  <a:pt x="104015" y="35161"/>
                </a:cubicBezTo>
                <a:cubicBezTo>
                  <a:pt x="102617" y="30358"/>
                  <a:pt x="101067" y="25617"/>
                  <a:pt x="99121" y="21635"/>
                </a:cubicBezTo>
                <a:cubicBezTo>
                  <a:pt x="96872" y="17075"/>
                  <a:pt x="91857" y="14796"/>
                  <a:pt x="88848" y="11604"/>
                </a:cubicBezTo>
                <a:cubicBezTo>
                  <a:pt x="85413" y="7987"/>
                  <a:pt x="82373" y="5039"/>
                  <a:pt x="77966" y="3701"/>
                </a:cubicBezTo>
                <a:cubicBezTo>
                  <a:pt x="73650" y="2364"/>
                  <a:pt x="69577" y="479"/>
                  <a:pt x="65321" y="84"/>
                </a:cubicBezTo>
                <a:cubicBezTo>
                  <a:pt x="64707" y="26"/>
                  <a:pt x="64096" y="0"/>
                  <a:pt x="634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35"/>
          <p:cNvSpPr/>
          <p:nvPr/>
        </p:nvSpPr>
        <p:spPr>
          <a:xfrm rot="4379951">
            <a:off x="7941288" y="-98292"/>
            <a:ext cx="1817258" cy="1137237"/>
          </a:xfrm>
          <a:custGeom>
            <a:avLst/>
            <a:gdLst/>
            <a:ahLst/>
            <a:cxnLst/>
            <a:rect l="l" t="t" r="r" b="b"/>
            <a:pathLst>
              <a:path w="22957" h="19708" extrusionOk="0">
                <a:moveTo>
                  <a:pt x="38" y="19334"/>
                </a:moveTo>
                <a:cubicBezTo>
                  <a:pt x="18" y="19334"/>
                  <a:pt x="0" y="19392"/>
                  <a:pt x="21" y="19402"/>
                </a:cubicBezTo>
                <a:cubicBezTo>
                  <a:pt x="95" y="19436"/>
                  <a:pt x="179" y="19449"/>
                  <a:pt x="267" y="19452"/>
                </a:cubicBezTo>
                <a:lnTo>
                  <a:pt x="267" y="19452"/>
                </a:lnTo>
                <a:cubicBezTo>
                  <a:pt x="190" y="19417"/>
                  <a:pt x="116" y="19378"/>
                  <a:pt x="43" y="19336"/>
                </a:cubicBezTo>
                <a:cubicBezTo>
                  <a:pt x="41" y="19335"/>
                  <a:pt x="39" y="19334"/>
                  <a:pt x="38" y="19334"/>
                </a:cubicBezTo>
                <a:close/>
                <a:moveTo>
                  <a:pt x="21441" y="1"/>
                </a:moveTo>
                <a:cubicBezTo>
                  <a:pt x="21388" y="1"/>
                  <a:pt x="21365" y="61"/>
                  <a:pt x="21400" y="153"/>
                </a:cubicBezTo>
                <a:cubicBezTo>
                  <a:pt x="21621" y="682"/>
                  <a:pt x="21731" y="1234"/>
                  <a:pt x="21886" y="1786"/>
                </a:cubicBezTo>
                <a:cubicBezTo>
                  <a:pt x="22029" y="2327"/>
                  <a:pt x="22051" y="2824"/>
                  <a:pt x="22040" y="3386"/>
                </a:cubicBezTo>
                <a:cubicBezTo>
                  <a:pt x="22040" y="4457"/>
                  <a:pt x="21853" y="5462"/>
                  <a:pt x="21268" y="6356"/>
                </a:cubicBezTo>
                <a:cubicBezTo>
                  <a:pt x="20716" y="7216"/>
                  <a:pt x="19965" y="7890"/>
                  <a:pt x="19049" y="8331"/>
                </a:cubicBezTo>
                <a:cubicBezTo>
                  <a:pt x="18067" y="8817"/>
                  <a:pt x="16996" y="9170"/>
                  <a:pt x="15926" y="9181"/>
                </a:cubicBezTo>
                <a:cubicBezTo>
                  <a:pt x="15859" y="9182"/>
                  <a:pt x="15792" y="9183"/>
                  <a:pt x="15724" y="9183"/>
                </a:cubicBezTo>
                <a:cubicBezTo>
                  <a:pt x="14779" y="9183"/>
                  <a:pt x="13798" y="9091"/>
                  <a:pt x="12835" y="9091"/>
                </a:cubicBezTo>
                <a:cubicBezTo>
                  <a:pt x="11593" y="9091"/>
                  <a:pt x="10381" y="9243"/>
                  <a:pt x="9314" y="9943"/>
                </a:cubicBezTo>
                <a:cubicBezTo>
                  <a:pt x="7361" y="11234"/>
                  <a:pt x="6963" y="13740"/>
                  <a:pt x="6080" y="15759"/>
                </a:cubicBezTo>
                <a:cubicBezTo>
                  <a:pt x="5628" y="16819"/>
                  <a:pt x="4811" y="17779"/>
                  <a:pt x="3895" y="18519"/>
                </a:cubicBezTo>
                <a:cubicBezTo>
                  <a:pt x="3204" y="19081"/>
                  <a:pt x="2305" y="19497"/>
                  <a:pt x="1397" y="19497"/>
                </a:cubicBezTo>
                <a:cubicBezTo>
                  <a:pt x="1218" y="19497"/>
                  <a:pt x="1038" y="19481"/>
                  <a:pt x="859" y="19446"/>
                </a:cubicBezTo>
                <a:cubicBezTo>
                  <a:pt x="813" y="19438"/>
                  <a:pt x="763" y="19435"/>
                  <a:pt x="712" y="19435"/>
                </a:cubicBezTo>
                <a:cubicBezTo>
                  <a:pt x="584" y="19435"/>
                  <a:pt x="445" y="19453"/>
                  <a:pt x="313" y="19453"/>
                </a:cubicBezTo>
                <a:cubicBezTo>
                  <a:pt x="298" y="19453"/>
                  <a:pt x="282" y="19452"/>
                  <a:pt x="267" y="19452"/>
                </a:cubicBezTo>
                <a:lnTo>
                  <a:pt x="267" y="19452"/>
                </a:lnTo>
                <a:cubicBezTo>
                  <a:pt x="652" y="19628"/>
                  <a:pt x="1078" y="19707"/>
                  <a:pt x="1508" y="19707"/>
                </a:cubicBezTo>
                <a:cubicBezTo>
                  <a:pt x="2054" y="19707"/>
                  <a:pt x="2607" y="19579"/>
                  <a:pt x="3089" y="19358"/>
                </a:cubicBezTo>
                <a:cubicBezTo>
                  <a:pt x="4127" y="18883"/>
                  <a:pt x="4910" y="17945"/>
                  <a:pt x="5484" y="16974"/>
                </a:cubicBezTo>
                <a:cubicBezTo>
                  <a:pt x="6676" y="14965"/>
                  <a:pt x="7085" y="12415"/>
                  <a:pt x="8873" y="10782"/>
                </a:cubicBezTo>
                <a:cubicBezTo>
                  <a:pt x="9834" y="9912"/>
                  <a:pt x="10993" y="9695"/>
                  <a:pt x="12202" y="9695"/>
                </a:cubicBezTo>
                <a:cubicBezTo>
                  <a:pt x="13311" y="9695"/>
                  <a:pt x="14462" y="9878"/>
                  <a:pt x="15539" y="9910"/>
                </a:cubicBezTo>
                <a:cubicBezTo>
                  <a:pt x="15602" y="9912"/>
                  <a:pt x="15665" y="9913"/>
                  <a:pt x="15729" y="9913"/>
                </a:cubicBezTo>
                <a:cubicBezTo>
                  <a:pt x="16835" y="9913"/>
                  <a:pt x="17939" y="9555"/>
                  <a:pt x="18983" y="9148"/>
                </a:cubicBezTo>
                <a:cubicBezTo>
                  <a:pt x="20010" y="8740"/>
                  <a:pt x="21102" y="8265"/>
                  <a:pt x="21787" y="7393"/>
                </a:cubicBezTo>
                <a:cubicBezTo>
                  <a:pt x="22515" y="6466"/>
                  <a:pt x="22758" y="5274"/>
                  <a:pt x="22857" y="4104"/>
                </a:cubicBezTo>
                <a:cubicBezTo>
                  <a:pt x="22957" y="2923"/>
                  <a:pt x="22791" y="1676"/>
                  <a:pt x="22184" y="660"/>
                </a:cubicBezTo>
                <a:cubicBezTo>
                  <a:pt x="22029" y="406"/>
                  <a:pt x="21776" y="263"/>
                  <a:pt x="21555" y="64"/>
                </a:cubicBezTo>
                <a:cubicBezTo>
                  <a:pt x="21511" y="20"/>
                  <a:pt x="21471" y="1"/>
                  <a:pt x="214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5"/>
          <p:cNvSpPr/>
          <p:nvPr/>
        </p:nvSpPr>
        <p:spPr>
          <a:xfrm rot="-7040165">
            <a:off x="-968606" y="4061060"/>
            <a:ext cx="2662476" cy="1953814"/>
          </a:xfrm>
          <a:custGeom>
            <a:avLst/>
            <a:gdLst/>
            <a:ahLst/>
            <a:cxnLst/>
            <a:rect l="l" t="t" r="r" b="b"/>
            <a:pathLst>
              <a:path w="85454" h="62709" extrusionOk="0">
                <a:moveTo>
                  <a:pt x="48145" y="1"/>
                </a:moveTo>
                <a:cubicBezTo>
                  <a:pt x="47046" y="1"/>
                  <a:pt x="45950" y="60"/>
                  <a:pt x="44868" y="229"/>
                </a:cubicBezTo>
                <a:cubicBezTo>
                  <a:pt x="41701" y="726"/>
                  <a:pt x="38555" y="1918"/>
                  <a:pt x="35453" y="2911"/>
                </a:cubicBezTo>
                <a:cubicBezTo>
                  <a:pt x="32363" y="3893"/>
                  <a:pt x="29416" y="5383"/>
                  <a:pt x="26535" y="6785"/>
                </a:cubicBezTo>
                <a:cubicBezTo>
                  <a:pt x="23566" y="8220"/>
                  <a:pt x="21083" y="10350"/>
                  <a:pt x="18478" y="12149"/>
                </a:cubicBezTo>
                <a:cubicBezTo>
                  <a:pt x="15729" y="14048"/>
                  <a:pt x="12683" y="15472"/>
                  <a:pt x="10509" y="17679"/>
                </a:cubicBezTo>
                <a:cubicBezTo>
                  <a:pt x="8114" y="20107"/>
                  <a:pt x="6480" y="22988"/>
                  <a:pt x="4990" y="25670"/>
                </a:cubicBezTo>
                <a:cubicBezTo>
                  <a:pt x="3268" y="28761"/>
                  <a:pt x="2264" y="31675"/>
                  <a:pt x="1546" y="34412"/>
                </a:cubicBezTo>
                <a:cubicBezTo>
                  <a:pt x="641" y="37823"/>
                  <a:pt x="1" y="40913"/>
                  <a:pt x="487" y="43750"/>
                </a:cubicBezTo>
                <a:cubicBezTo>
                  <a:pt x="1027" y="46962"/>
                  <a:pt x="2562" y="49776"/>
                  <a:pt x="4581" y="52248"/>
                </a:cubicBezTo>
                <a:cubicBezTo>
                  <a:pt x="6469" y="54566"/>
                  <a:pt x="9118" y="56266"/>
                  <a:pt x="12043" y="57922"/>
                </a:cubicBezTo>
                <a:cubicBezTo>
                  <a:pt x="14637" y="59390"/>
                  <a:pt x="17418" y="60913"/>
                  <a:pt x="20619" y="61851"/>
                </a:cubicBezTo>
                <a:cubicBezTo>
                  <a:pt x="22541" y="62417"/>
                  <a:pt x="24319" y="62709"/>
                  <a:pt x="25941" y="62709"/>
                </a:cubicBezTo>
                <a:cubicBezTo>
                  <a:pt x="27738" y="62709"/>
                  <a:pt x="29343" y="62351"/>
                  <a:pt x="30740" y="61608"/>
                </a:cubicBezTo>
                <a:cubicBezTo>
                  <a:pt x="33588" y="60096"/>
                  <a:pt x="35884" y="57237"/>
                  <a:pt x="38047" y="54390"/>
                </a:cubicBezTo>
                <a:cubicBezTo>
                  <a:pt x="40100" y="51708"/>
                  <a:pt x="41414" y="48253"/>
                  <a:pt x="43687" y="45869"/>
                </a:cubicBezTo>
                <a:cubicBezTo>
                  <a:pt x="46071" y="43363"/>
                  <a:pt x="49272" y="42591"/>
                  <a:pt x="52804" y="42061"/>
                </a:cubicBezTo>
                <a:cubicBezTo>
                  <a:pt x="54900" y="41744"/>
                  <a:pt x="56786" y="41520"/>
                  <a:pt x="58513" y="41520"/>
                </a:cubicBezTo>
                <a:cubicBezTo>
                  <a:pt x="60153" y="41520"/>
                  <a:pt x="61650" y="41722"/>
                  <a:pt x="63047" y="42238"/>
                </a:cubicBezTo>
                <a:cubicBezTo>
                  <a:pt x="66457" y="43499"/>
                  <a:pt x="69136" y="45033"/>
                  <a:pt x="71871" y="45033"/>
                </a:cubicBezTo>
                <a:cubicBezTo>
                  <a:pt x="72199" y="45033"/>
                  <a:pt x="72528" y="45011"/>
                  <a:pt x="72860" y="44964"/>
                </a:cubicBezTo>
                <a:cubicBezTo>
                  <a:pt x="75288" y="44622"/>
                  <a:pt x="77694" y="43165"/>
                  <a:pt x="80564" y="38683"/>
                </a:cubicBezTo>
                <a:cubicBezTo>
                  <a:pt x="83202" y="34655"/>
                  <a:pt x="82385" y="34931"/>
                  <a:pt x="83588" y="29721"/>
                </a:cubicBezTo>
                <a:cubicBezTo>
                  <a:pt x="84239" y="26884"/>
                  <a:pt x="85453" y="23717"/>
                  <a:pt x="84747" y="20295"/>
                </a:cubicBezTo>
                <a:cubicBezTo>
                  <a:pt x="84162" y="17447"/>
                  <a:pt x="83334" y="14037"/>
                  <a:pt x="81049" y="11222"/>
                </a:cubicBezTo>
                <a:cubicBezTo>
                  <a:pt x="79283" y="9048"/>
                  <a:pt x="76082" y="7757"/>
                  <a:pt x="72937" y="5792"/>
                </a:cubicBezTo>
                <a:cubicBezTo>
                  <a:pt x="70211" y="4092"/>
                  <a:pt x="67506" y="2138"/>
                  <a:pt x="64350" y="1300"/>
                </a:cubicBezTo>
                <a:cubicBezTo>
                  <a:pt x="61281" y="483"/>
                  <a:pt x="57959" y="384"/>
                  <a:pt x="54659" y="295"/>
                </a:cubicBezTo>
                <a:cubicBezTo>
                  <a:pt x="52547" y="236"/>
                  <a:pt x="50342" y="1"/>
                  <a:pt x="481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5"/>
          <p:cNvSpPr/>
          <p:nvPr/>
        </p:nvSpPr>
        <p:spPr>
          <a:xfrm rot="588921">
            <a:off x="-349678" y="4786335"/>
            <a:ext cx="2129549" cy="503249"/>
          </a:xfrm>
          <a:custGeom>
            <a:avLst/>
            <a:gdLst/>
            <a:ahLst/>
            <a:cxnLst/>
            <a:rect l="l" t="t" r="r" b="b"/>
            <a:pathLst>
              <a:path w="96744" h="32922" extrusionOk="0">
                <a:moveTo>
                  <a:pt x="77314" y="1"/>
                </a:moveTo>
                <a:cubicBezTo>
                  <a:pt x="76918" y="1"/>
                  <a:pt x="76515" y="19"/>
                  <a:pt x="76105" y="56"/>
                </a:cubicBezTo>
                <a:cubicBezTo>
                  <a:pt x="71788" y="421"/>
                  <a:pt x="68506" y="2701"/>
                  <a:pt x="64919" y="4980"/>
                </a:cubicBezTo>
                <a:cubicBezTo>
                  <a:pt x="63065" y="6135"/>
                  <a:pt x="60451" y="5923"/>
                  <a:pt x="58475" y="6895"/>
                </a:cubicBezTo>
                <a:cubicBezTo>
                  <a:pt x="56347" y="7929"/>
                  <a:pt x="54341" y="8719"/>
                  <a:pt x="52062" y="9205"/>
                </a:cubicBezTo>
                <a:cubicBezTo>
                  <a:pt x="50079" y="9626"/>
                  <a:pt x="48124" y="9807"/>
                  <a:pt x="46173" y="9807"/>
                </a:cubicBezTo>
                <a:cubicBezTo>
                  <a:pt x="43609" y="9807"/>
                  <a:pt x="41051" y="9493"/>
                  <a:pt x="38444" y="8993"/>
                </a:cubicBezTo>
                <a:cubicBezTo>
                  <a:pt x="33703" y="8081"/>
                  <a:pt x="28991" y="7442"/>
                  <a:pt x="24280" y="6409"/>
                </a:cubicBezTo>
                <a:cubicBezTo>
                  <a:pt x="22433" y="5987"/>
                  <a:pt x="20563" y="5129"/>
                  <a:pt x="18690" y="5129"/>
                </a:cubicBezTo>
                <a:cubicBezTo>
                  <a:pt x="18405" y="5129"/>
                  <a:pt x="18121" y="5149"/>
                  <a:pt x="17836" y="5193"/>
                </a:cubicBezTo>
                <a:cubicBezTo>
                  <a:pt x="15982" y="5497"/>
                  <a:pt x="14341" y="6743"/>
                  <a:pt x="12821" y="7868"/>
                </a:cubicBezTo>
                <a:cubicBezTo>
                  <a:pt x="10176" y="9874"/>
                  <a:pt x="8109" y="12610"/>
                  <a:pt x="6742" y="15588"/>
                </a:cubicBezTo>
                <a:cubicBezTo>
                  <a:pt x="5222" y="18810"/>
                  <a:pt x="4249" y="22336"/>
                  <a:pt x="2334" y="25345"/>
                </a:cubicBezTo>
                <a:cubicBezTo>
                  <a:pt x="1878" y="26105"/>
                  <a:pt x="663" y="26288"/>
                  <a:pt x="115" y="26956"/>
                </a:cubicBezTo>
                <a:cubicBezTo>
                  <a:pt x="1" y="27099"/>
                  <a:pt x="1233" y="28185"/>
                  <a:pt x="1505" y="28185"/>
                </a:cubicBezTo>
                <a:cubicBezTo>
                  <a:pt x="1522" y="28185"/>
                  <a:pt x="1535" y="28181"/>
                  <a:pt x="1544" y="28172"/>
                </a:cubicBezTo>
                <a:cubicBezTo>
                  <a:pt x="3733" y="25467"/>
                  <a:pt x="5100" y="22032"/>
                  <a:pt x="6559" y="18932"/>
                </a:cubicBezTo>
                <a:cubicBezTo>
                  <a:pt x="7988" y="15892"/>
                  <a:pt x="9021" y="12549"/>
                  <a:pt x="11271" y="10026"/>
                </a:cubicBezTo>
                <a:cubicBezTo>
                  <a:pt x="12334" y="8810"/>
                  <a:pt x="13459" y="7594"/>
                  <a:pt x="14918" y="6895"/>
                </a:cubicBezTo>
                <a:cubicBezTo>
                  <a:pt x="16035" y="6337"/>
                  <a:pt x="17227" y="6184"/>
                  <a:pt x="18453" y="6184"/>
                </a:cubicBezTo>
                <a:cubicBezTo>
                  <a:pt x="19429" y="6184"/>
                  <a:pt x="20426" y="6281"/>
                  <a:pt x="21423" y="6348"/>
                </a:cubicBezTo>
                <a:cubicBezTo>
                  <a:pt x="26134" y="6682"/>
                  <a:pt x="30815" y="7534"/>
                  <a:pt x="35283" y="8901"/>
                </a:cubicBezTo>
                <a:cubicBezTo>
                  <a:pt x="39748" y="10269"/>
                  <a:pt x="44514" y="11222"/>
                  <a:pt x="49181" y="11222"/>
                </a:cubicBezTo>
                <a:cubicBezTo>
                  <a:pt x="53537" y="11222"/>
                  <a:pt x="57807" y="10392"/>
                  <a:pt x="61667" y="8293"/>
                </a:cubicBezTo>
                <a:cubicBezTo>
                  <a:pt x="65375" y="6318"/>
                  <a:pt x="68232" y="2336"/>
                  <a:pt x="72275" y="1090"/>
                </a:cubicBezTo>
                <a:cubicBezTo>
                  <a:pt x="72857" y="908"/>
                  <a:pt x="73469" y="838"/>
                  <a:pt x="74096" y="838"/>
                </a:cubicBezTo>
                <a:cubicBezTo>
                  <a:pt x="75464" y="838"/>
                  <a:pt x="76898" y="1174"/>
                  <a:pt x="78232" y="1424"/>
                </a:cubicBezTo>
                <a:cubicBezTo>
                  <a:pt x="80117" y="1789"/>
                  <a:pt x="82366" y="1850"/>
                  <a:pt x="83947" y="3005"/>
                </a:cubicBezTo>
                <a:cubicBezTo>
                  <a:pt x="87381" y="5467"/>
                  <a:pt x="88202" y="10178"/>
                  <a:pt x="89509" y="14099"/>
                </a:cubicBezTo>
                <a:cubicBezTo>
                  <a:pt x="91059" y="18689"/>
                  <a:pt x="92397" y="23309"/>
                  <a:pt x="93400" y="28051"/>
                </a:cubicBezTo>
                <a:cubicBezTo>
                  <a:pt x="93673" y="29327"/>
                  <a:pt x="94160" y="30573"/>
                  <a:pt x="94555" y="31820"/>
                </a:cubicBezTo>
                <a:cubicBezTo>
                  <a:pt x="94698" y="32277"/>
                  <a:pt x="95217" y="32922"/>
                  <a:pt x="95708" y="32922"/>
                </a:cubicBezTo>
                <a:cubicBezTo>
                  <a:pt x="95739" y="32922"/>
                  <a:pt x="95770" y="32919"/>
                  <a:pt x="95801" y="32914"/>
                </a:cubicBezTo>
                <a:cubicBezTo>
                  <a:pt x="96257" y="32853"/>
                  <a:pt x="96743" y="32032"/>
                  <a:pt x="96683" y="31516"/>
                </a:cubicBezTo>
                <a:cubicBezTo>
                  <a:pt x="96348" y="28841"/>
                  <a:pt x="96196" y="26075"/>
                  <a:pt x="95619" y="23400"/>
                </a:cubicBezTo>
                <a:cubicBezTo>
                  <a:pt x="95102" y="20999"/>
                  <a:pt x="93217" y="18901"/>
                  <a:pt x="92579" y="16500"/>
                </a:cubicBezTo>
                <a:cubicBezTo>
                  <a:pt x="91424" y="12032"/>
                  <a:pt x="90056" y="7868"/>
                  <a:pt x="86865" y="4494"/>
                </a:cubicBezTo>
                <a:cubicBezTo>
                  <a:pt x="84222" y="1686"/>
                  <a:pt x="81106" y="1"/>
                  <a:pt x="7731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5"/>
          <p:cNvSpPr/>
          <p:nvPr/>
        </p:nvSpPr>
        <p:spPr>
          <a:xfrm rot="-2700000">
            <a:off x="8522464" y="3350912"/>
            <a:ext cx="2466286" cy="1766098"/>
          </a:xfrm>
          <a:custGeom>
            <a:avLst/>
            <a:gdLst/>
            <a:ahLst/>
            <a:cxnLst/>
            <a:rect l="l" t="t" r="r" b="b"/>
            <a:pathLst>
              <a:path w="84935" h="59256" extrusionOk="0">
                <a:moveTo>
                  <a:pt x="27786" y="1"/>
                </a:moveTo>
                <a:cubicBezTo>
                  <a:pt x="26647" y="1"/>
                  <a:pt x="25457" y="139"/>
                  <a:pt x="24294" y="139"/>
                </a:cubicBezTo>
                <a:cubicBezTo>
                  <a:pt x="24272" y="139"/>
                  <a:pt x="24250" y="139"/>
                  <a:pt x="24228" y="139"/>
                </a:cubicBezTo>
                <a:cubicBezTo>
                  <a:pt x="22681" y="139"/>
                  <a:pt x="21081" y="518"/>
                  <a:pt x="19438" y="757"/>
                </a:cubicBezTo>
                <a:cubicBezTo>
                  <a:pt x="17893" y="989"/>
                  <a:pt x="16436" y="1772"/>
                  <a:pt x="14813" y="2247"/>
                </a:cubicBezTo>
                <a:cubicBezTo>
                  <a:pt x="13323" y="2689"/>
                  <a:pt x="11491" y="2402"/>
                  <a:pt x="9934" y="3064"/>
                </a:cubicBezTo>
                <a:cubicBezTo>
                  <a:pt x="8511" y="3682"/>
                  <a:pt x="7352" y="4962"/>
                  <a:pt x="5873" y="5790"/>
                </a:cubicBezTo>
                <a:cubicBezTo>
                  <a:pt x="3963" y="7424"/>
                  <a:pt x="4305" y="7115"/>
                  <a:pt x="2959" y="9841"/>
                </a:cubicBezTo>
                <a:cubicBezTo>
                  <a:pt x="2308" y="11143"/>
                  <a:pt x="1491" y="12699"/>
                  <a:pt x="950" y="14499"/>
                </a:cubicBezTo>
                <a:cubicBezTo>
                  <a:pt x="508" y="15989"/>
                  <a:pt x="718" y="17766"/>
                  <a:pt x="508" y="19554"/>
                </a:cubicBezTo>
                <a:cubicBezTo>
                  <a:pt x="321" y="21121"/>
                  <a:pt x="1" y="22766"/>
                  <a:pt x="100" y="24543"/>
                </a:cubicBezTo>
                <a:cubicBezTo>
                  <a:pt x="188" y="26132"/>
                  <a:pt x="1215" y="27600"/>
                  <a:pt x="1623" y="29333"/>
                </a:cubicBezTo>
                <a:cubicBezTo>
                  <a:pt x="1987" y="30878"/>
                  <a:pt x="2407" y="32368"/>
                  <a:pt x="3080" y="34013"/>
                </a:cubicBezTo>
                <a:cubicBezTo>
                  <a:pt x="3676" y="35481"/>
                  <a:pt x="3478" y="37401"/>
                  <a:pt x="4361" y="38935"/>
                </a:cubicBezTo>
                <a:cubicBezTo>
                  <a:pt x="5144" y="40315"/>
                  <a:pt x="5829" y="41916"/>
                  <a:pt x="6877" y="43350"/>
                </a:cubicBezTo>
                <a:cubicBezTo>
                  <a:pt x="7826" y="44631"/>
                  <a:pt x="9405" y="45525"/>
                  <a:pt x="10586" y="46838"/>
                </a:cubicBezTo>
                <a:cubicBezTo>
                  <a:pt x="11689" y="48086"/>
                  <a:pt x="12418" y="49763"/>
                  <a:pt x="13698" y="50779"/>
                </a:cubicBezTo>
                <a:cubicBezTo>
                  <a:pt x="14990" y="51805"/>
                  <a:pt x="16480" y="52688"/>
                  <a:pt x="17915" y="53494"/>
                </a:cubicBezTo>
                <a:cubicBezTo>
                  <a:pt x="19338" y="54300"/>
                  <a:pt x="21071" y="54587"/>
                  <a:pt x="22606" y="55194"/>
                </a:cubicBezTo>
                <a:cubicBezTo>
                  <a:pt x="24129" y="55801"/>
                  <a:pt x="25508" y="57026"/>
                  <a:pt x="27109" y="57445"/>
                </a:cubicBezTo>
                <a:cubicBezTo>
                  <a:pt x="28687" y="57854"/>
                  <a:pt x="30398" y="58030"/>
                  <a:pt x="32043" y="58295"/>
                </a:cubicBezTo>
                <a:cubicBezTo>
                  <a:pt x="33654" y="58549"/>
                  <a:pt x="35354" y="58571"/>
                  <a:pt x="36998" y="58693"/>
                </a:cubicBezTo>
                <a:cubicBezTo>
                  <a:pt x="38632" y="58814"/>
                  <a:pt x="40310" y="59255"/>
                  <a:pt x="41965" y="59255"/>
                </a:cubicBezTo>
                <a:cubicBezTo>
                  <a:pt x="43610" y="59244"/>
                  <a:pt x="45288" y="58836"/>
                  <a:pt x="46921" y="58726"/>
                </a:cubicBezTo>
                <a:cubicBezTo>
                  <a:pt x="48577" y="58615"/>
                  <a:pt x="50122" y="57556"/>
                  <a:pt x="51745" y="57346"/>
                </a:cubicBezTo>
                <a:cubicBezTo>
                  <a:pt x="51964" y="57320"/>
                  <a:pt x="52185" y="57309"/>
                  <a:pt x="52408" y="57309"/>
                </a:cubicBezTo>
                <a:cubicBezTo>
                  <a:pt x="53552" y="57309"/>
                  <a:pt x="54731" y="57600"/>
                  <a:pt x="55856" y="57600"/>
                </a:cubicBezTo>
                <a:cubicBezTo>
                  <a:pt x="56164" y="57600"/>
                  <a:pt x="56468" y="57578"/>
                  <a:pt x="56767" y="57523"/>
                </a:cubicBezTo>
                <a:cubicBezTo>
                  <a:pt x="58411" y="57225"/>
                  <a:pt x="59967" y="56551"/>
                  <a:pt x="61535" y="56176"/>
                </a:cubicBezTo>
                <a:cubicBezTo>
                  <a:pt x="63190" y="55790"/>
                  <a:pt x="64901" y="55734"/>
                  <a:pt x="66424" y="55282"/>
                </a:cubicBezTo>
                <a:cubicBezTo>
                  <a:pt x="68069" y="54796"/>
                  <a:pt x="69272" y="53185"/>
                  <a:pt x="70751" y="52655"/>
                </a:cubicBezTo>
                <a:cubicBezTo>
                  <a:pt x="72396" y="52048"/>
                  <a:pt x="74228" y="52214"/>
                  <a:pt x="75619" y="51584"/>
                </a:cubicBezTo>
                <a:cubicBezTo>
                  <a:pt x="77307" y="50823"/>
                  <a:pt x="79007" y="50359"/>
                  <a:pt x="80210" y="49598"/>
                </a:cubicBezTo>
                <a:cubicBezTo>
                  <a:pt x="82120" y="48406"/>
                  <a:pt x="83820" y="47059"/>
                  <a:pt x="84206" y="46088"/>
                </a:cubicBezTo>
                <a:cubicBezTo>
                  <a:pt x="84934" y="44278"/>
                  <a:pt x="84901" y="42169"/>
                  <a:pt x="84592" y="40624"/>
                </a:cubicBezTo>
                <a:cubicBezTo>
                  <a:pt x="84250" y="38947"/>
                  <a:pt x="82572" y="37777"/>
                  <a:pt x="81325" y="36529"/>
                </a:cubicBezTo>
                <a:cubicBezTo>
                  <a:pt x="80166" y="35370"/>
                  <a:pt x="78698" y="34719"/>
                  <a:pt x="77031" y="34035"/>
                </a:cubicBezTo>
                <a:cubicBezTo>
                  <a:pt x="75497" y="33395"/>
                  <a:pt x="74051" y="32026"/>
                  <a:pt x="72296" y="31872"/>
                </a:cubicBezTo>
                <a:cubicBezTo>
                  <a:pt x="70718" y="31739"/>
                  <a:pt x="69371" y="31000"/>
                  <a:pt x="67694" y="30238"/>
                </a:cubicBezTo>
                <a:cubicBezTo>
                  <a:pt x="66237" y="29587"/>
                  <a:pt x="64305" y="29631"/>
                  <a:pt x="62826" y="28593"/>
                </a:cubicBezTo>
                <a:cubicBezTo>
                  <a:pt x="61491" y="27644"/>
                  <a:pt x="59901" y="26816"/>
                  <a:pt x="58588" y="25635"/>
                </a:cubicBezTo>
                <a:cubicBezTo>
                  <a:pt x="57363" y="24510"/>
                  <a:pt x="56855" y="22589"/>
                  <a:pt x="55685" y="21298"/>
                </a:cubicBezTo>
                <a:cubicBezTo>
                  <a:pt x="54559" y="20050"/>
                  <a:pt x="52915" y="19212"/>
                  <a:pt x="51866" y="17843"/>
                </a:cubicBezTo>
                <a:cubicBezTo>
                  <a:pt x="50828" y="16496"/>
                  <a:pt x="49890" y="15039"/>
                  <a:pt x="48963" y="13616"/>
                </a:cubicBezTo>
                <a:cubicBezTo>
                  <a:pt x="48124" y="12335"/>
                  <a:pt x="47782" y="10459"/>
                  <a:pt x="46601" y="9234"/>
                </a:cubicBezTo>
                <a:cubicBezTo>
                  <a:pt x="45519" y="8108"/>
                  <a:pt x="44051" y="7170"/>
                  <a:pt x="42705" y="6165"/>
                </a:cubicBezTo>
                <a:cubicBezTo>
                  <a:pt x="41436" y="5227"/>
                  <a:pt x="40166" y="4024"/>
                  <a:pt x="38687" y="3251"/>
                </a:cubicBezTo>
                <a:cubicBezTo>
                  <a:pt x="37285" y="2523"/>
                  <a:pt x="35663" y="1861"/>
                  <a:pt x="34096" y="1331"/>
                </a:cubicBezTo>
                <a:cubicBezTo>
                  <a:pt x="32594" y="834"/>
                  <a:pt x="30906" y="371"/>
                  <a:pt x="29261" y="106"/>
                </a:cubicBezTo>
                <a:cubicBezTo>
                  <a:pt x="28784" y="28"/>
                  <a:pt x="28290" y="1"/>
                  <a:pt x="277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5"/>
          <p:cNvSpPr/>
          <p:nvPr/>
        </p:nvSpPr>
        <p:spPr>
          <a:xfrm rot="-1212549" flipH="1">
            <a:off x="7476677" y="3817063"/>
            <a:ext cx="2619659" cy="1464018"/>
          </a:xfrm>
          <a:custGeom>
            <a:avLst/>
            <a:gdLst/>
            <a:ahLst/>
            <a:cxnLst/>
            <a:rect l="l" t="t" r="r" b="b"/>
            <a:pathLst>
              <a:path w="65387" h="36537" extrusionOk="0">
                <a:moveTo>
                  <a:pt x="22503" y="0"/>
                </a:moveTo>
                <a:cubicBezTo>
                  <a:pt x="20831" y="0"/>
                  <a:pt x="19160" y="265"/>
                  <a:pt x="17561" y="818"/>
                </a:cubicBezTo>
                <a:cubicBezTo>
                  <a:pt x="14283" y="1966"/>
                  <a:pt x="11457" y="4141"/>
                  <a:pt x="9106" y="6657"/>
                </a:cubicBezTo>
                <a:cubicBezTo>
                  <a:pt x="6612" y="9317"/>
                  <a:pt x="4614" y="12441"/>
                  <a:pt x="3102" y="15752"/>
                </a:cubicBezTo>
                <a:cubicBezTo>
                  <a:pt x="1600" y="19074"/>
                  <a:pt x="519" y="22739"/>
                  <a:pt x="177" y="26370"/>
                </a:cubicBezTo>
                <a:cubicBezTo>
                  <a:pt x="99" y="27275"/>
                  <a:pt x="44" y="28191"/>
                  <a:pt x="0" y="29107"/>
                </a:cubicBezTo>
                <a:cubicBezTo>
                  <a:pt x="0" y="29151"/>
                  <a:pt x="47" y="29174"/>
                  <a:pt x="95" y="29174"/>
                </a:cubicBezTo>
                <a:cubicBezTo>
                  <a:pt x="144" y="29174"/>
                  <a:pt x="193" y="29151"/>
                  <a:pt x="199" y="29107"/>
                </a:cubicBezTo>
                <a:cubicBezTo>
                  <a:pt x="309" y="27275"/>
                  <a:pt x="585" y="25399"/>
                  <a:pt x="1004" y="23611"/>
                </a:cubicBezTo>
                <a:cubicBezTo>
                  <a:pt x="1424" y="21823"/>
                  <a:pt x="2086" y="20112"/>
                  <a:pt x="2759" y="18412"/>
                </a:cubicBezTo>
                <a:cubicBezTo>
                  <a:pt x="4106" y="15057"/>
                  <a:pt x="5861" y="11823"/>
                  <a:pt x="8124" y="9008"/>
                </a:cubicBezTo>
                <a:cubicBezTo>
                  <a:pt x="10232" y="6381"/>
                  <a:pt x="12770" y="4030"/>
                  <a:pt x="15795" y="2496"/>
                </a:cubicBezTo>
                <a:cubicBezTo>
                  <a:pt x="17911" y="1422"/>
                  <a:pt x="20213" y="866"/>
                  <a:pt x="22549" y="866"/>
                </a:cubicBezTo>
                <a:cubicBezTo>
                  <a:pt x="23430" y="866"/>
                  <a:pt x="24316" y="945"/>
                  <a:pt x="25199" y="1105"/>
                </a:cubicBezTo>
                <a:cubicBezTo>
                  <a:pt x="28333" y="1668"/>
                  <a:pt x="31302" y="3092"/>
                  <a:pt x="33698" y="5189"/>
                </a:cubicBezTo>
                <a:cubicBezTo>
                  <a:pt x="34912" y="6238"/>
                  <a:pt x="36015" y="7408"/>
                  <a:pt x="36909" y="8732"/>
                </a:cubicBezTo>
                <a:cubicBezTo>
                  <a:pt x="37737" y="9935"/>
                  <a:pt x="38377" y="11260"/>
                  <a:pt x="39172" y="12474"/>
                </a:cubicBezTo>
                <a:cubicBezTo>
                  <a:pt x="40662" y="14748"/>
                  <a:pt x="42528" y="17198"/>
                  <a:pt x="45298" y="17915"/>
                </a:cubicBezTo>
                <a:cubicBezTo>
                  <a:pt x="45791" y="18044"/>
                  <a:pt x="46284" y="18097"/>
                  <a:pt x="46776" y="18097"/>
                </a:cubicBezTo>
                <a:cubicBezTo>
                  <a:pt x="48058" y="18097"/>
                  <a:pt x="49333" y="17738"/>
                  <a:pt x="50585" y="17419"/>
                </a:cubicBezTo>
                <a:cubicBezTo>
                  <a:pt x="51501" y="17176"/>
                  <a:pt x="52428" y="16977"/>
                  <a:pt x="53377" y="16922"/>
                </a:cubicBezTo>
                <a:cubicBezTo>
                  <a:pt x="53505" y="16914"/>
                  <a:pt x="53633" y="16911"/>
                  <a:pt x="53762" y="16911"/>
                </a:cubicBezTo>
                <a:cubicBezTo>
                  <a:pt x="54376" y="16911"/>
                  <a:pt x="54993" y="16995"/>
                  <a:pt x="55596" y="17132"/>
                </a:cubicBezTo>
                <a:cubicBezTo>
                  <a:pt x="58720" y="17805"/>
                  <a:pt x="61291" y="20079"/>
                  <a:pt x="62803" y="22849"/>
                </a:cubicBezTo>
                <a:cubicBezTo>
                  <a:pt x="64592" y="26105"/>
                  <a:pt x="64856" y="29957"/>
                  <a:pt x="64481" y="33589"/>
                </a:cubicBezTo>
                <a:cubicBezTo>
                  <a:pt x="64382" y="34494"/>
                  <a:pt x="64349" y="35399"/>
                  <a:pt x="64238" y="36293"/>
                </a:cubicBezTo>
                <a:cubicBezTo>
                  <a:pt x="64215" y="36453"/>
                  <a:pt x="64328" y="36537"/>
                  <a:pt x="64449" y="36537"/>
                </a:cubicBezTo>
                <a:cubicBezTo>
                  <a:pt x="64552" y="36537"/>
                  <a:pt x="64660" y="36475"/>
                  <a:pt x="64691" y="36348"/>
                </a:cubicBezTo>
                <a:cubicBezTo>
                  <a:pt x="65154" y="34483"/>
                  <a:pt x="65386" y="32562"/>
                  <a:pt x="65364" y="30642"/>
                </a:cubicBezTo>
                <a:cubicBezTo>
                  <a:pt x="65353" y="28765"/>
                  <a:pt x="65099" y="26867"/>
                  <a:pt x="64536" y="25068"/>
                </a:cubicBezTo>
                <a:cubicBezTo>
                  <a:pt x="63532" y="21878"/>
                  <a:pt x="61446" y="19063"/>
                  <a:pt x="58488" y="17441"/>
                </a:cubicBezTo>
                <a:cubicBezTo>
                  <a:pt x="57097" y="16679"/>
                  <a:pt x="55541" y="16260"/>
                  <a:pt x="53940" y="16238"/>
                </a:cubicBezTo>
                <a:cubicBezTo>
                  <a:pt x="53892" y="16237"/>
                  <a:pt x="53844" y="16236"/>
                  <a:pt x="53796" y="16236"/>
                </a:cubicBezTo>
                <a:cubicBezTo>
                  <a:pt x="51930" y="16236"/>
                  <a:pt x="50185" y="16852"/>
                  <a:pt x="48366" y="17154"/>
                </a:cubicBezTo>
                <a:cubicBezTo>
                  <a:pt x="47926" y="17228"/>
                  <a:pt x="47486" y="17268"/>
                  <a:pt x="47051" y="17268"/>
                </a:cubicBezTo>
                <a:cubicBezTo>
                  <a:pt x="45939" y="17268"/>
                  <a:pt x="44858" y="17009"/>
                  <a:pt x="43874" y="16414"/>
                </a:cubicBezTo>
                <a:cubicBezTo>
                  <a:pt x="42682" y="15686"/>
                  <a:pt x="41755" y="14560"/>
                  <a:pt x="40927" y="13445"/>
                </a:cubicBezTo>
                <a:cubicBezTo>
                  <a:pt x="39095" y="10962"/>
                  <a:pt x="37770" y="8125"/>
                  <a:pt x="35629" y="5862"/>
                </a:cubicBezTo>
                <a:cubicBezTo>
                  <a:pt x="33389" y="3478"/>
                  <a:pt x="30475" y="1679"/>
                  <a:pt x="27329" y="730"/>
                </a:cubicBezTo>
                <a:cubicBezTo>
                  <a:pt x="25761" y="251"/>
                  <a:pt x="24131" y="0"/>
                  <a:pt x="22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E10A78D-2DDF-E2F9-3F25-C462D9C806BB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6DA3C42-96D7-DDCD-893E-50E7BC213EAB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Traffic light outline">
            <a:extLst>
              <a:ext uri="{FF2B5EF4-FFF2-40B4-BE49-F238E27FC236}">
                <a16:creationId xmlns:a16="http://schemas.microsoft.com/office/drawing/2014/main" id="{899130B7-72DD-C3F8-3896-76E4ECCE2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3850F4D0-3B0A-DB0B-5CB2-E0703C5D8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2" name="Graphic 11" descr="Document outline">
            <a:extLst>
              <a:ext uri="{FF2B5EF4-FFF2-40B4-BE49-F238E27FC236}">
                <a16:creationId xmlns:a16="http://schemas.microsoft.com/office/drawing/2014/main" id="{2C065A0D-C035-F3A0-E0CC-E72D9FE9D5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13" name="Graphic 12" descr="Cycle with people outline">
            <a:extLst>
              <a:ext uri="{FF2B5EF4-FFF2-40B4-BE49-F238E27FC236}">
                <a16:creationId xmlns:a16="http://schemas.microsoft.com/office/drawing/2014/main" id="{B8712232-8536-22D0-0F1F-46DDA789F8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EA276103-8FEC-ABED-75DA-723A7598200D}"/>
              </a:ext>
            </a:extLst>
          </p:cNvPr>
          <p:cNvSpPr/>
          <p:nvPr/>
        </p:nvSpPr>
        <p:spPr>
          <a:xfrm>
            <a:off x="586470" y="1658834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Gears outline">
            <a:extLst>
              <a:ext uri="{FF2B5EF4-FFF2-40B4-BE49-F238E27FC236}">
                <a16:creationId xmlns:a16="http://schemas.microsoft.com/office/drawing/2014/main" id="{A9489332-5F41-2CA5-B1D7-25C9CC442D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15" name="Graphic 14" descr="Back with solid fill">
            <a:extLst>
              <a:ext uri="{FF2B5EF4-FFF2-40B4-BE49-F238E27FC236}">
                <a16:creationId xmlns:a16="http://schemas.microsoft.com/office/drawing/2014/main" id="{E2E089B8-BC18-7775-B81C-BFA3C12713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16" name="Graphic 15" descr="Open book outline">
            <a:extLst>
              <a:ext uri="{FF2B5EF4-FFF2-40B4-BE49-F238E27FC236}">
                <a16:creationId xmlns:a16="http://schemas.microsoft.com/office/drawing/2014/main" id="{9F4E345A-C782-AEB9-9016-69C880F4767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AC83B8-EA87-FF80-5068-D6445EEB58AF}"/>
              </a:ext>
            </a:extLst>
          </p:cNvPr>
          <p:cNvSpPr txBox="1"/>
          <p:nvPr/>
        </p:nvSpPr>
        <p:spPr>
          <a:xfrm>
            <a:off x="909796" y="182116"/>
            <a:ext cx="4678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System Design Overview:</a:t>
            </a:r>
          </a:p>
        </p:txBody>
      </p:sp>
      <p:pic>
        <p:nvPicPr>
          <p:cNvPr id="6" name="Picture 5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96FC9AB1-8B76-A796-114B-CA9D2F4FB5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17101" y="1226288"/>
            <a:ext cx="4558080" cy="32359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CA567-2B01-DE52-89C2-06F5129F25F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8509" y="1698769"/>
            <a:ext cx="2575065" cy="1923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6"/>
          <p:cNvSpPr/>
          <p:nvPr/>
        </p:nvSpPr>
        <p:spPr>
          <a:xfrm rot="780920">
            <a:off x="7471432" y="3431859"/>
            <a:ext cx="1007895" cy="1076978"/>
          </a:xfrm>
          <a:custGeom>
            <a:avLst/>
            <a:gdLst/>
            <a:ahLst/>
            <a:cxnLst/>
            <a:rect l="l" t="t" r="r" b="b"/>
            <a:pathLst>
              <a:path w="48632" h="55792" extrusionOk="0">
                <a:moveTo>
                  <a:pt x="33191" y="0"/>
                </a:moveTo>
                <a:cubicBezTo>
                  <a:pt x="31773" y="0"/>
                  <a:pt x="30388" y="397"/>
                  <a:pt x="29084" y="659"/>
                </a:cubicBezTo>
                <a:cubicBezTo>
                  <a:pt x="27406" y="990"/>
                  <a:pt x="25950" y="1730"/>
                  <a:pt x="24526" y="2591"/>
                </a:cubicBezTo>
                <a:cubicBezTo>
                  <a:pt x="23091" y="3463"/>
                  <a:pt x="21391" y="4114"/>
                  <a:pt x="20309" y="5405"/>
                </a:cubicBezTo>
                <a:cubicBezTo>
                  <a:pt x="19239" y="6686"/>
                  <a:pt x="18543" y="8319"/>
                  <a:pt x="17903" y="9909"/>
                </a:cubicBezTo>
                <a:cubicBezTo>
                  <a:pt x="17285" y="11432"/>
                  <a:pt x="16424" y="13065"/>
                  <a:pt x="16281" y="14787"/>
                </a:cubicBezTo>
                <a:cubicBezTo>
                  <a:pt x="16137" y="16498"/>
                  <a:pt x="15883" y="17933"/>
                  <a:pt x="15497" y="19312"/>
                </a:cubicBezTo>
                <a:cubicBezTo>
                  <a:pt x="15033" y="20957"/>
                  <a:pt x="14724" y="22403"/>
                  <a:pt x="13996" y="23650"/>
                </a:cubicBezTo>
                <a:cubicBezTo>
                  <a:pt x="13157" y="25107"/>
                  <a:pt x="12671" y="26730"/>
                  <a:pt x="11612" y="27745"/>
                </a:cubicBezTo>
                <a:cubicBezTo>
                  <a:pt x="10431" y="28904"/>
                  <a:pt x="8709" y="29257"/>
                  <a:pt x="7440" y="30019"/>
                </a:cubicBezTo>
                <a:cubicBezTo>
                  <a:pt x="5972" y="30891"/>
                  <a:pt x="4548" y="31509"/>
                  <a:pt x="3267" y="32094"/>
                </a:cubicBezTo>
                <a:cubicBezTo>
                  <a:pt x="1910" y="32712"/>
                  <a:pt x="972" y="34213"/>
                  <a:pt x="442" y="35758"/>
                </a:cubicBezTo>
                <a:cubicBezTo>
                  <a:pt x="0" y="37039"/>
                  <a:pt x="232" y="38584"/>
                  <a:pt x="464" y="40250"/>
                </a:cubicBezTo>
                <a:cubicBezTo>
                  <a:pt x="663" y="41619"/>
                  <a:pt x="1115" y="42999"/>
                  <a:pt x="1833" y="44478"/>
                </a:cubicBezTo>
                <a:cubicBezTo>
                  <a:pt x="2451" y="45736"/>
                  <a:pt x="3234" y="46961"/>
                  <a:pt x="4272" y="48208"/>
                </a:cubicBezTo>
                <a:cubicBezTo>
                  <a:pt x="5188" y="49301"/>
                  <a:pt x="6336" y="50195"/>
                  <a:pt x="7594" y="51200"/>
                </a:cubicBezTo>
                <a:cubicBezTo>
                  <a:pt x="9040" y="52370"/>
                  <a:pt x="10298" y="53440"/>
                  <a:pt x="11777" y="54080"/>
                </a:cubicBezTo>
                <a:cubicBezTo>
                  <a:pt x="13433" y="54798"/>
                  <a:pt x="15033" y="55140"/>
                  <a:pt x="16711" y="55272"/>
                </a:cubicBezTo>
                <a:cubicBezTo>
                  <a:pt x="18024" y="55382"/>
                  <a:pt x="19401" y="55791"/>
                  <a:pt x="20739" y="55791"/>
                </a:cubicBezTo>
                <a:cubicBezTo>
                  <a:pt x="21145" y="55791"/>
                  <a:pt x="21547" y="55754"/>
                  <a:pt x="21943" y="55659"/>
                </a:cubicBezTo>
                <a:cubicBezTo>
                  <a:pt x="23565" y="55272"/>
                  <a:pt x="25276" y="54544"/>
                  <a:pt x="26855" y="53705"/>
                </a:cubicBezTo>
                <a:cubicBezTo>
                  <a:pt x="28323" y="52944"/>
                  <a:pt x="29504" y="51509"/>
                  <a:pt x="30916" y="50405"/>
                </a:cubicBezTo>
                <a:cubicBezTo>
                  <a:pt x="32219" y="49378"/>
                  <a:pt x="33632" y="48352"/>
                  <a:pt x="34879" y="47083"/>
                </a:cubicBezTo>
                <a:cubicBezTo>
                  <a:pt x="35861" y="46067"/>
                  <a:pt x="37042" y="44930"/>
                  <a:pt x="38102" y="43529"/>
                </a:cubicBezTo>
                <a:cubicBezTo>
                  <a:pt x="38996" y="42325"/>
                  <a:pt x="39305" y="40604"/>
                  <a:pt x="40199" y="39191"/>
                </a:cubicBezTo>
                <a:cubicBezTo>
                  <a:pt x="41016" y="37877"/>
                  <a:pt x="41689" y="36465"/>
                  <a:pt x="42440" y="35019"/>
                </a:cubicBezTo>
                <a:cubicBezTo>
                  <a:pt x="43168" y="33628"/>
                  <a:pt x="43930" y="32259"/>
                  <a:pt x="44559" y="30791"/>
                </a:cubicBezTo>
                <a:cubicBezTo>
                  <a:pt x="45188" y="29323"/>
                  <a:pt x="46071" y="27966"/>
                  <a:pt x="46557" y="26465"/>
                </a:cubicBezTo>
                <a:cubicBezTo>
                  <a:pt x="47053" y="24930"/>
                  <a:pt x="48002" y="23507"/>
                  <a:pt x="48312" y="21983"/>
                </a:cubicBezTo>
                <a:cubicBezTo>
                  <a:pt x="48632" y="20372"/>
                  <a:pt x="48036" y="18683"/>
                  <a:pt x="48091" y="17149"/>
                </a:cubicBezTo>
                <a:cubicBezTo>
                  <a:pt x="48146" y="15504"/>
                  <a:pt x="48466" y="13904"/>
                  <a:pt x="48157" y="12392"/>
                </a:cubicBezTo>
                <a:cubicBezTo>
                  <a:pt x="47826" y="10803"/>
                  <a:pt x="47340" y="9235"/>
                  <a:pt x="46523" y="7878"/>
                </a:cubicBezTo>
                <a:cubicBezTo>
                  <a:pt x="45729" y="6564"/>
                  <a:pt x="44371" y="5670"/>
                  <a:pt x="43047" y="4655"/>
                </a:cubicBezTo>
                <a:cubicBezTo>
                  <a:pt x="41612" y="3551"/>
                  <a:pt x="40475" y="2160"/>
                  <a:pt x="39051" y="1498"/>
                </a:cubicBezTo>
                <a:cubicBezTo>
                  <a:pt x="37418" y="758"/>
                  <a:pt x="35696" y="284"/>
                  <a:pt x="34128" y="63"/>
                </a:cubicBezTo>
                <a:cubicBezTo>
                  <a:pt x="33815" y="19"/>
                  <a:pt x="33502" y="0"/>
                  <a:pt x="331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FF172B8-A30B-00EA-75AD-52B7EF971CB5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AA3B6DA-287F-7726-0184-1DEFF09F3BAB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Traffic light outline">
            <a:extLst>
              <a:ext uri="{FF2B5EF4-FFF2-40B4-BE49-F238E27FC236}">
                <a16:creationId xmlns:a16="http://schemas.microsoft.com/office/drawing/2014/main" id="{A1EC6297-D9E9-BA56-9AB4-C2735FAC5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9" name="Graphic 8" descr="Database outline">
            <a:extLst>
              <a:ext uri="{FF2B5EF4-FFF2-40B4-BE49-F238E27FC236}">
                <a16:creationId xmlns:a16="http://schemas.microsoft.com/office/drawing/2014/main" id="{8DA1F1FE-38F5-626E-693F-52DDB10EA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0" name="Graphic 9" descr="Document outline">
            <a:extLst>
              <a:ext uri="{FF2B5EF4-FFF2-40B4-BE49-F238E27FC236}">
                <a16:creationId xmlns:a16="http://schemas.microsoft.com/office/drawing/2014/main" id="{EBDBA175-57D9-E16E-EBB5-70B484F3E8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12" name="Graphic 11" descr="Gears outline">
            <a:extLst>
              <a:ext uri="{FF2B5EF4-FFF2-40B4-BE49-F238E27FC236}">
                <a16:creationId xmlns:a16="http://schemas.microsoft.com/office/drawing/2014/main" id="{B5D6F232-CAD4-162B-3E90-02A9AA81BF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3FD30424-0307-67EA-4812-6E3F281256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14" name="Graphic 13" descr="Open book outline">
            <a:extLst>
              <a:ext uri="{FF2B5EF4-FFF2-40B4-BE49-F238E27FC236}">
                <a16:creationId xmlns:a16="http://schemas.microsoft.com/office/drawing/2014/main" id="{3CB79221-9DB9-DC16-0A78-B75F14A745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615A1C-C0FE-DA66-51EB-F8788EEA944A}"/>
              </a:ext>
            </a:extLst>
          </p:cNvPr>
          <p:cNvSpPr txBox="1"/>
          <p:nvPr/>
        </p:nvSpPr>
        <p:spPr>
          <a:xfrm>
            <a:off x="1222782" y="259384"/>
            <a:ext cx="5413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Digital Logic Design (Part </a:t>
            </a:r>
            <a:r>
              <a:rPr lang="en-US" sz="2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i</a:t>
            </a:r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):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8A99CA2-A1E9-86FB-522F-85611F1EFF63}"/>
              </a:ext>
            </a:extLst>
          </p:cNvPr>
          <p:cNvSpPr/>
          <p:nvPr/>
        </p:nvSpPr>
        <p:spPr>
          <a:xfrm>
            <a:off x="684672" y="2249847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ycle with people outline">
            <a:extLst>
              <a:ext uri="{FF2B5EF4-FFF2-40B4-BE49-F238E27FC236}">
                <a16:creationId xmlns:a16="http://schemas.microsoft.com/office/drawing/2014/main" id="{21C6F197-6D74-D007-61BD-2E3C08CFBA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0CF70BC5-0462-9623-407B-D5DFAE47C36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72669" y="733388"/>
            <a:ext cx="3272950" cy="43155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FC77D4-EB0E-8930-4D4D-FAADC46F723E}"/>
              </a:ext>
            </a:extLst>
          </p:cNvPr>
          <p:cNvSpPr txBox="1"/>
          <p:nvPr/>
        </p:nvSpPr>
        <p:spPr>
          <a:xfrm>
            <a:off x="1797092" y="1177585"/>
            <a:ext cx="30392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</a:rPr>
              <a:t>Essential Steps:</a:t>
            </a:r>
          </a:p>
          <a:p>
            <a:r>
              <a:rPr lang="en-US" b="1" dirty="0">
                <a:latin typeface="Congenial" panose="02000503040000020004" pitchFamily="2" charset="0"/>
              </a:rPr>
              <a:t>Input:</a:t>
            </a:r>
            <a:r>
              <a:rPr lang="en-US" dirty="0">
                <a:latin typeface="Congenial" panose="02000503040000020004" pitchFamily="2" charset="0"/>
              </a:rPr>
              <a:t> Keypad (max=8) + Sensors (entry/exit) → Filtering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Counting:</a:t>
            </a:r>
            <a:r>
              <a:rPr lang="en-US" dirty="0">
                <a:latin typeface="Congenial" panose="02000503040000020004" pitchFamily="2" charset="0"/>
              </a:rPr>
              <a:t> Up/down counter (increment if count&lt;8, decrement if count&gt;0)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Detection:</a:t>
            </a:r>
            <a:r>
              <a:rPr lang="en-US" dirty="0">
                <a:latin typeface="Congenial" panose="02000503040000020004" pitchFamily="2" charset="0"/>
              </a:rPr>
              <a:t> Comparator (count=8 → FULL=1)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b="1" dirty="0">
                <a:latin typeface="Congenial" panose="02000503040000020004" pitchFamily="2" charset="0"/>
              </a:rPr>
              <a:t>Output:</a:t>
            </a:r>
            <a:r>
              <a:rPr lang="en-US" dirty="0">
                <a:latin typeface="Congenial" panose="02000503040000020004" pitchFamily="2" charset="0"/>
              </a:rPr>
              <a:t> FULL=1 → Timer-1 ("FULL"), FULL=0 → Timer-2 ("SPACE AVAILABLE")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>
          <a:extLst>
            <a:ext uri="{FF2B5EF4-FFF2-40B4-BE49-F238E27FC236}">
              <a16:creationId xmlns:a16="http://schemas.microsoft.com/office/drawing/2014/main" id="{94217C30-DB23-6115-34C8-F851E3AE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6">
            <a:extLst>
              <a:ext uri="{FF2B5EF4-FFF2-40B4-BE49-F238E27FC236}">
                <a16:creationId xmlns:a16="http://schemas.microsoft.com/office/drawing/2014/main" id="{42B52DB7-CF0F-491B-B888-702992AE27C9}"/>
              </a:ext>
            </a:extLst>
          </p:cNvPr>
          <p:cNvSpPr/>
          <p:nvPr/>
        </p:nvSpPr>
        <p:spPr>
          <a:xfrm rot="780920">
            <a:off x="7471432" y="3431859"/>
            <a:ext cx="1007895" cy="1076978"/>
          </a:xfrm>
          <a:custGeom>
            <a:avLst/>
            <a:gdLst/>
            <a:ahLst/>
            <a:cxnLst/>
            <a:rect l="l" t="t" r="r" b="b"/>
            <a:pathLst>
              <a:path w="48632" h="55792" extrusionOk="0">
                <a:moveTo>
                  <a:pt x="33191" y="0"/>
                </a:moveTo>
                <a:cubicBezTo>
                  <a:pt x="31773" y="0"/>
                  <a:pt x="30388" y="397"/>
                  <a:pt x="29084" y="659"/>
                </a:cubicBezTo>
                <a:cubicBezTo>
                  <a:pt x="27406" y="990"/>
                  <a:pt x="25950" y="1730"/>
                  <a:pt x="24526" y="2591"/>
                </a:cubicBezTo>
                <a:cubicBezTo>
                  <a:pt x="23091" y="3463"/>
                  <a:pt x="21391" y="4114"/>
                  <a:pt x="20309" y="5405"/>
                </a:cubicBezTo>
                <a:cubicBezTo>
                  <a:pt x="19239" y="6686"/>
                  <a:pt x="18543" y="8319"/>
                  <a:pt x="17903" y="9909"/>
                </a:cubicBezTo>
                <a:cubicBezTo>
                  <a:pt x="17285" y="11432"/>
                  <a:pt x="16424" y="13065"/>
                  <a:pt x="16281" y="14787"/>
                </a:cubicBezTo>
                <a:cubicBezTo>
                  <a:pt x="16137" y="16498"/>
                  <a:pt x="15883" y="17933"/>
                  <a:pt x="15497" y="19312"/>
                </a:cubicBezTo>
                <a:cubicBezTo>
                  <a:pt x="15033" y="20957"/>
                  <a:pt x="14724" y="22403"/>
                  <a:pt x="13996" y="23650"/>
                </a:cubicBezTo>
                <a:cubicBezTo>
                  <a:pt x="13157" y="25107"/>
                  <a:pt x="12671" y="26730"/>
                  <a:pt x="11612" y="27745"/>
                </a:cubicBezTo>
                <a:cubicBezTo>
                  <a:pt x="10431" y="28904"/>
                  <a:pt x="8709" y="29257"/>
                  <a:pt x="7440" y="30019"/>
                </a:cubicBezTo>
                <a:cubicBezTo>
                  <a:pt x="5972" y="30891"/>
                  <a:pt x="4548" y="31509"/>
                  <a:pt x="3267" y="32094"/>
                </a:cubicBezTo>
                <a:cubicBezTo>
                  <a:pt x="1910" y="32712"/>
                  <a:pt x="972" y="34213"/>
                  <a:pt x="442" y="35758"/>
                </a:cubicBezTo>
                <a:cubicBezTo>
                  <a:pt x="0" y="37039"/>
                  <a:pt x="232" y="38584"/>
                  <a:pt x="464" y="40250"/>
                </a:cubicBezTo>
                <a:cubicBezTo>
                  <a:pt x="663" y="41619"/>
                  <a:pt x="1115" y="42999"/>
                  <a:pt x="1833" y="44478"/>
                </a:cubicBezTo>
                <a:cubicBezTo>
                  <a:pt x="2451" y="45736"/>
                  <a:pt x="3234" y="46961"/>
                  <a:pt x="4272" y="48208"/>
                </a:cubicBezTo>
                <a:cubicBezTo>
                  <a:pt x="5188" y="49301"/>
                  <a:pt x="6336" y="50195"/>
                  <a:pt x="7594" y="51200"/>
                </a:cubicBezTo>
                <a:cubicBezTo>
                  <a:pt x="9040" y="52370"/>
                  <a:pt x="10298" y="53440"/>
                  <a:pt x="11777" y="54080"/>
                </a:cubicBezTo>
                <a:cubicBezTo>
                  <a:pt x="13433" y="54798"/>
                  <a:pt x="15033" y="55140"/>
                  <a:pt x="16711" y="55272"/>
                </a:cubicBezTo>
                <a:cubicBezTo>
                  <a:pt x="18024" y="55382"/>
                  <a:pt x="19401" y="55791"/>
                  <a:pt x="20739" y="55791"/>
                </a:cubicBezTo>
                <a:cubicBezTo>
                  <a:pt x="21145" y="55791"/>
                  <a:pt x="21547" y="55754"/>
                  <a:pt x="21943" y="55659"/>
                </a:cubicBezTo>
                <a:cubicBezTo>
                  <a:pt x="23565" y="55272"/>
                  <a:pt x="25276" y="54544"/>
                  <a:pt x="26855" y="53705"/>
                </a:cubicBezTo>
                <a:cubicBezTo>
                  <a:pt x="28323" y="52944"/>
                  <a:pt x="29504" y="51509"/>
                  <a:pt x="30916" y="50405"/>
                </a:cubicBezTo>
                <a:cubicBezTo>
                  <a:pt x="32219" y="49378"/>
                  <a:pt x="33632" y="48352"/>
                  <a:pt x="34879" y="47083"/>
                </a:cubicBezTo>
                <a:cubicBezTo>
                  <a:pt x="35861" y="46067"/>
                  <a:pt x="37042" y="44930"/>
                  <a:pt x="38102" y="43529"/>
                </a:cubicBezTo>
                <a:cubicBezTo>
                  <a:pt x="38996" y="42325"/>
                  <a:pt x="39305" y="40604"/>
                  <a:pt x="40199" y="39191"/>
                </a:cubicBezTo>
                <a:cubicBezTo>
                  <a:pt x="41016" y="37877"/>
                  <a:pt x="41689" y="36465"/>
                  <a:pt x="42440" y="35019"/>
                </a:cubicBezTo>
                <a:cubicBezTo>
                  <a:pt x="43168" y="33628"/>
                  <a:pt x="43930" y="32259"/>
                  <a:pt x="44559" y="30791"/>
                </a:cubicBezTo>
                <a:cubicBezTo>
                  <a:pt x="45188" y="29323"/>
                  <a:pt x="46071" y="27966"/>
                  <a:pt x="46557" y="26465"/>
                </a:cubicBezTo>
                <a:cubicBezTo>
                  <a:pt x="47053" y="24930"/>
                  <a:pt x="48002" y="23507"/>
                  <a:pt x="48312" y="21983"/>
                </a:cubicBezTo>
                <a:cubicBezTo>
                  <a:pt x="48632" y="20372"/>
                  <a:pt x="48036" y="18683"/>
                  <a:pt x="48091" y="17149"/>
                </a:cubicBezTo>
                <a:cubicBezTo>
                  <a:pt x="48146" y="15504"/>
                  <a:pt x="48466" y="13904"/>
                  <a:pt x="48157" y="12392"/>
                </a:cubicBezTo>
                <a:cubicBezTo>
                  <a:pt x="47826" y="10803"/>
                  <a:pt x="47340" y="9235"/>
                  <a:pt x="46523" y="7878"/>
                </a:cubicBezTo>
                <a:cubicBezTo>
                  <a:pt x="45729" y="6564"/>
                  <a:pt x="44371" y="5670"/>
                  <a:pt x="43047" y="4655"/>
                </a:cubicBezTo>
                <a:cubicBezTo>
                  <a:pt x="41612" y="3551"/>
                  <a:pt x="40475" y="2160"/>
                  <a:pt x="39051" y="1498"/>
                </a:cubicBezTo>
                <a:cubicBezTo>
                  <a:pt x="37418" y="758"/>
                  <a:pt x="35696" y="284"/>
                  <a:pt x="34128" y="63"/>
                </a:cubicBezTo>
                <a:cubicBezTo>
                  <a:pt x="33815" y="19"/>
                  <a:pt x="33502" y="0"/>
                  <a:pt x="331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499A72B-EF11-91AE-D373-AA0FFA4B3CCE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F266055-FC7C-3A72-2200-FE802AE9FB0E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Traffic light outline">
            <a:extLst>
              <a:ext uri="{FF2B5EF4-FFF2-40B4-BE49-F238E27FC236}">
                <a16:creationId xmlns:a16="http://schemas.microsoft.com/office/drawing/2014/main" id="{23C8D635-ACC3-0305-40F4-B309DAB70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9" name="Graphic 8" descr="Database outline">
            <a:extLst>
              <a:ext uri="{FF2B5EF4-FFF2-40B4-BE49-F238E27FC236}">
                <a16:creationId xmlns:a16="http://schemas.microsoft.com/office/drawing/2014/main" id="{9DF451C5-3FDC-1307-0927-019DC669B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0" name="Graphic 9" descr="Document outline">
            <a:extLst>
              <a:ext uri="{FF2B5EF4-FFF2-40B4-BE49-F238E27FC236}">
                <a16:creationId xmlns:a16="http://schemas.microsoft.com/office/drawing/2014/main" id="{7D472EB4-920A-76BA-AF5B-C8DA56D74F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12" name="Graphic 11" descr="Gears outline">
            <a:extLst>
              <a:ext uri="{FF2B5EF4-FFF2-40B4-BE49-F238E27FC236}">
                <a16:creationId xmlns:a16="http://schemas.microsoft.com/office/drawing/2014/main" id="{80BD48FD-CF16-9821-3FFD-79C85070C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C83045F8-4533-3CF9-49FE-B351001A20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14" name="Graphic 13" descr="Open book outline">
            <a:extLst>
              <a:ext uri="{FF2B5EF4-FFF2-40B4-BE49-F238E27FC236}">
                <a16:creationId xmlns:a16="http://schemas.microsoft.com/office/drawing/2014/main" id="{4B882E65-1A5D-E816-6FB4-BA594503BC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5B122F-DF93-1C84-2265-10F88EF3C628}"/>
              </a:ext>
            </a:extLst>
          </p:cNvPr>
          <p:cNvSpPr txBox="1"/>
          <p:nvPr/>
        </p:nvSpPr>
        <p:spPr>
          <a:xfrm>
            <a:off x="1222782" y="259384"/>
            <a:ext cx="5413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Digital Logic Design (Part </a:t>
            </a:r>
            <a:r>
              <a:rPr lang="en-US" sz="2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i</a:t>
            </a:r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):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CA20F96-7407-B9D8-FE74-A66469A038F6}"/>
              </a:ext>
            </a:extLst>
          </p:cNvPr>
          <p:cNvSpPr/>
          <p:nvPr/>
        </p:nvSpPr>
        <p:spPr>
          <a:xfrm>
            <a:off x="684672" y="2249847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ycle with people outline">
            <a:extLst>
              <a:ext uri="{FF2B5EF4-FFF2-40B4-BE49-F238E27FC236}">
                <a16:creationId xmlns:a16="http://schemas.microsoft.com/office/drawing/2014/main" id="{A65DDCC5-7EE6-8B9B-C865-2172C794F8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ECEE0A-6535-61F4-B2B4-F92F3EB74A40}"/>
              </a:ext>
            </a:extLst>
          </p:cNvPr>
          <p:cNvSpPr txBox="1"/>
          <p:nvPr/>
        </p:nvSpPr>
        <p:spPr>
          <a:xfrm>
            <a:off x="1690512" y="1171196"/>
            <a:ext cx="28205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ongenial" panose="02000503040000020004" pitchFamily="2" charset="0"/>
              </a:rPr>
              <a:t>Purpose: </a:t>
            </a:r>
            <a:r>
              <a:rPr lang="en-US" sz="1100" dirty="0">
                <a:latin typeface="Congenial" panose="02000503040000020004" pitchFamily="2" charset="0"/>
              </a:rPr>
              <a:t>Tracks car count (0-8) by incrementing on entry, decrementing on exit.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Components: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4 JK flip-flops</a:t>
            </a:r>
            <a:r>
              <a:rPr lang="en-US" sz="1100" dirty="0">
                <a:latin typeface="Congenial" panose="02000503040000020004" pitchFamily="2" charset="0"/>
              </a:rPr>
              <a:t> (store 4-bit binary count)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Control logic</a:t>
            </a:r>
            <a:r>
              <a:rPr lang="en-US" sz="1100" dirty="0">
                <a:latin typeface="Congenial" panose="02000503040000020004" pitchFamily="2" charset="0"/>
              </a:rPr>
              <a:t> (AND/OR gates for enable/direction)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Common clock</a:t>
            </a:r>
            <a:r>
              <a:rPr lang="en-US" sz="1100" dirty="0">
                <a:latin typeface="Congenial" panose="02000503040000020004" pitchFamily="2" charset="0"/>
              </a:rPr>
              <a:t> (synchronous operation)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JK Flip-Flop Configuration: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Each JK flip-flop works as toggle: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J=K=1:</a:t>
            </a:r>
            <a:r>
              <a:rPr lang="en-US" sz="1100" dirty="0">
                <a:latin typeface="Congenial" panose="02000503040000020004" pitchFamily="2" charset="0"/>
              </a:rPr>
              <a:t> Toggles state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J=K=0:</a:t>
            </a:r>
            <a:r>
              <a:rPr lang="en-US" sz="1100" dirty="0">
                <a:latin typeface="Congenial" panose="02000503040000020004" pitchFamily="2" charset="0"/>
              </a:rPr>
              <a:t> Maintains state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Operation: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Entry + count&lt;8:</a:t>
            </a:r>
            <a:r>
              <a:rPr lang="en-US" sz="1100" dirty="0">
                <a:latin typeface="Congenial" panose="02000503040000020004" pitchFamily="2" charset="0"/>
              </a:rPr>
              <a:t> Counter increments (toggles bits per binary addition)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Exit + count&gt;0:</a:t>
            </a:r>
            <a:r>
              <a:rPr lang="en-US" sz="1100" dirty="0">
                <a:latin typeface="Congenial" panose="02000503040000020004" pitchFamily="2" charset="0"/>
              </a:rPr>
              <a:t> Counter decrements (toggles bits per binary subtraction)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-Prevents overflow/underflow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A47211B4-A815-6B6C-351E-2A26EA53E2F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7876" b="22387"/>
          <a:stretch>
            <a:fillRect/>
          </a:stretch>
        </p:blipFill>
        <p:spPr>
          <a:xfrm>
            <a:off x="4511040" y="1171197"/>
            <a:ext cx="4518486" cy="305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1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DF4602-D175-C2DE-C347-196D0202287C}"/>
              </a:ext>
            </a:extLst>
          </p:cNvPr>
          <p:cNvSpPr txBox="1"/>
          <p:nvPr/>
        </p:nvSpPr>
        <p:spPr>
          <a:xfrm>
            <a:off x="1417854" y="126636"/>
            <a:ext cx="489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555 Timer Circuits (Part ii):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CB090F0-4E90-F61A-8342-050D484B6349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E102CC9-B410-63AC-19A9-A9AC5A92179B}"/>
              </a:ext>
            </a:extLst>
          </p:cNvPr>
          <p:cNvSpPr/>
          <p:nvPr/>
        </p:nvSpPr>
        <p:spPr>
          <a:xfrm>
            <a:off x="573322" y="2975598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B479192-398A-F20C-DCB1-ADB773B648C0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 descr="Traffic light outline">
            <a:extLst>
              <a:ext uri="{FF2B5EF4-FFF2-40B4-BE49-F238E27FC236}">
                <a16:creationId xmlns:a16="http://schemas.microsoft.com/office/drawing/2014/main" id="{38A52E20-08E9-F912-6C5C-567A27D4F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18" name="Graphic 17" descr="Database outline">
            <a:extLst>
              <a:ext uri="{FF2B5EF4-FFF2-40B4-BE49-F238E27FC236}">
                <a16:creationId xmlns:a16="http://schemas.microsoft.com/office/drawing/2014/main" id="{B5316738-F596-CA25-0F33-99ED7ADEF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9" name="Graphic 18" descr="Document outline">
            <a:extLst>
              <a:ext uri="{FF2B5EF4-FFF2-40B4-BE49-F238E27FC236}">
                <a16:creationId xmlns:a16="http://schemas.microsoft.com/office/drawing/2014/main" id="{E6AB122D-205E-56EA-AEFA-6631C768B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20" name="Graphic 19" descr="Cycle with people outline">
            <a:extLst>
              <a:ext uri="{FF2B5EF4-FFF2-40B4-BE49-F238E27FC236}">
                <a16:creationId xmlns:a16="http://schemas.microsoft.com/office/drawing/2014/main" id="{AC151071-6A1F-DBCE-64AC-69DFF1E576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21" name="Graphic 20" descr="Gears outline">
            <a:extLst>
              <a:ext uri="{FF2B5EF4-FFF2-40B4-BE49-F238E27FC236}">
                <a16:creationId xmlns:a16="http://schemas.microsoft.com/office/drawing/2014/main" id="{BCEB8254-3C5E-D259-A565-D602F9FB31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22" name="Graphic 21" descr="Back with solid fill">
            <a:extLst>
              <a:ext uri="{FF2B5EF4-FFF2-40B4-BE49-F238E27FC236}">
                <a16:creationId xmlns:a16="http://schemas.microsoft.com/office/drawing/2014/main" id="{30466484-FB4C-AB3F-0958-FD9E3736FB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23" name="Graphic 22" descr="Open book outline">
            <a:extLst>
              <a:ext uri="{FF2B5EF4-FFF2-40B4-BE49-F238E27FC236}">
                <a16:creationId xmlns:a16="http://schemas.microsoft.com/office/drawing/2014/main" id="{3D0BB46B-3B19-9390-6464-CC9876CEC3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FA47B5-D6C6-C6AE-A42F-87C3AD0488DF}"/>
              </a:ext>
            </a:extLst>
          </p:cNvPr>
          <p:cNvSpPr txBox="1"/>
          <p:nvPr/>
        </p:nvSpPr>
        <p:spPr>
          <a:xfrm>
            <a:off x="1579163" y="864953"/>
            <a:ext cx="335859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ongenial" panose="02000503040000020004" pitchFamily="2" charset="0"/>
              </a:rPr>
              <a:t>Timer-1: FULL Display (Continuous)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Configuration:</a:t>
            </a:r>
            <a:r>
              <a:rPr lang="en-US" sz="1100" dirty="0">
                <a:latin typeface="Congenial" panose="02000503040000020004" pitchFamily="2" charset="0"/>
              </a:rPr>
              <a:t> Monostable (</a:t>
            </a:r>
            <a:r>
              <a:rPr lang="en-US" sz="1100" dirty="0" err="1">
                <a:latin typeface="Congenial" panose="02000503040000020004" pitchFamily="2" charset="0"/>
              </a:rPr>
              <a:t>retriggerable</a:t>
            </a:r>
            <a:r>
              <a:rPr lang="en-US" sz="1100" dirty="0">
                <a:latin typeface="Congenial" panose="02000503040000020004" pitchFamily="2" charset="0"/>
              </a:rPr>
              <a:t>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Components:</a:t>
            </a:r>
            <a:r>
              <a:rPr lang="en-US" sz="1100" dirty="0">
                <a:latin typeface="Congenial" panose="02000503040000020004" pitchFamily="2" charset="0"/>
              </a:rPr>
              <a:t> R=180</a:t>
            </a:r>
            <a:r>
              <a:rPr lang="el-GR" sz="1100" dirty="0"/>
              <a:t>Ω, </a:t>
            </a:r>
            <a:r>
              <a:rPr lang="en-US" sz="1100" dirty="0">
                <a:latin typeface="Congenial" panose="02000503040000020004" pitchFamily="2" charset="0"/>
              </a:rPr>
              <a:t>C=10µF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Pulse width:</a:t>
            </a:r>
            <a:r>
              <a:rPr lang="en-US" sz="1100" dirty="0">
                <a:latin typeface="Congenial" panose="02000503040000020004" pitchFamily="2" charset="0"/>
              </a:rPr>
              <a:t> 1.98 </a:t>
            </a:r>
            <a:r>
              <a:rPr lang="en-US" sz="1100" dirty="0" err="1">
                <a:latin typeface="Congenial" panose="02000503040000020004" pitchFamily="2" charset="0"/>
              </a:rPr>
              <a:t>ms</a:t>
            </a:r>
            <a:endParaRPr lang="en-US" sz="1100" dirty="0">
              <a:latin typeface="Congenial" panose="02000503040000020004" pitchFamily="2" charset="0"/>
            </a:endParaRPr>
          </a:p>
          <a:p>
            <a:r>
              <a:rPr lang="en-US" sz="1100" b="1" dirty="0">
                <a:latin typeface="Congenial" panose="02000503040000020004" pitchFamily="2" charset="0"/>
              </a:rPr>
              <a:t>Trigger:</a:t>
            </a:r>
            <a:r>
              <a:rPr lang="en-US" sz="1100" dirty="0">
                <a:latin typeface="Congenial" panose="02000503040000020004" pitchFamily="2" charset="0"/>
              </a:rPr>
              <a:t> System clock (1 kHz)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Control:</a:t>
            </a:r>
            <a:r>
              <a:rPr lang="en-US" sz="1100" dirty="0">
                <a:latin typeface="Congenial" panose="02000503040000020004" pitchFamily="2" charset="0"/>
              </a:rPr>
              <a:t> Reset pin (4) connected to FULL signal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Operation:</a:t>
            </a:r>
            <a:r>
              <a:rPr lang="en-US" sz="1100" dirty="0">
                <a:latin typeface="Congenial" panose="02000503040000020004" pitchFamily="2" charset="0"/>
              </a:rPr>
              <a:t> Retriggers every 1 </a:t>
            </a:r>
            <a:r>
              <a:rPr lang="en-US" sz="1100" dirty="0" err="1">
                <a:latin typeface="Congenial" panose="02000503040000020004" pitchFamily="2" charset="0"/>
              </a:rPr>
              <a:t>ms</a:t>
            </a:r>
            <a:r>
              <a:rPr lang="en-US" sz="1100" dirty="0">
                <a:latin typeface="Congenial" panose="02000503040000020004" pitchFamily="2" charset="0"/>
              </a:rPr>
              <a:t> → continuous HIGH output</a:t>
            </a: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endParaRPr lang="en-US" sz="1100" dirty="0">
              <a:latin typeface="Congenial" panose="02000503040000020004" pitchFamily="2" charset="0"/>
            </a:endParaRPr>
          </a:p>
          <a:p>
            <a:r>
              <a:rPr lang="en-US" sz="1100" b="1" dirty="0">
                <a:latin typeface="Congenial" panose="02000503040000020004" pitchFamily="2" charset="0"/>
              </a:rPr>
              <a:t>Timer-2: SPACE AVAILABLE Display (Blinking)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Configuration:</a:t>
            </a:r>
            <a:r>
              <a:rPr lang="en-US" sz="1100" dirty="0">
                <a:latin typeface="Congenial" panose="02000503040000020004" pitchFamily="2" charset="0"/>
              </a:rPr>
              <a:t> Astable 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Components:</a:t>
            </a:r>
            <a:r>
              <a:rPr lang="en-US" sz="1100" dirty="0">
                <a:latin typeface="Congenial" panose="02000503040000020004" pitchFamily="2" charset="0"/>
              </a:rPr>
              <a:t> R₁=1.2k</a:t>
            </a:r>
            <a:r>
              <a:rPr lang="el-GR" sz="1100" dirty="0"/>
              <a:t>Ω, </a:t>
            </a:r>
            <a:r>
              <a:rPr lang="en-US" sz="1100" dirty="0">
                <a:latin typeface="Congenial" panose="02000503040000020004" pitchFamily="2" charset="0"/>
              </a:rPr>
              <a:t>R₂=1.3k</a:t>
            </a:r>
            <a:r>
              <a:rPr lang="el-GR" sz="1100" dirty="0"/>
              <a:t>Ω, </a:t>
            </a:r>
            <a:r>
              <a:rPr lang="en-US" sz="1100" dirty="0">
                <a:latin typeface="Congenial" panose="02000503040000020004" pitchFamily="2" charset="0"/>
              </a:rPr>
              <a:t>C=50µF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Duty cycle:</a:t>
            </a:r>
            <a:r>
              <a:rPr lang="en-US" sz="1100" dirty="0">
                <a:latin typeface="Congenial" panose="02000503040000020004" pitchFamily="2" charset="0"/>
              </a:rPr>
              <a:t> 48% (calculated: D = 100 - P, P=52%)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Frequency:</a:t>
            </a:r>
            <a:r>
              <a:rPr lang="en-US" sz="1100" dirty="0">
                <a:latin typeface="Congenial" panose="02000503040000020004" pitchFamily="2" charset="0"/>
              </a:rPr>
              <a:t> 11.54 Hz (target: 12 Hz)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ON time:</a:t>
            </a:r>
            <a:r>
              <a:rPr lang="en-US" sz="1100" dirty="0">
                <a:latin typeface="Congenial" panose="02000503040000020004" pitchFamily="2" charset="0"/>
              </a:rPr>
              <a:t> 41.58 </a:t>
            </a:r>
            <a:r>
              <a:rPr lang="en-US" sz="1100" dirty="0" err="1">
                <a:latin typeface="Congenial" panose="02000503040000020004" pitchFamily="2" charset="0"/>
              </a:rPr>
              <a:t>ms</a:t>
            </a:r>
            <a:r>
              <a:rPr lang="en-US" sz="1100" dirty="0">
                <a:latin typeface="Congenial" panose="02000503040000020004" pitchFamily="2" charset="0"/>
              </a:rPr>
              <a:t>, OFF time: 45.05 </a:t>
            </a:r>
            <a:r>
              <a:rPr lang="en-US" sz="1100" dirty="0" err="1">
                <a:latin typeface="Congenial" panose="02000503040000020004" pitchFamily="2" charset="0"/>
              </a:rPr>
              <a:t>ms</a:t>
            </a:r>
            <a:endParaRPr lang="en-US" sz="1100" dirty="0">
              <a:latin typeface="Congenial" panose="02000503040000020004" pitchFamily="2" charset="0"/>
            </a:endParaRPr>
          </a:p>
          <a:p>
            <a:r>
              <a:rPr lang="en-US" sz="1100" b="1" dirty="0">
                <a:latin typeface="Congenial" panose="02000503040000020004" pitchFamily="2" charset="0"/>
              </a:rPr>
              <a:t>Control:</a:t>
            </a:r>
            <a:r>
              <a:rPr lang="en-US" sz="1100" dirty="0">
                <a:latin typeface="Congenial" panose="02000503040000020004" pitchFamily="2" charset="0"/>
              </a:rPr>
              <a:t> Reset pin (4) connected to ¬FULL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B4FF2015-BD39-A5AE-1D78-EE91DF904CD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7956" t="13883" r="33170" b="20530"/>
          <a:stretch>
            <a:fillRect/>
          </a:stretch>
        </p:blipFill>
        <p:spPr>
          <a:xfrm>
            <a:off x="5486400" y="681980"/>
            <a:ext cx="2236655" cy="1976123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E4FA8C79-3E80-7F4A-4A1C-7EE668E1E33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7381" t="16816" r="19778" b="19068"/>
          <a:stretch>
            <a:fillRect/>
          </a:stretch>
        </p:blipFill>
        <p:spPr>
          <a:xfrm>
            <a:off x="5486400" y="2833790"/>
            <a:ext cx="2236655" cy="1937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FFB9BB-E8A1-0A6D-D667-A52B24C77CFD}"/>
              </a:ext>
            </a:extLst>
          </p:cNvPr>
          <p:cNvSpPr txBox="1"/>
          <p:nvPr/>
        </p:nvSpPr>
        <p:spPr>
          <a:xfrm>
            <a:off x="5831187" y="2590723"/>
            <a:ext cx="1348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genial" panose="02000503040000020004" pitchFamily="2" charset="0"/>
              </a:rPr>
              <a:t>Figure: Monostable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644FE-FD8B-43EA-EFF0-08B1CE11A67B}"/>
              </a:ext>
            </a:extLst>
          </p:cNvPr>
          <p:cNvSpPr txBox="1"/>
          <p:nvPr/>
        </p:nvSpPr>
        <p:spPr>
          <a:xfrm>
            <a:off x="5831186" y="4716944"/>
            <a:ext cx="1348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genial" panose="02000503040000020004" pitchFamily="2" charset="0"/>
              </a:rPr>
              <a:t>Figure: Astable </a:t>
            </a:r>
          </a:p>
        </p:txBody>
      </p:sp>
    </p:spTree>
    <p:extLst>
      <p:ext uri="{BB962C8B-B14F-4D97-AF65-F5344CB8AC3E}">
        <p14:creationId xmlns:p14="http://schemas.microsoft.com/office/powerpoint/2010/main" val="1003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D1315BE-1C4E-0EBC-175D-A99BE2356DF6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F058EC6D-BFDA-AFCF-AA40-2D4491270443}"/>
              </a:ext>
            </a:extLst>
          </p:cNvPr>
          <p:cNvSpPr/>
          <p:nvPr/>
        </p:nvSpPr>
        <p:spPr>
          <a:xfrm>
            <a:off x="573322" y="2975598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58A8E0E-1CAD-A44C-7FB7-20969FBF5815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Traffic light outline">
            <a:extLst>
              <a:ext uri="{FF2B5EF4-FFF2-40B4-BE49-F238E27FC236}">
                <a16:creationId xmlns:a16="http://schemas.microsoft.com/office/drawing/2014/main" id="{7EAA376A-B7D1-1D54-7AD4-3EA35B323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1EB46310-30F6-FECA-5AF6-283A4BB37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20" name="Graphic 19" descr="Document outline">
            <a:extLst>
              <a:ext uri="{FF2B5EF4-FFF2-40B4-BE49-F238E27FC236}">
                <a16:creationId xmlns:a16="http://schemas.microsoft.com/office/drawing/2014/main" id="{0E5BD488-3397-ADA3-0A66-44C01C3D81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21" name="Graphic 20" descr="Cycle with people outline">
            <a:extLst>
              <a:ext uri="{FF2B5EF4-FFF2-40B4-BE49-F238E27FC236}">
                <a16:creationId xmlns:a16="http://schemas.microsoft.com/office/drawing/2014/main" id="{FAF0A2E6-7536-737B-4247-922720996B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22" name="Graphic 21" descr="Gears outline">
            <a:extLst>
              <a:ext uri="{FF2B5EF4-FFF2-40B4-BE49-F238E27FC236}">
                <a16:creationId xmlns:a16="http://schemas.microsoft.com/office/drawing/2014/main" id="{E1AF8733-15B1-A58A-FC0E-EE22B4C069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23" name="Graphic 22" descr="Back with solid fill">
            <a:extLst>
              <a:ext uri="{FF2B5EF4-FFF2-40B4-BE49-F238E27FC236}">
                <a16:creationId xmlns:a16="http://schemas.microsoft.com/office/drawing/2014/main" id="{06E6B8E7-46E1-33EF-91D9-42EA5E502E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24" name="Graphic 23" descr="Open book outline">
            <a:extLst>
              <a:ext uri="{FF2B5EF4-FFF2-40B4-BE49-F238E27FC236}">
                <a16:creationId xmlns:a16="http://schemas.microsoft.com/office/drawing/2014/main" id="{36817877-540E-1CB7-5210-59C07260831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46A570B-73CF-5F82-4BF7-BA0C462BAB3D}"/>
              </a:ext>
            </a:extLst>
          </p:cNvPr>
          <p:cNvSpPr txBox="1"/>
          <p:nvPr/>
        </p:nvSpPr>
        <p:spPr>
          <a:xfrm>
            <a:off x="1130471" y="196587"/>
            <a:ext cx="6245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FSM Design With Verilog (Part iii):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46BE9-6743-77F7-10BA-5DFD868B981D}"/>
              </a:ext>
            </a:extLst>
          </p:cNvPr>
          <p:cNvSpPr txBox="1"/>
          <p:nvPr/>
        </p:nvSpPr>
        <p:spPr>
          <a:xfrm>
            <a:off x="1581431" y="1145743"/>
            <a:ext cx="283357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u="sng" dirty="0">
                <a:latin typeface="Congenial" panose="02000503040000020004" pitchFamily="2" charset="0"/>
              </a:rPr>
              <a:t>FSM Specifications</a:t>
            </a:r>
          </a:p>
          <a:p>
            <a:r>
              <a:rPr lang="en-US" sz="1000" b="1" dirty="0">
                <a:latin typeface="Congenial" panose="02000503040000020004" pitchFamily="2" charset="0"/>
              </a:rPr>
              <a:t>Clock:</a:t>
            </a:r>
            <a:r>
              <a:rPr lang="en-US" sz="1000" dirty="0">
                <a:latin typeface="Congenial" panose="02000503040000020004" pitchFamily="2" charset="0"/>
              </a:rPr>
              <a:t> 1 </a:t>
            </a:r>
            <a:r>
              <a:rPr lang="en-US" sz="1000" dirty="0" err="1">
                <a:latin typeface="Congenial" panose="02000503040000020004" pitchFamily="2" charset="0"/>
              </a:rPr>
              <a:t>ms</a:t>
            </a:r>
            <a:r>
              <a:rPr lang="en-US" sz="1000" dirty="0">
                <a:latin typeface="Congenial" panose="02000503040000020004" pitchFamily="2" charset="0"/>
              </a:rPr>
              <a:t> period (1 kHz)</a:t>
            </a:r>
          </a:p>
          <a:p>
            <a:r>
              <a:rPr lang="en-US" sz="1000" b="1" dirty="0">
                <a:latin typeface="Congenial" panose="02000503040000020004" pitchFamily="2" charset="0"/>
              </a:rPr>
              <a:t>TH:</a:t>
            </a:r>
            <a:r>
              <a:rPr lang="en-US" sz="1000" dirty="0">
                <a:latin typeface="Congenial" panose="02000503040000020004" pitchFamily="2" charset="0"/>
              </a:rPr>
              <a:t> 4 </a:t>
            </a:r>
            <a:r>
              <a:rPr lang="en-US" sz="1000" dirty="0" err="1">
                <a:latin typeface="Congenial" panose="02000503040000020004" pitchFamily="2" charset="0"/>
              </a:rPr>
              <a:t>ms</a:t>
            </a:r>
            <a:r>
              <a:rPr lang="en-US" sz="1000" dirty="0">
                <a:latin typeface="Congenial" panose="02000503040000020004" pitchFamily="2" charset="0"/>
              </a:rPr>
              <a:t> (ON time for "SPACE AVAILABLE")</a:t>
            </a:r>
          </a:p>
          <a:p>
            <a:r>
              <a:rPr lang="en-US" sz="1000" b="1" dirty="0">
                <a:latin typeface="Congenial" panose="02000503040000020004" pitchFamily="2" charset="0"/>
              </a:rPr>
              <a:t>TL:</a:t>
            </a:r>
            <a:r>
              <a:rPr lang="en-US" sz="1000" dirty="0">
                <a:latin typeface="Congenial" panose="02000503040000020004" pitchFamily="2" charset="0"/>
              </a:rPr>
              <a:t> 4 </a:t>
            </a:r>
            <a:r>
              <a:rPr lang="en-US" sz="1000" dirty="0" err="1">
                <a:latin typeface="Congenial" panose="02000503040000020004" pitchFamily="2" charset="0"/>
              </a:rPr>
              <a:t>ms</a:t>
            </a:r>
            <a:r>
              <a:rPr lang="en-US" sz="1000" dirty="0">
                <a:latin typeface="Congenial" panose="02000503040000020004" pitchFamily="2" charset="0"/>
              </a:rPr>
              <a:t> (OFF time for "SPACE AVAILABLE")</a:t>
            </a:r>
          </a:p>
          <a:p>
            <a:r>
              <a:rPr lang="en-US" sz="1000" b="1" dirty="0">
                <a:latin typeface="Congenial" panose="02000503040000020004" pitchFamily="2" charset="0"/>
              </a:rPr>
              <a:t>States:</a:t>
            </a:r>
            <a:r>
              <a:rPr lang="en-US" sz="1000" dirty="0">
                <a:latin typeface="Congenial" panose="02000503040000020004" pitchFamily="2" charset="0"/>
              </a:rPr>
              <a:t> S0 (A=1,B=0), S1 (A=0,B=1)</a:t>
            </a:r>
          </a:p>
        </p:txBody>
      </p:sp>
      <p:pic>
        <p:nvPicPr>
          <p:cNvPr id="6" name="Picture 5" descr="A diagram of a circular object&#10;&#10;AI-generated content may be incorrect.">
            <a:extLst>
              <a:ext uri="{FF2B5EF4-FFF2-40B4-BE49-F238E27FC236}">
                <a16:creationId xmlns:a16="http://schemas.microsoft.com/office/drawing/2014/main" id="{35BD8CAE-0BA4-ABD0-4031-9CA000758A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964" y="2910224"/>
            <a:ext cx="2224349" cy="1769666"/>
          </a:xfrm>
          <a:prstGeom prst="rect">
            <a:avLst/>
          </a:prstGeom>
        </p:spPr>
      </p:pic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EE8B1BEB-103F-ACBE-77A3-52912A4C7B6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1133" y="2284753"/>
            <a:ext cx="2477788" cy="2271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32C84-346D-7C5E-E225-A20F4235B0A6}"/>
              </a:ext>
            </a:extLst>
          </p:cNvPr>
          <p:cNvSpPr txBox="1"/>
          <p:nvPr/>
        </p:nvSpPr>
        <p:spPr>
          <a:xfrm>
            <a:off x="2281531" y="4672692"/>
            <a:ext cx="2116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genial" panose="02000503040000020004" pitchFamily="2" charset="0"/>
              </a:rPr>
              <a:t>Figure: FSM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77507-B6B4-DB0A-9AD0-33D970F532DB}"/>
              </a:ext>
            </a:extLst>
          </p:cNvPr>
          <p:cNvSpPr txBox="1"/>
          <p:nvPr/>
        </p:nvSpPr>
        <p:spPr>
          <a:xfrm>
            <a:off x="4253304" y="981547"/>
            <a:ext cx="315227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u="sng" dirty="0">
                <a:latin typeface="Congenial" panose="02000503040000020004" pitchFamily="2" charset="0"/>
              </a:rPr>
              <a:t>Verilog HDL Code:</a:t>
            </a:r>
          </a:p>
          <a:p>
            <a:r>
              <a:rPr lang="en-US" sz="700" dirty="0">
                <a:latin typeface="Congenial" panose="02000503040000020004" pitchFamily="2" charset="0"/>
              </a:rPr>
              <a:t>module </a:t>
            </a:r>
            <a:r>
              <a:rPr lang="en-US" sz="700" dirty="0" err="1">
                <a:latin typeface="Congenial" panose="02000503040000020004" pitchFamily="2" charset="0"/>
              </a:rPr>
              <a:t>ParkingFSM</a:t>
            </a:r>
            <a:r>
              <a:rPr lang="en-US" sz="700" dirty="0">
                <a:latin typeface="Congenial" panose="02000503040000020004" pitchFamily="2" charset="0"/>
              </a:rPr>
              <a:t>(input </a:t>
            </a:r>
            <a:r>
              <a:rPr lang="en-US" sz="700" dirty="0" err="1">
                <a:latin typeface="Congenial" panose="02000503040000020004" pitchFamily="2" charset="0"/>
              </a:rPr>
              <a:t>clk</a:t>
            </a:r>
            <a:r>
              <a:rPr lang="en-US" sz="700" dirty="0">
                <a:latin typeface="Congenial" panose="02000503040000020004" pitchFamily="2" charset="0"/>
              </a:rPr>
              <a:t>, </a:t>
            </a:r>
            <a:r>
              <a:rPr lang="en-US" sz="700" dirty="0" err="1">
                <a:latin typeface="Congenial" panose="02000503040000020004" pitchFamily="2" charset="0"/>
              </a:rPr>
              <a:t>rst</a:t>
            </a:r>
            <a:r>
              <a:rPr lang="en-US" sz="700" dirty="0">
                <a:latin typeface="Congenial" panose="02000503040000020004" pitchFamily="2" charset="0"/>
              </a:rPr>
              <a:t>, output reg A, B);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reg state, 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reg [1:0] count, 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parameter S0=0, S1=1;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always @(posedge </a:t>
            </a:r>
            <a:r>
              <a:rPr lang="en-US" sz="700" dirty="0" err="1">
                <a:latin typeface="Congenial" panose="02000503040000020004" pitchFamily="2" charset="0"/>
              </a:rPr>
              <a:t>clk</a:t>
            </a:r>
            <a:r>
              <a:rPr lang="en-US" sz="700" dirty="0">
                <a:latin typeface="Congenial" panose="02000503040000020004" pitchFamily="2" charset="0"/>
              </a:rPr>
              <a:t> or </a:t>
            </a:r>
            <a:r>
              <a:rPr lang="en-US" sz="700" dirty="0" err="1">
                <a:latin typeface="Congenial" panose="02000503040000020004" pitchFamily="2" charset="0"/>
              </a:rPr>
              <a:t>posedge</a:t>
            </a:r>
            <a:r>
              <a:rPr lang="en-US" sz="700" dirty="0">
                <a:latin typeface="Congenial" panose="02000503040000020004" pitchFamily="2" charset="0"/>
              </a:rPr>
              <a:t> </a:t>
            </a:r>
            <a:r>
              <a:rPr lang="en-US" sz="700" dirty="0" err="1">
                <a:latin typeface="Congenial" panose="02000503040000020004" pitchFamily="2" charset="0"/>
              </a:rPr>
              <a:t>rst</a:t>
            </a:r>
            <a:r>
              <a:rPr lang="en-US" sz="700" dirty="0">
                <a:latin typeface="Congenial" panose="02000503040000020004" pitchFamily="2" charset="0"/>
              </a:rPr>
              <a:t>) begin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if(</a:t>
            </a:r>
            <a:r>
              <a:rPr lang="en-US" sz="700" dirty="0" err="1">
                <a:latin typeface="Congenial" panose="02000503040000020004" pitchFamily="2" charset="0"/>
              </a:rPr>
              <a:t>rst</a:t>
            </a:r>
            <a:r>
              <a:rPr lang="en-US" sz="700" dirty="0">
                <a:latin typeface="Congenial" panose="02000503040000020004" pitchFamily="2" charset="0"/>
              </a:rPr>
              <a:t>) begin state&lt;=S0; count&lt;=0;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else begin state&lt;=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; count&lt;=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always @(*) begin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case(state)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S0: if(count==3) begin 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=S1; 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=0;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    else begin 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=S0; 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=count+1;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S1: if(count==3) begin 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=S0; 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=0;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    else begin </a:t>
            </a:r>
            <a:r>
              <a:rPr lang="en-US" sz="700" dirty="0" err="1">
                <a:latin typeface="Congenial" panose="02000503040000020004" pitchFamily="2" charset="0"/>
              </a:rPr>
              <a:t>next_state</a:t>
            </a:r>
            <a:r>
              <a:rPr lang="en-US" sz="700" dirty="0">
                <a:latin typeface="Congenial" panose="02000503040000020004" pitchFamily="2" charset="0"/>
              </a:rPr>
              <a:t>=S1; </a:t>
            </a:r>
            <a:r>
              <a:rPr lang="en-US" sz="700" dirty="0" err="1">
                <a:latin typeface="Congenial" panose="02000503040000020004" pitchFamily="2" charset="0"/>
              </a:rPr>
              <a:t>next_count</a:t>
            </a:r>
            <a:r>
              <a:rPr lang="en-US" sz="700" dirty="0">
                <a:latin typeface="Congenial" panose="02000503040000020004" pitchFamily="2" charset="0"/>
              </a:rPr>
              <a:t>=count+1;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</a:t>
            </a:r>
            <a:r>
              <a:rPr lang="en-US" sz="700" dirty="0" err="1">
                <a:latin typeface="Congenial" panose="02000503040000020004" pitchFamily="2" charset="0"/>
              </a:rPr>
              <a:t>endcase</a:t>
            </a:r>
            <a:endParaRPr lang="en-US" sz="700" dirty="0">
              <a:latin typeface="Congenial" panose="02000503040000020004" pitchFamily="2" charset="0"/>
            </a:endParaRPr>
          </a:p>
          <a:p>
            <a:r>
              <a:rPr lang="en-US" sz="700" dirty="0">
                <a:latin typeface="Congenial" panose="02000503040000020004" pitchFamily="2" charset="0"/>
              </a:rPr>
              <a:t>    end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always @(*) begin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case(state)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S0: {A,B}=2'b10;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    S1: {A,B}=2'b01;</a:t>
            </a:r>
          </a:p>
          <a:p>
            <a:r>
              <a:rPr lang="en-US" sz="700" dirty="0">
                <a:latin typeface="Congenial" panose="02000503040000020004" pitchFamily="2" charset="0"/>
              </a:rPr>
              <a:t>        </a:t>
            </a:r>
            <a:r>
              <a:rPr lang="en-US" sz="700" dirty="0" err="1">
                <a:latin typeface="Congenial" panose="02000503040000020004" pitchFamily="2" charset="0"/>
              </a:rPr>
              <a:t>endcase</a:t>
            </a:r>
            <a:endParaRPr lang="en-US" sz="700" dirty="0">
              <a:latin typeface="Congenial" panose="02000503040000020004" pitchFamily="2" charset="0"/>
            </a:endParaRPr>
          </a:p>
          <a:p>
            <a:r>
              <a:rPr lang="en-US" sz="700" dirty="0">
                <a:latin typeface="Congenial" panose="02000503040000020004" pitchFamily="2" charset="0"/>
              </a:rPr>
              <a:t>    end</a:t>
            </a:r>
          </a:p>
          <a:p>
            <a:r>
              <a:rPr lang="en-US" sz="700" dirty="0" err="1">
                <a:latin typeface="Congenial" panose="02000503040000020004" pitchFamily="2" charset="0"/>
              </a:rPr>
              <a:t>endmodule</a:t>
            </a:r>
            <a:endParaRPr lang="en-US" sz="700" dirty="0">
              <a:latin typeface="Congenial" panose="0200050304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643C1-AB6C-D13B-5696-97F7EC692B63}"/>
              </a:ext>
            </a:extLst>
          </p:cNvPr>
          <p:cNvSpPr txBox="1"/>
          <p:nvPr/>
        </p:nvSpPr>
        <p:spPr>
          <a:xfrm>
            <a:off x="6565983" y="4684014"/>
            <a:ext cx="2116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genial" panose="02000503040000020004" pitchFamily="2" charset="0"/>
              </a:rPr>
              <a:t>Figure: State Diagram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B249651-2B9F-844B-79CB-C95A0FEA5243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D8906E-5FC2-E078-30AD-E8B7FC4686A3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raffic light outline">
            <a:extLst>
              <a:ext uri="{FF2B5EF4-FFF2-40B4-BE49-F238E27FC236}">
                <a16:creationId xmlns:a16="http://schemas.microsoft.com/office/drawing/2014/main" id="{21F7AE2F-612E-B58F-9C84-EE10FE87C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5DE111AA-78A4-C03F-2F4E-75CAFCB57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9" name="Graphic 8" descr="Cycle with people outline">
            <a:extLst>
              <a:ext uri="{FF2B5EF4-FFF2-40B4-BE49-F238E27FC236}">
                <a16:creationId xmlns:a16="http://schemas.microsoft.com/office/drawing/2014/main" id="{DB1A071C-E9FD-5090-7EF3-453B2C13F3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68267F-3553-A1CB-6718-8D65562FE78E}"/>
              </a:ext>
            </a:extLst>
          </p:cNvPr>
          <p:cNvSpPr/>
          <p:nvPr/>
        </p:nvSpPr>
        <p:spPr>
          <a:xfrm>
            <a:off x="405025" y="3578008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Gears outline">
            <a:extLst>
              <a:ext uri="{FF2B5EF4-FFF2-40B4-BE49-F238E27FC236}">
                <a16:creationId xmlns:a16="http://schemas.microsoft.com/office/drawing/2014/main" id="{8E8F3A6B-74BE-75DC-B8BE-00B3762366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12" name="Graphic 11" descr="Back with solid fill">
            <a:extLst>
              <a:ext uri="{FF2B5EF4-FFF2-40B4-BE49-F238E27FC236}">
                <a16:creationId xmlns:a16="http://schemas.microsoft.com/office/drawing/2014/main" id="{B91083CB-5271-4B7C-FB88-CFACE3092B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13" name="Graphic 12" descr="Open book outline">
            <a:extLst>
              <a:ext uri="{FF2B5EF4-FFF2-40B4-BE49-F238E27FC236}">
                <a16:creationId xmlns:a16="http://schemas.microsoft.com/office/drawing/2014/main" id="{249E25A7-4800-13F3-A5FD-C333BDAFA7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C1F3651-4BAC-9591-ED30-5975EB139C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55F0E6-38F1-749F-2646-3BC5E183A1AB}"/>
              </a:ext>
            </a:extLst>
          </p:cNvPr>
          <p:cNvSpPr txBox="1"/>
          <p:nvPr/>
        </p:nvSpPr>
        <p:spPr>
          <a:xfrm>
            <a:off x="905402" y="146117"/>
            <a:ext cx="4145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Analysis &amp; Improvement: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BAF93-D736-268D-DCB2-C1C5421DD5C6}"/>
              </a:ext>
            </a:extLst>
          </p:cNvPr>
          <p:cNvSpPr txBox="1"/>
          <p:nvPr/>
        </p:nvSpPr>
        <p:spPr>
          <a:xfrm>
            <a:off x="1557321" y="614359"/>
            <a:ext cx="31873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ongenial" panose="02000503040000020004" pitchFamily="2" charset="0"/>
              </a:rPr>
              <a:t>Drawbacks &amp; Limitations</a:t>
            </a:r>
          </a:p>
          <a:p>
            <a:r>
              <a:rPr lang="en-US" b="1" dirty="0">
                <a:latin typeface="Congenial" panose="02000503040000020004" pitchFamily="2" charset="0"/>
              </a:rPr>
              <a:t>Part (</a:t>
            </a:r>
            <a:r>
              <a:rPr lang="en-US" b="1" dirty="0" err="1">
                <a:latin typeface="Congenial" panose="02000503040000020004" pitchFamily="2" charset="0"/>
              </a:rPr>
              <a:t>i</a:t>
            </a:r>
            <a:r>
              <a:rPr lang="en-US" b="1" dirty="0">
                <a:latin typeface="Congenial" panose="02000503040000020004" pitchFamily="2" charset="0"/>
              </a:rPr>
              <a:t>) - Digital Logic: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Limited capacity:</a:t>
            </a:r>
            <a:r>
              <a:rPr lang="en-US" sz="1050" dirty="0">
                <a:latin typeface="Congenial" panose="02000503040000020004" pitchFamily="2" charset="0"/>
              </a:rPr>
              <a:t> 4-bit counter → max 15 cars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No memory:</a:t>
            </a:r>
            <a:r>
              <a:rPr lang="en-US" sz="1050" dirty="0">
                <a:latin typeface="Congenial" panose="02000503040000020004" pitchFamily="2" charset="0"/>
              </a:rPr>
              <a:t> Power loss resets counter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Component-heavy:</a:t>
            </a:r>
            <a:r>
              <a:rPr lang="en-US" sz="1050" dirty="0">
                <a:latin typeface="Congenial" panose="02000503040000020004" pitchFamily="2" charset="0"/>
              </a:rPr>
              <a:t> Multiple ICs required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Rigid design:</a:t>
            </a:r>
            <a:r>
              <a:rPr lang="en-US" sz="1050" dirty="0">
                <a:latin typeface="Congenial" panose="02000503040000020004" pitchFamily="2" charset="0"/>
              </a:rPr>
              <a:t> Hard to modify</a:t>
            </a:r>
          </a:p>
          <a:p>
            <a:r>
              <a:rPr lang="en-US" b="1" dirty="0">
                <a:latin typeface="Congenial" panose="02000503040000020004" pitchFamily="2" charset="0"/>
              </a:rPr>
              <a:t>Part (ii) - 555 Timers: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Timing inaccuracy:</a:t>
            </a:r>
            <a:r>
              <a:rPr lang="en-US" sz="1050" dirty="0">
                <a:latin typeface="Congenial" panose="02000503040000020004" pitchFamily="2" charset="0"/>
              </a:rPr>
              <a:t> ±10% error (analog)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Temperature sensitive:</a:t>
            </a:r>
            <a:r>
              <a:rPr lang="en-US" sz="1050" dirty="0">
                <a:latin typeface="Congenial" panose="02000503040000020004" pitchFamily="2" charset="0"/>
              </a:rPr>
              <a:t> Drifts with temperature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Fixed parameters:</a:t>
            </a:r>
            <a:r>
              <a:rPr lang="en-US" sz="1050" dirty="0">
                <a:latin typeface="Congenial" panose="02000503040000020004" pitchFamily="2" charset="0"/>
              </a:rPr>
              <a:t> Hardware changes needed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Power inefficient:</a:t>
            </a:r>
            <a:r>
              <a:rPr lang="en-US" sz="1050" dirty="0">
                <a:latin typeface="Congenial" panose="02000503040000020004" pitchFamily="2" charset="0"/>
              </a:rPr>
              <a:t> Continuous current draw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4A777-DC5F-E997-1A56-A61CD3C6F7A4}"/>
              </a:ext>
            </a:extLst>
          </p:cNvPr>
          <p:cNvSpPr txBox="1"/>
          <p:nvPr/>
        </p:nvSpPr>
        <p:spPr>
          <a:xfrm>
            <a:off x="1557321" y="3061457"/>
            <a:ext cx="3431177" cy="1654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ongenial" panose="02000503040000020004" pitchFamily="2" charset="0"/>
              </a:rPr>
              <a:t>Modifications for Higher Capacity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Hardware Upgrades: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Increase counter size:</a:t>
            </a:r>
            <a:r>
              <a:rPr lang="en-US" sz="1050" dirty="0">
                <a:latin typeface="Congenial" panose="02000503040000020004" pitchFamily="2" charset="0"/>
              </a:rPr>
              <a:t> 8-bit (255 cars) or 16-bit (65535 cars)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Add memory:</a:t>
            </a:r>
            <a:r>
              <a:rPr lang="en-US" sz="1050" dirty="0">
                <a:latin typeface="Congenial" panose="02000503040000020004" pitchFamily="2" charset="0"/>
              </a:rPr>
              <a:t> EEPROM to save count during power loss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Use microcontroller:</a:t>
            </a:r>
            <a:r>
              <a:rPr lang="en-US" sz="1050" dirty="0">
                <a:latin typeface="Congenial" panose="02000503040000020004" pitchFamily="2" charset="0"/>
              </a:rPr>
              <a:t> Replace discrete logic with µC</a:t>
            </a:r>
          </a:p>
          <a:p>
            <a:r>
              <a:rPr lang="en-US" sz="1050" b="1" dirty="0">
                <a:latin typeface="Congenial" panose="02000503040000020004" pitchFamily="2" charset="0"/>
              </a:rPr>
              <a:t>Replace 555 timers:</a:t>
            </a:r>
            <a:r>
              <a:rPr lang="en-US" sz="1050" dirty="0">
                <a:latin typeface="Congenial" panose="02000503040000020004" pitchFamily="2" charset="0"/>
              </a:rPr>
              <a:t> Use µC PWM for display control</a:t>
            </a:r>
          </a:p>
          <a:p>
            <a:endParaRPr lang="en-US" dirty="0">
              <a:latin typeface="Congenial" panose="02000503040000020004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03E1C-583C-5391-D0CC-096A405F2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212784"/>
              </p:ext>
            </p:extLst>
          </p:nvPr>
        </p:nvGraphicFramePr>
        <p:xfrm>
          <a:off x="4990010" y="918972"/>
          <a:ext cx="3431177" cy="308697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{125E5076-3810-47DD-B79F-674D7AD40C01}</a:tableStyleId>
              </a:tblPr>
              <a:tblGrid>
                <a:gridCol w="1098149">
                  <a:extLst>
                    <a:ext uri="{9D8B030D-6E8A-4147-A177-3AD203B41FA5}">
                      <a16:colId xmlns:a16="http://schemas.microsoft.com/office/drawing/2014/main" val="2086392018"/>
                    </a:ext>
                  </a:extLst>
                </a:gridCol>
                <a:gridCol w="1186035">
                  <a:extLst>
                    <a:ext uri="{9D8B030D-6E8A-4147-A177-3AD203B41FA5}">
                      <a16:colId xmlns:a16="http://schemas.microsoft.com/office/drawing/2014/main" val="2537885844"/>
                    </a:ext>
                  </a:extLst>
                </a:gridCol>
                <a:gridCol w="1146993">
                  <a:extLst>
                    <a:ext uri="{9D8B030D-6E8A-4147-A177-3AD203B41FA5}">
                      <a16:colId xmlns:a16="http://schemas.microsoft.com/office/drawing/2014/main" val="2488348904"/>
                    </a:ext>
                  </a:extLst>
                </a:gridCol>
              </a:tblGrid>
              <a:tr h="482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genial" panose="02000503040000020004" pitchFamily="2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genial" panose="02000503040000020004" pitchFamily="2" charset="0"/>
                        </a:rPr>
                        <a:t>Current</a:t>
                      </a:r>
                      <a:endParaRPr lang="en-US" sz="14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genial" panose="02000503040000020004" pitchFamily="2" charset="0"/>
                        </a:rPr>
                        <a:t>Modified</a:t>
                      </a:r>
                      <a:endParaRPr lang="en-US" sz="14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998773"/>
                  </a:ext>
                </a:extLst>
              </a:tr>
              <a:tr h="482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  <a:latin typeface="Congenial" panose="02000503040000020004" pitchFamily="2" charset="0"/>
                        </a:rPr>
                        <a:t>Capacity</a:t>
                      </a:r>
                      <a:endParaRPr lang="en-US" sz="11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8 cars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Unlimited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9103017"/>
                  </a:ext>
                </a:extLst>
              </a:tr>
              <a:tr h="482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  <a:latin typeface="Congenial" panose="02000503040000020004" pitchFamily="2" charset="0"/>
                        </a:rPr>
                        <a:t>Accuracy</a:t>
                      </a:r>
                      <a:endParaRPr lang="en-US" sz="11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±10%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&lt;1%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360074"/>
                  </a:ext>
                </a:extLst>
              </a:tr>
              <a:tr h="482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  <a:latin typeface="Congenial" panose="02000503040000020004" pitchFamily="2" charset="0"/>
                        </a:rPr>
                        <a:t>Flexibility</a:t>
                      </a:r>
                      <a:endParaRPr lang="en-US" sz="11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Fixed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Programmable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5157835"/>
                  </a:ext>
                </a:extLst>
              </a:tr>
              <a:tr h="482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  <a:latin typeface="Congenial" panose="02000503040000020004" pitchFamily="2" charset="0"/>
                        </a:rPr>
                        <a:t>Power</a:t>
                      </a:r>
                      <a:endParaRPr lang="en-US" sz="11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50-100mA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&lt;10mA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846166"/>
                  </a:ext>
                </a:extLst>
              </a:tr>
              <a:tr h="674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  <a:latin typeface="Congenial" panose="02000503040000020004" pitchFamily="2" charset="0"/>
                        </a:rPr>
                        <a:t>Maintenance</a:t>
                      </a:r>
                      <a:endParaRPr lang="en-US" sz="1100" b="0" dirty="0">
                        <a:effectLst/>
                        <a:latin typeface="Congenial" panose="0200050304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Hardware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  <a:latin typeface="Congenial" panose="02000503040000020004" pitchFamily="2" charset="0"/>
                        </a:rPr>
                        <a:t>Software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712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59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>
            <a:alpha val="99000"/>
          </a:schemeClr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257EA79-6FD5-9892-3D14-1665FD0019A1}"/>
              </a:ext>
            </a:extLst>
          </p:cNvPr>
          <p:cNvSpPr/>
          <p:nvPr/>
        </p:nvSpPr>
        <p:spPr>
          <a:xfrm>
            <a:off x="-1426464" y="0"/>
            <a:ext cx="2953512" cy="5143500"/>
          </a:xfrm>
          <a:prstGeom prst="flowChartConnector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7BAC60D-2366-A3EF-A19D-CFA2F4294352}"/>
              </a:ext>
            </a:extLst>
          </p:cNvPr>
          <p:cNvSpPr/>
          <p:nvPr/>
        </p:nvSpPr>
        <p:spPr>
          <a:xfrm>
            <a:off x="-1426464" y="918972"/>
            <a:ext cx="1947672" cy="3305556"/>
          </a:xfrm>
          <a:prstGeom prst="flowChartConnector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482A7AA2-8FF2-FF83-6F1D-DEC7CB1F1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481" y="3689664"/>
            <a:ext cx="397886" cy="397886"/>
          </a:xfrm>
          <a:prstGeom prst="rect">
            <a:avLst/>
          </a:prstGeom>
        </p:spPr>
      </p:pic>
      <p:pic>
        <p:nvPicPr>
          <p:cNvPr id="12" name="Graphic 11" descr="Document outline">
            <a:extLst>
              <a:ext uri="{FF2B5EF4-FFF2-40B4-BE49-F238E27FC236}">
                <a16:creationId xmlns:a16="http://schemas.microsoft.com/office/drawing/2014/main" id="{8D4A2BCB-13F1-5915-0827-A36E8AD5F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585" y="3098557"/>
            <a:ext cx="397886" cy="397886"/>
          </a:xfrm>
          <a:prstGeom prst="rect">
            <a:avLst/>
          </a:prstGeom>
        </p:spPr>
      </p:pic>
      <p:pic>
        <p:nvPicPr>
          <p:cNvPr id="13" name="Graphic 12" descr="Cycle with people outline">
            <a:extLst>
              <a:ext uri="{FF2B5EF4-FFF2-40B4-BE49-F238E27FC236}">
                <a16:creationId xmlns:a16="http://schemas.microsoft.com/office/drawing/2014/main" id="{655AC4BD-507C-A864-C4BA-663027F696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895" y="2372806"/>
            <a:ext cx="397887" cy="397887"/>
          </a:xfrm>
          <a:prstGeom prst="rect">
            <a:avLst/>
          </a:prstGeom>
        </p:spPr>
      </p:pic>
      <p:pic>
        <p:nvPicPr>
          <p:cNvPr id="14" name="Graphic 13" descr="Gears outline">
            <a:extLst>
              <a:ext uri="{FF2B5EF4-FFF2-40B4-BE49-F238E27FC236}">
                <a16:creationId xmlns:a16="http://schemas.microsoft.com/office/drawing/2014/main" id="{83E42AA2-E696-8644-D572-7BAD519DA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585" y="1793174"/>
            <a:ext cx="397886" cy="397886"/>
          </a:xfrm>
          <a:prstGeom prst="rect">
            <a:avLst/>
          </a:prstGeom>
        </p:spPr>
      </p:pic>
      <p:pic>
        <p:nvPicPr>
          <p:cNvPr id="15" name="Graphic 14" descr="Back with solid fill">
            <a:extLst>
              <a:ext uri="{FF2B5EF4-FFF2-40B4-BE49-F238E27FC236}">
                <a16:creationId xmlns:a16="http://schemas.microsoft.com/office/drawing/2014/main" id="{15CB4A8E-90A8-F8C9-8496-12EA6B4DE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436" y="583661"/>
            <a:ext cx="397886" cy="397886"/>
          </a:xfrm>
          <a:prstGeom prst="rect">
            <a:avLst/>
          </a:prstGeom>
        </p:spPr>
      </p:pic>
      <p:pic>
        <p:nvPicPr>
          <p:cNvPr id="16" name="Graphic 15" descr="Open book outline">
            <a:extLst>
              <a:ext uri="{FF2B5EF4-FFF2-40B4-BE49-F238E27FC236}">
                <a16:creationId xmlns:a16="http://schemas.microsoft.com/office/drawing/2014/main" id="{A600D075-6157-6D73-EF58-0F410AB99B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1481" y="1117915"/>
            <a:ext cx="397886" cy="397886"/>
          </a:xfrm>
          <a:prstGeom prst="rect">
            <a:avLst/>
          </a:prstGeom>
        </p:spPr>
      </p:pic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088238A-87D3-5317-096D-B64690BAD4F2}"/>
              </a:ext>
            </a:extLst>
          </p:cNvPr>
          <p:cNvSpPr/>
          <p:nvPr/>
        </p:nvSpPr>
        <p:spPr>
          <a:xfrm>
            <a:off x="34923" y="4163169"/>
            <a:ext cx="678912" cy="643803"/>
          </a:xfrm>
          <a:prstGeom prst="flowChartConnector">
            <a:avLst/>
          </a:prstGeom>
          <a:solidFill>
            <a:schemeClr val="bg2">
              <a:lumMod val="50000"/>
              <a:alpha val="39000"/>
            </a:schemeClr>
          </a:solidFill>
          <a:ln w="12700">
            <a:solidFill>
              <a:schemeClr val="accent1">
                <a:shade val="15000"/>
                <a:alpha val="6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ED1FB-59F2-5A0A-A4B3-7FB147E8FABE}"/>
              </a:ext>
            </a:extLst>
          </p:cNvPr>
          <p:cNvSpPr txBox="1"/>
          <p:nvPr/>
        </p:nvSpPr>
        <p:spPr>
          <a:xfrm>
            <a:off x="268322" y="183365"/>
            <a:ext cx="3807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60000"/>
                    <a:lumOff val="40000"/>
                  </a:schemeClr>
                </a:solidFill>
                <a:latin typeface="Congenial Black" panose="02000503040000020004" pitchFamily="2" charset="0"/>
              </a:rPr>
              <a:t>Conclusion:</a:t>
            </a:r>
          </a:p>
        </p:txBody>
      </p:sp>
      <p:sp>
        <p:nvSpPr>
          <p:cNvPr id="24" name="Scroll: Horizontal 23">
            <a:extLst>
              <a:ext uri="{FF2B5EF4-FFF2-40B4-BE49-F238E27FC236}">
                <a16:creationId xmlns:a16="http://schemas.microsoft.com/office/drawing/2014/main" id="{E1469180-E6A2-ACEB-90FF-AD5971E47D45}"/>
              </a:ext>
            </a:extLst>
          </p:cNvPr>
          <p:cNvSpPr/>
          <p:nvPr/>
        </p:nvSpPr>
        <p:spPr>
          <a:xfrm rot="10800000" flipV="1">
            <a:off x="1989797" y="3599684"/>
            <a:ext cx="7407460" cy="1694692"/>
          </a:xfrm>
          <a:prstGeom prst="horizontalScroll">
            <a:avLst/>
          </a:prstGeom>
          <a:solidFill>
            <a:schemeClr val="bg2">
              <a:alpha val="35000"/>
            </a:schemeClr>
          </a:solidFill>
          <a:ln w="12700">
            <a:solidFill>
              <a:schemeClr val="bg2">
                <a:lumMod val="10000"/>
                <a:alpha val="3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Congenial Black" panose="02000503040000020004" pitchFamily="2" charset="0"/>
              </a:rPr>
              <a:t>Thank You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!</a:t>
            </a:r>
            <a:endParaRPr lang="en-US" sz="3200" dirty="0">
              <a:solidFill>
                <a:schemeClr val="bg2">
                  <a:lumMod val="75000"/>
                </a:schemeClr>
              </a:solidFill>
              <a:latin typeface="Congenial Black" panose="02000503040000020004" pitchFamily="2" charset="0"/>
            </a:endParaRPr>
          </a:p>
        </p:txBody>
      </p:sp>
      <p:pic>
        <p:nvPicPr>
          <p:cNvPr id="10" name="Graphic 9" descr="Traffic light outline">
            <a:extLst>
              <a:ext uri="{FF2B5EF4-FFF2-40B4-BE49-F238E27FC236}">
                <a16:creationId xmlns:a16="http://schemas.microsoft.com/office/drawing/2014/main" id="{1BEE7126-CB66-E6FE-2EF0-6B37B0F9039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5436" y="4286128"/>
            <a:ext cx="397886" cy="397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3655BE-F749-A16F-59B8-14F3F235EC66}"/>
              </a:ext>
            </a:extLst>
          </p:cNvPr>
          <p:cNvSpPr txBox="1"/>
          <p:nvPr/>
        </p:nvSpPr>
        <p:spPr>
          <a:xfrm>
            <a:off x="2807208" y="676407"/>
            <a:ext cx="51088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</a:rPr>
              <a:t>Key Components Built-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Digital Logic System:</a:t>
            </a:r>
            <a:r>
              <a:rPr lang="en-US" sz="1100" dirty="0">
                <a:latin typeface="Congenial" panose="02000503040000020004" pitchFamily="2" charset="0"/>
              </a:rPr>
              <a:t> 4-bit counter, comparator, and control logic.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Timer Circuits:</a:t>
            </a:r>
            <a:r>
              <a:rPr lang="en-US" sz="1100" dirty="0">
                <a:latin typeface="Congenial" panose="02000503040000020004" pitchFamily="2" charset="0"/>
              </a:rPr>
              <a:t> Two 555 ICs for continuous and blinking displays.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Finite State Machine:</a:t>
            </a:r>
            <a:r>
              <a:rPr lang="en-US" sz="1100" dirty="0">
                <a:latin typeface="Congenial" panose="02000503040000020004" pitchFamily="2" charset="0"/>
              </a:rPr>
              <a:t> Verilog-coded FSM for precise timing control.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Analysis &amp; Improvements:</a:t>
            </a:r>
            <a:r>
              <a:rPr lang="en-US" sz="1100" dirty="0">
                <a:latin typeface="Congenial" panose="02000503040000020004" pitchFamily="2" charset="0"/>
              </a:rPr>
              <a:t> Identified limits and proposed scalable upgrades.</a:t>
            </a:r>
          </a:p>
          <a:p>
            <a:endParaRPr lang="en-US" sz="1200" dirty="0">
              <a:latin typeface="Congenial" panose="0200050304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2556D-556D-6FF5-E4FA-33C7C6B7D15B}"/>
              </a:ext>
            </a:extLst>
          </p:cNvPr>
          <p:cNvSpPr txBox="1"/>
          <p:nvPr/>
        </p:nvSpPr>
        <p:spPr>
          <a:xfrm>
            <a:off x="2502942" y="1697606"/>
            <a:ext cx="510888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genial" panose="02000503040000020004" pitchFamily="2" charset="0"/>
              </a:rPr>
              <a:t>Design Validated-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All requirements met for counting, display control, and timing.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System correctly shows "FULL" or blinking "SPACE AVAILABLE".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Architecture allows for future expansion to larger lots.</a:t>
            </a:r>
          </a:p>
          <a:p>
            <a:endParaRPr lang="en-US" sz="1200" dirty="0">
              <a:latin typeface="Congenial" panose="0200050304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444A3B-665F-F9CC-B0DA-55BD6C071D48}"/>
              </a:ext>
            </a:extLst>
          </p:cNvPr>
          <p:cNvSpPr txBox="1"/>
          <p:nvPr/>
        </p:nvSpPr>
        <p:spPr>
          <a:xfrm>
            <a:off x="2171966" y="2495945"/>
            <a:ext cx="598278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ngenial" panose="02000503040000020004" pitchFamily="2" charset="0"/>
              </a:rPr>
              <a:t>Future Steps-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Prototype the physical circuit.</a:t>
            </a:r>
          </a:p>
          <a:p>
            <a:r>
              <a:rPr lang="en-US" sz="1100" dirty="0">
                <a:latin typeface="Congenial" panose="02000503040000020004" pitchFamily="2" charset="0"/>
              </a:rPr>
              <a:t>Upgrade to a microcontroller for higher capacity and features.</a:t>
            </a:r>
          </a:p>
          <a:p>
            <a:r>
              <a:rPr lang="en-US" sz="1100" b="1" dirty="0">
                <a:latin typeface="Congenial" panose="02000503040000020004" pitchFamily="2" charset="0"/>
              </a:rPr>
              <a:t>The project successfully demonstrates a functional, scalable parking management system using core digital logic principles.</a:t>
            </a:r>
            <a:endParaRPr lang="en-US" sz="1100" dirty="0">
              <a:latin typeface="Congenial" panose="02000503040000020004" pitchFamily="2" charset="0"/>
            </a:endParaRPr>
          </a:p>
          <a:p>
            <a:endParaRPr lang="en-US" sz="1200" dirty="0">
              <a:latin typeface="Congenial" panose="020005030400000200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theme/theme1.xml><?xml version="1.0" encoding="utf-8"?>
<a:theme xmlns:a="http://schemas.openxmlformats.org/drawingml/2006/main" name="Soft and Light Colors Newsletter by Slidesgo">
  <a:themeElements>
    <a:clrScheme name="Simple Light">
      <a:dk1>
        <a:srgbClr val="FFFFFF"/>
      </a:dk1>
      <a:lt1>
        <a:srgbClr val="4E4E65"/>
      </a:lt1>
      <a:dk2>
        <a:srgbClr val="C4D2DA"/>
      </a:dk2>
      <a:lt2>
        <a:srgbClr val="FFDFD9"/>
      </a:lt2>
      <a:accent1>
        <a:srgbClr val="FFEFEC"/>
      </a:accent1>
      <a:accent2>
        <a:srgbClr val="F4CA7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4E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ee2eb7-804f-410f-bf90-02eae37f6dd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B558D2B788954E86B3EFB6FA372DB7" ma:contentTypeVersion="14" ma:contentTypeDescription="Create a new document." ma:contentTypeScope="" ma:versionID="44586491abad4ffb1864e40bc6441849">
  <xsd:schema xmlns:xsd="http://www.w3.org/2001/XMLSchema" xmlns:xs="http://www.w3.org/2001/XMLSchema" xmlns:p="http://schemas.microsoft.com/office/2006/metadata/properties" xmlns:ns3="3fee2eb7-804f-410f-bf90-02eae37f6ddd" xmlns:ns4="deec96ca-b732-4449-8ec9-76b372d6d89b" targetNamespace="http://schemas.microsoft.com/office/2006/metadata/properties" ma:root="true" ma:fieldsID="318a6ec3c967eb3f75c351dacefd4120" ns3:_="" ns4:_="">
    <xsd:import namespace="3fee2eb7-804f-410f-bf90-02eae37f6ddd"/>
    <xsd:import namespace="deec96ca-b732-4449-8ec9-76b372d6d89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ee2eb7-804f-410f-bf90-02eae37f6dd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c96ca-b732-4449-8ec9-76b372d6d89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D101D1-07B4-4BDD-B1FC-E9200F007E3C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deec96ca-b732-4449-8ec9-76b372d6d89b"/>
    <ds:schemaRef ds:uri="3fee2eb7-804f-410f-bf90-02eae37f6dd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39112A-7A5E-461A-AE23-733A50E7D1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ee2eb7-804f-410f-bf90-02eae37f6ddd"/>
    <ds:schemaRef ds:uri="deec96ca-b732-4449-8ec9-76b372d6d8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C2A634-3890-4413-A5B4-83A080F04E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1110</Words>
  <Application>Microsoft Office PowerPoint</Application>
  <PresentationFormat>On-screen Show (16:9)</PresentationFormat>
  <Paragraphs>167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Quicksand</vt:lpstr>
      <vt:lpstr>Bebas Neue</vt:lpstr>
      <vt:lpstr>Bookman Old Style</vt:lpstr>
      <vt:lpstr>Arial</vt:lpstr>
      <vt:lpstr>Congenial Black</vt:lpstr>
      <vt:lpstr>Wingdings</vt:lpstr>
      <vt:lpstr>Congenial Light</vt:lpstr>
      <vt:lpstr>Noto Sans</vt:lpstr>
      <vt:lpstr>Congenial</vt:lpstr>
      <vt:lpstr>Soft and Light Colors Newsletter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MD. SADAT HOSSAIN</cp:lastModifiedBy>
  <cp:revision>14</cp:revision>
  <dcterms:modified xsi:type="dcterms:W3CDTF">2026-01-05T03:06:34Z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0x010100B7B558D2B788954E86B3EFB6FA372DB7</vt:lpwstr>
  </property>
</Properties>
</file>